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1"/>
  </p:notesMasterIdLst>
  <p:sldIdLst>
    <p:sldId id="256" r:id="rId2"/>
    <p:sldId id="258" r:id="rId3"/>
    <p:sldId id="261" r:id="rId4"/>
    <p:sldId id="272" r:id="rId5"/>
    <p:sldId id="262" r:id="rId6"/>
    <p:sldId id="264" r:id="rId7"/>
    <p:sldId id="282" r:id="rId8"/>
    <p:sldId id="266" r:id="rId9"/>
    <p:sldId id="281" r:id="rId10"/>
  </p:sldIdLst>
  <p:sldSz cx="9144000" cy="5143500" type="screen16x9"/>
  <p:notesSz cx="6858000" cy="9144000"/>
  <p:embeddedFontLst>
    <p:embeddedFont>
      <p:font typeface="Fira Sans Condensed" panose="020B0503050000020004" pitchFamily="34" charset="0"/>
      <p:regular r:id="rId12"/>
      <p:bold r:id="rId13"/>
      <p:italic r:id="rId14"/>
      <p:boldItalic r:id="rId15"/>
    </p:embeddedFont>
    <p:embeddedFont>
      <p:font typeface="IM Fell English SC" panose="020B060402020202020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64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776454-9E07-414A-A5A2-A9D6AF5BBFB9}">
  <a:tblStyle styleId="{F5776454-9E07-414A-A5A2-A9D6AF5BBF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100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1" name="Google Shape;4891;g104e475c178_0_5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892" name="Google Shape;4892;g104e475c178_0_59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1" name="Google Shape;5481;g104e475c178_0_13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482" name="Google Shape;5482;g104e475c178_0_13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" name="Google Shape;6195;g1055503d57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196" name="Google Shape;6196;g1055503d57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8" name="Google Shape;7558;g1055503d578_0_19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559" name="Google Shape;7559;g1055503d578_0_19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9" name="Google Shape;6449;g104e475c178_0_25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450" name="Google Shape;6450;g104e475c178_0_25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9" name="Google Shape;6669;g1055503d57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70" name="Google Shape;6670;g1055503d57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7">
          <a:extLst>
            <a:ext uri="{FF2B5EF4-FFF2-40B4-BE49-F238E27FC236}">
              <a16:creationId xmlns:a16="http://schemas.microsoft.com/office/drawing/2014/main" id="{7C6C6C8B-6BFD-C4A3-9367-CE60A3519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8" name="Google Shape;7558;g1055503d578_0_19979:notes">
            <a:extLst>
              <a:ext uri="{FF2B5EF4-FFF2-40B4-BE49-F238E27FC236}">
                <a16:creationId xmlns:a16="http://schemas.microsoft.com/office/drawing/2014/main" id="{249387E3-937C-8E5B-18E8-C8C4013CC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559" name="Google Shape;7559;g1055503d578_0_19979:notes">
            <a:extLst>
              <a:ext uri="{FF2B5EF4-FFF2-40B4-BE49-F238E27FC236}">
                <a16:creationId xmlns:a16="http://schemas.microsoft.com/office/drawing/2014/main" id="{1870AD49-D8CB-9A9E-08D3-CB5B980DB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326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5" name="Google Shape;6985;g1055503d578_0_18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986" name="Google Shape;6986;g1055503d578_0_189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6" name="Google Shape;9696;g104e475c178_0_12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697" name="Google Shape;9697;g104e475c178_0_12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895400" y="1209850"/>
            <a:ext cx="5353200" cy="21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800">
                <a:latin typeface="IM Fell English SC"/>
                <a:ea typeface="IM Fell English SC"/>
                <a:cs typeface="IM Fell English SC"/>
                <a:sym typeface="IM Fell English S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895400" y="3507850"/>
            <a:ext cx="53532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10800000" flipH="1"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"/>
          <p:cNvSpPr txBox="1">
            <a:spLocks noGrp="1"/>
          </p:cNvSpPr>
          <p:nvPr>
            <p:ph type="title"/>
          </p:nvPr>
        </p:nvSpPr>
        <p:spPr>
          <a:xfrm>
            <a:off x="1964550" y="540275"/>
            <a:ext cx="521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66" name="Google Shape;766;p6"/>
          <p:cNvGrpSpPr/>
          <p:nvPr/>
        </p:nvGrpSpPr>
        <p:grpSpPr>
          <a:xfrm>
            <a:off x="371748" y="295950"/>
            <a:ext cx="8402474" cy="198675"/>
            <a:chOff x="371748" y="295950"/>
            <a:chExt cx="8402474" cy="198675"/>
          </a:xfrm>
        </p:grpSpPr>
        <p:sp>
          <p:nvSpPr>
            <p:cNvPr id="767" name="Google Shape;767;p6"/>
            <p:cNvSpPr/>
            <p:nvPr/>
          </p:nvSpPr>
          <p:spPr>
            <a:xfrm flipH="1">
              <a:off x="8671275" y="363841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8" name="Google Shape;768;p6"/>
            <p:cNvGrpSpPr/>
            <p:nvPr/>
          </p:nvGrpSpPr>
          <p:grpSpPr>
            <a:xfrm>
              <a:off x="371748" y="295950"/>
              <a:ext cx="8255803" cy="198675"/>
              <a:chOff x="371748" y="295950"/>
              <a:chExt cx="8255803" cy="198675"/>
            </a:xfrm>
          </p:grpSpPr>
          <p:sp>
            <p:nvSpPr>
              <p:cNvPr id="769" name="Google Shape;769;p6"/>
              <p:cNvSpPr/>
              <p:nvPr/>
            </p:nvSpPr>
            <p:spPr>
              <a:xfrm>
                <a:off x="371748" y="361460"/>
                <a:ext cx="102947" cy="94146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952" extrusionOk="0">
                    <a:moveTo>
                      <a:pt x="406" y="1"/>
                    </a:moveTo>
                    <a:cubicBezTo>
                      <a:pt x="166" y="1"/>
                      <a:pt x="232" y="197"/>
                      <a:pt x="374" y="362"/>
                    </a:cubicBezTo>
                    <a:lnTo>
                      <a:pt x="374" y="362"/>
                    </a:lnTo>
                    <a:cubicBezTo>
                      <a:pt x="473" y="262"/>
                      <a:pt x="590" y="176"/>
                      <a:pt x="698" y="134"/>
                    </a:cubicBezTo>
                    <a:lnTo>
                      <a:pt x="698" y="134"/>
                    </a:lnTo>
                    <a:cubicBezTo>
                      <a:pt x="618" y="54"/>
                      <a:pt x="512" y="1"/>
                      <a:pt x="406" y="1"/>
                    </a:cubicBezTo>
                    <a:close/>
                    <a:moveTo>
                      <a:pt x="832" y="104"/>
                    </a:moveTo>
                    <a:cubicBezTo>
                      <a:pt x="791" y="104"/>
                      <a:pt x="745" y="115"/>
                      <a:pt x="698" y="134"/>
                    </a:cubicBezTo>
                    <a:lnTo>
                      <a:pt x="698" y="134"/>
                    </a:lnTo>
                    <a:cubicBezTo>
                      <a:pt x="776" y="213"/>
                      <a:pt x="829" y="318"/>
                      <a:pt x="829" y="423"/>
                    </a:cubicBezTo>
                    <a:cubicBezTo>
                      <a:pt x="829" y="538"/>
                      <a:pt x="784" y="583"/>
                      <a:pt x="719" y="583"/>
                    </a:cubicBezTo>
                    <a:cubicBezTo>
                      <a:pt x="621" y="583"/>
                      <a:pt x="478" y="481"/>
                      <a:pt x="374" y="362"/>
                    </a:cubicBezTo>
                    <a:lnTo>
                      <a:pt x="374" y="362"/>
                    </a:lnTo>
                    <a:cubicBezTo>
                      <a:pt x="130" y="611"/>
                      <a:pt x="1" y="952"/>
                      <a:pt x="406" y="952"/>
                    </a:cubicBezTo>
                    <a:cubicBezTo>
                      <a:pt x="723" y="952"/>
                      <a:pt x="1040" y="740"/>
                      <a:pt x="1040" y="423"/>
                    </a:cubicBezTo>
                    <a:cubicBezTo>
                      <a:pt x="1040" y="192"/>
                      <a:pt x="953" y="104"/>
                      <a:pt x="832" y="1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0" name="Google Shape;770;p6"/>
              <p:cNvGrpSpPr/>
              <p:nvPr/>
            </p:nvGrpSpPr>
            <p:grpSpPr>
              <a:xfrm>
                <a:off x="504825" y="295950"/>
                <a:ext cx="8122726" cy="198675"/>
                <a:chOff x="504825" y="298750"/>
                <a:chExt cx="8122726" cy="198675"/>
              </a:xfrm>
            </p:grpSpPr>
            <p:grpSp>
              <p:nvGrpSpPr>
                <p:cNvPr id="771" name="Google Shape;771;p6"/>
                <p:cNvGrpSpPr/>
                <p:nvPr/>
              </p:nvGrpSpPr>
              <p:grpSpPr>
                <a:xfrm>
                  <a:off x="504825" y="298750"/>
                  <a:ext cx="8122726" cy="198675"/>
                  <a:chOff x="9017419" y="539512"/>
                  <a:chExt cx="5210550" cy="198675"/>
                </a:xfrm>
              </p:grpSpPr>
              <p:sp>
                <p:nvSpPr>
                  <p:cNvPr id="772" name="Google Shape;772;p6"/>
                  <p:cNvSpPr/>
                  <p:nvPr/>
                </p:nvSpPr>
                <p:spPr>
                  <a:xfrm>
                    <a:off x="9038813" y="685962"/>
                    <a:ext cx="5150745" cy="4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320" h="107" extrusionOk="0">
                        <a:moveTo>
                          <a:pt x="1" y="0"/>
                        </a:moveTo>
                        <a:lnTo>
                          <a:pt x="1" y="106"/>
                        </a:lnTo>
                        <a:lnTo>
                          <a:pt x="41319" y="106"/>
                        </a:lnTo>
                        <a:lnTo>
                          <a:pt x="4131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3" name="Google Shape;773;p6"/>
                  <p:cNvSpPr/>
                  <p:nvPr/>
                </p:nvSpPr>
                <p:spPr>
                  <a:xfrm>
                    <a:off x="96043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4" name="Google Shape;774;p6"/>
                  <p:cNvSpPr/>
                  <p:nvPr/>
                </p:nvSpPr>
                <p:spPr>
                  <a:xfrm>
                    <a:off x="967738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5" name="Google Shape;775;p6"/>
                  <p:cNvSpPr/>
                  <p:nvPr/>
                </p:nvSpPr>
                <p:spPr>
                  <a:xfrm>
                    <a:off x="9740085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6" name="Google Shape;776;p6"/>
                  <p:cNvSpPr/>
                  <p:nvPr/>
                </p:nvSpPr>
                <p:spPr>
                  <a:xfrm>
                    <a:off x="98028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7" name="Google Shape;777;p6"/>
                  <p:cNvSpPr/>
                  <p:nvPr/>
                </p:nvSpPr>
                <p:spPr>
                  <a:xfrm>
                    <a:off x="987596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8" name="Google Shape;778;p6"/>
                  <p:cNvSpPr/>
                  <p:nvPr/>
                </p:nvSpPr>
                <p:spPr>
                  <a:xfrm>
                    <a:off x="993866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9" name="Google Shape;779;p6"/>
                  <p:cNvSpPr/>
                  <p:nvPr/>
                </p:nvSpPr>
                <p:spPr>
                  <a:xfrm>
                    <a:off x="1001184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0" name="Google Shape;780;p6"/>
                  <p:cNvSpPr/>
                  <p:nvPr/>
                </p:nvSpPr>
                <p:spPr>
                  <a:xfrm>
                    <a:off x="10074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1" name="Google Shape;781;p6"/>
                  <p:cNvSpPr/>
                  <p:nvPr/>
                </p:nvSpPr>
                <p:spPr>
                  <a:xfrm>
                    <a:off x="101477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2" name="Google Shape;782;p6"/>
                  <p:cNvSpPr/>
                  <p:nvPr/>
                </p:nvSpPr>
                <p:spPr>
                  <a:xfrm>
                    <a:off x="1021041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3" name="Google Shape;783;p6"/>
                  <p:cNvSpPr/>
                  <p:nvPr/>
                </p:nvSpPr>
                <p:spPr>
                  <a:xfrm>
                    <a:off x="10283499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4" name="Google Shape;784;p6"/>
                  <p:cNvSpPr/>
                  <p:nvPr/>
                </p:nvSpPr>
                <p:spPr>
                  <a:xfrm>
                    <a:off x="1034629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5" name="Google Shape;785;p6"/>
                  <p:cNvSpPr/>
                  <p:nvPr/>
                </p:nvSpPr>
                <p:spPr>
                  <a:xfrm>
                    <a:off x="1041937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6" name="Google Shape;786;p6"/>
                  <p:cNvSpPr/>
                  <p:nvPr/>
                </p:nvSpPr>
                <p:spPr>
                  <a:xfrm>
                    <a:off x="1048207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7" name="Google Shape;787;p6"/>
                  <p:cNvSpPr/>
                  <p:nvPr/>
                </p:nvSpPr>
                <p:spPr>
                  <a:xfrm>
                    <a:off x="1055525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8" name="Google Shape;788;p6"/>
                  <p:cNvSpPr/>
                  <p:nvPr/>
                </p:nvSpPr>
                <p:spPr>
                  <a:xfrm>
                    <a:off x="1061795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9" name="Google Shape;789;p6"/>
                  <p:cNvSpPr/>
                  <p:nvPr/>
                </p:nvSpPr>
                <p:spPr>
                  <a:xfrm>
                    <a:off x="1069113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0" name="Google Shape;790;p6"/>
                  <p:cNvSpPr/>
                  <p:nvPr/>
                </p:nvSpPr>
                <p:spPr>
                  <a:xfrm>
                    <a:off x="1075383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1" name="Google Shape;791;p6"/>
                  <p:cNvSpPr/>
                  <p:nvPr/>
                </p:nvSpPr>
                <p:spPr>
                  <a:xfrm>
                    <a:off x="10826913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2" name="Google Shape;792;p6"/>
                  <p:cNvSpPr/>
                  <p:nvPr/>
                </p:nvSpPr>
                <p:spPr>
                  <a:xfrm>
                    <a:off x="1088971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3" name="Google Shape;793;p6"/>
                  <p:cNvSpPr/>
                  <p:nvPr/>
                </p:nvSpPr>
                <p:spPr>
                  <a:xfrm>
                    <a:off x="1096279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4" name="Google Shape;794;p6"/>
                  <p:cNvSpPr/>
                  <p:nvPr/>
                </p:nvSpPr>
                <p:spPr>
                  <a:xfrm>
                    <a:off x="1102548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5" name="Google Shape;795;p6"/>
                  <p:cNvSpPr/>
                  <p:nvPr/>
                </p:nvSpPr>
                <p:spPr>
                  <a:xfrm>
                    <a:off x="110986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6" name="Google Shape;796;p6"/>
                  <p:cNvSpPr/>
                  <p:nvPr/>
                </p:nvSpPr>
                <p:spPr>
                  <a:xfrm>
                    <a:off x="1116136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7" name="Google Shape;797;p6"/>
                  <p:cNvSpPr/>
                  <p:nvPr/>
                </p:nvSpPr>
                <p:spPr>
                  <a:xfrm>
                    <a:off x="1123454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8" name="Google Shape;798;p6"/>
                  <p:cNvSpPr/>
                  <p:nvPr/>
                </p:nvSpPr>
                <p:spPr>
                  <a:xfrm>
                    <a:off x="1129724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9" name="Google Shape;799;p6"/>
                  <p:cNvSpPr/>
                  <p:nvPr/>
                </p:nvSpPr>
                <p:spPr>
                  <a:xfrm>
                    <a:off x="11370327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0" name="Google Shape;800;p6"/>
                  <p:cNvSpPr/>
                  <p:nvPr/>
                </p:nvSpPr>
                <p:spPr>
                  <a:xfrm>
                    <a:off x="1143312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1" name="Google Shape;801;p6"/>
                  <p:cNvSpPr/>
                  <p:nvPr/>
                </p:nvSpPr>
                <p:spPr>
                  <a:xfrm>
                    <a:off x="1150620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2" name="Google Shape;802;p6"/>
                  <p:cNvSpPr/>
                  <p:nvPr/>
                </p:nvSpPr>
                <p:spPr>
                  <a:xfrm>
                    <a:off x="1156890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3" name="Google Shape;803;p6"/>
                  <p:cNvSpPr/>
                  <p:nvPr/>
                </p:nvSpPr>
                <p:spPr>
                  <a:xfrm>
                    <a:off x="1164208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4" name="Google Shape;804;p6"/>
                  <p:cNvSpPr/>
                  <p:nvPr/>
                </p:nvSpPr>
                <p:spPr>
                  <a:xfrm>
                    <a:off x="1170478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5" name="Google Shape;805;p6"/>
                  <p:cNvSpPr/>
                  <p:nvPr/>
                </p:nvSpPr>
                <p:spPr>
                  <a:xfrm>
                    <a:off x="1177796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6" name="Google Shape;806;p6"/>
                  <p:cNvSpPr/>
                  <p:nvPr/>
                </p:nvSpPr>
                <p:spPr>
                  <a:xfrm>
                    <a:off x="1184066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7" name="Google Shape;807;p6"/>
                  <p:cNvSpPr/>
                  <p:nvPr/>
                </p:nvSpPr>
                <p:spPr>
                  <a:xfrm>
                    <a:off x="1191374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8" name="Google Shape;808;p6"/>
                  <p:cNvSpPr/>
                  <p:nvPr/>
                </p:nvSpPr>
                <p:spPr>
                  <a:xfrm>
                    <a:off x="11976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9" name="Google Shape;809;p6"/>
                  <p:cNvSpPr/>
                  <p:nvPr/>
                </p:nvSpPr>
                <p:spPr>
                  <a:xfrm>
                    <a:off x="120496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0" name="Google Shape;810;p6"/>
                  <p:cNvSpPr/>
                  <p:nvPr/>
                </p:nvSpPr>
                <p:spPr>
                  <a:xfrm>
                    <a:off x="1211231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1" name="Google Shape;811;p6"/>
                  <p:cNvSpPr/>
                  <p:nvPr/>
                </p:nvSpPr>
                <p:spPr>
                  <a:xfrm>
                    <a:off x="1218549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2" name="Google Shape;812;p6"/>
                  <p:cNvSpPr/>
                  <p:nvPr/>
                </p:nvSpPr>
                <p:spPr>
                  <a:xfrm>
                    <a:off x="1224819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3" name="Google Shape;813;p6"/>
                  <p:cNvSpPr/>
                  <p:nvPr/>
                </p:nvSpPr>
                <p:spPr>
                  <a:xfrm>
                    <a:off x="1232137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4" name="Google Shape;814;p6"/>
                  <p:cNvSpPr/>
                  <p:nvPr/>
                </p:nvSpPr>
                <p:spPr>
                  <a:xfrm>
                    <a:off x="1238407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5" name="Google Shape;815;p6"/>
                  <p:cNvSpPr/>
                  <p:nvPr/>
                </p:nvSpPr>
                <p:spPr>
                  <a:xfrm>
                    <a:off x="1245715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6" name="Google Shape;816;p6"/>
                  <p:cNvSpPr/>
                  <p:nvPr/>
                </p:nvSpPr>
                <p:spPr>
                  <a:xfrm>
                    <a:off x="1251995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7" name="Google Shape;817;p6"/>
                  <p:cNvSpPr/>
                  <p:nvPr/>
                </p:nvSpPr>
                <p:spPr>
                  <a:xfrm>
                    <a:off x="1259303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8" name="Google Shape;818;p6"/>
                  <p:cNvSpPr/>
                  <p:nvPr/>
                </p:nvSpPr>
                <p:spPr>
                  <a:xfrm>
                    <a:off x="1265573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9" name="Google Shape;819;p6"/>
                  <p:cNvSpPr/>
                  <p:nvPr/>
                </p:nvSpPr>
                <p:spPr>
                  <a:xfrm>
                    <a:off x="1272891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0" name="Google Shape;820;p6"/>
                  <p:cNvSpPr/>
                  <p:nvPr/>
                </p:nvSpPr>
                <p:spPr>
                  <a:xfrm>
                    <a:off x="1279161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1" name="Google Shape;821;p6"/>
                  <p:cNvSpPr/>
                  <p:nvPr/>
                </p:nvSpPr>
                <p:spPr>
                  <a:xfrm>
                    <a:off x="1286479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2" name="Google Shape;822;p6"/>
                  <p:cNvSpPr/>
                  <p:nvPr/>
                </p:nvSpPr>
                <p:spPr>
                  <a:xfrm>
                    <a:off x="1292748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3" name="Google Shape;823;p6"/>
                  <p:cNvSpPr/>
                  <p:nvPr/>
                </p:nvSpPr>
                <p:spPr>
                  <a:xfrm>
                    <a:off x="130005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4" name="Google Shape;824;p6"/>
                  <p:cNvSpPr/>
                  <p:nvPr/>
                </p:nvSpPr>
                <p:spPr>
                  <a:xfrm>
                    <a:off x="13073751" y="612693"/>
                    <a:ext cx="52413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529" y="0"/>
                        </a:lnTo>
                        <a:lnTo>
                          <a:pt x="52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5" name="Google Shape;825;p6"/>
                  <p:cNvSpPr/>
                  <p:nvPr/>
                </p:nvSpPr>
                <p:spPr>
                  <a:xfrm>
                    <a:off x="1313644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6" name="Google Shape;826;p6"/>
                  <p:cNvSpPr/>
                  <p:nvPr/>
                </p:nvSpPr>
                <p:spPr>
                  <a:xfrm>
                    <a:off x="1319914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7" name="Google Shape;827;p6"/>
                  <p:cNvSpPr/>
                  <p:nvPr/>
                </p:nvSpPr>
                <p:spPr>
                  <a:xfrm>
                    <a:off x="1327232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8" name="Google Shape;828;p6"/>
                  <p:cNvSpPr/>
                  <p:nvPr/>
                </p:nvSpPr>
                <p:spPr>
                  <a:xfrm>
                    <a:off x="1333502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9" name="Google Shape;829;p6"/>
                  <p:cNvSpPr/>
                  <p:nvPr/>
                </p:nvSpPr>
                <p:spPr>
                  <a:xfrm>
                    <a:off x="134082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0" name="Google Shape;830;p6"/>
                  <p:cNvSpPr/>
                  <p:nvPr/>
                </p:nvSpPr>
                <p:spPr>
                  <a:xfrm>
                    <a:off x="1347090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1" name="Google Shape;831;p6"/>
                  <p:cNvSpPr/>
                  <p:nvPr/>
                </p:nvSpPr>
                <p:spPr>
                  <a:xfrm>
                    <a:off x="1354398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2" name="Google Shape;832;p6"/>
                  <p:cNvSpPr/>
                  <p:nvPr/>
                </p:nvSpPr>
                <p:spPr>
                  <a:xfrm>
                    <a:off x="136067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3" name="Google Shape;833;p6"/>
                  <p:cNvSpPr/>
                  <p:nvPr/>
                </p:nvSpPr>
                <p:spPr>
                  <a:xfrm>
                    <a:off x="9017419" y="539512"/>
                    <a:ext cx="5210550" cy="3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42" h="318" extrusionOk="0">
                        <a:moveTo>
                          <a:pt x="212" y="1"/>
                        </a:moveTo>
                        <a:cubicBezTo>
                          <a:pt x="1" y="1"/>
                          <a:pt x="1" y="212"/>
                          <a:pt x="212" y="318"/>
                        </a:cubicBezTo>
                        <a:lnTo>
                          <a:pt x="41530" y="318"/>
                        </a:lnTo>
                        <a:cubicBezTo>
                          <a:pt x="41741" y="318"/>
                          <a:pt x="41741" y="1"/>
                          <a:pt x="41530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4" name="Google Shape;834;p6"/>
                  <p:cNvSpPr/>
                  <p:nvPr/>
                </p:nvSpPr>
                <p:spPr>
                  <a:xfrm>
                    <a:off x="9017419" y="717222"/>
                    <a:ext cx="5210550" cy="20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42" h="212" extrusionOk="0">
                        <a:moveTo>
                          <a:pt x="212" y="0"/>
                        </a:moveTo>
                        <a:cubicBezTo>
                          <a:pt x="1" y="0"/>
                          <a:pt x="1" y="211"/>
                          <a:pt x="212" y="211"/>
                        </a:cubicBezTo>
                        <a:lnTo>
                          <a:pt x="41530" y="211"/>
                        </a:lnTo>
                        <a:cubicBezTo>
                          <a:pt x="41741" y="211"/>
                          <a:pt x="41741" y="0"/>
                          <a:pt x="4153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35" name="Google Shape;835;p6"/>
                <p:cNvGrpSpPr/>
                <p:nvPr/>
              </p:nvGrpSpPr>
              <p:grpSpPr>
                <a:xfrm>
                  <a:off x="569351" y="371931"/>
                  <a:ext cx="831096" cy="73279"/>
                  <a:chOff x="9740085" y="612693"/>
                  <a:chExt cx="533129" cy="73279"/>
                </a:xfrm>
              </p:grpSpPr>
              <p:sp>
                <p:nvSpPr>
                  <p:cNvPr id="836" name="Google Shape;836;p6"/>
                  <p:cNvSpPr/>
                  <p:nvPr/>
                </p:nvSpPr>
                <p:spPr>
                  <a:xfrm>
                    <a:off x="9740085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7" name="Google Shape;837;p6"/>
                  <p:cNvSpPr/>
                  <p:nvPr/>
                </p:nvSpPr>
                <p:spPr>
                  <a:xfrm>
                    <a:off x="98028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8" name="Google Shape;838;p6"/>
                  <p:cNvSpPr/>
                  <p:nvPr/>
                </p:nvSpPr>
                <p:spPr>
                  <a:xfrm>
                    <a:off x="987596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9" name="Google Shape;839;p6"/>
                  <p:cNvSpPr/>
                  <p:nvPr/>
                </p:nvSpPr>
                <p:spPr>
                  <a:xfrm>
                    <a:off x="993866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0" name="Google Shape;840;p6"/>
                  <p:cNvSpPr/>
                  <p:nvPr/>
                </p:nvSpPr>
                <p:spPr>
                  <a:xfrm>
                    <a:off x="1001184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1" name="Google Shape;841;p6"/>
                  <p:cNvSpPr/>
                  <p:nvPr/>
                </p:nvSpPr>
                <p:spPr>
                  <a:xfrm>
                    <a:off x="10074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2" name="Google Shape;842;p6"/>
                  <p:cNvSpPr/>
                  <p:nvPr/>
                </p:nvSpPr>
                <p:spPr>
                  <a:xfrm>
                    <a:off x="101477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3" name="Google Shape;843;p6"/>
                  <p:cNvSpPr/>
                  <p:nvPr/>
                </p:nvSpPr>
                <p:spPr>
                  <a:xfrm>
                    <a:off x="1021041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844" name="Google Shape;844;p6"/>
                <p:cNvGrpSpPr/>
                <p:nvPr/>
              </p:nvGrpSpPr>
              <p:grpSpPr>
                <a:xfrm>
                  <a:off x="7658325" y="371931"/>
                  <a:ext cx="945022" cy="73279"/>
                  <a:chOff x="13000570" y="612693"/>
                  <a:chExt cx="606211" cy="73279"/>
                </a:xfrm>
              </p:grpSpPr>
              <p:sp>
                <p:nvSpPr>
                  <p:cNvPr id="845" name="Google Shape;845;p6"/>
                  <p:cNvSpPr/>
                  <p:nvPr/>
                </p:nvSpPr>
                <p:spPr>
                  <a:xfrm>
                    <a:off x="130005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6" name="Google Shape;846;p6"/>
                  <p:cNvSpPr/>
                  <p:nvPr/>
                </p:nvSpPr>
                <p:spPr>
                  <a:xfrm>
                    <a:off x="13073751" y="612693"/>
                    <a:ext cx="52413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529" y="0"/>
                        </a:lnTo>
                        <a:lnTo>
                          <a:pt x="52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7" name="Google Shape;847;p6"/>
                  <p:cNvSpPr/>
                  <p:nvPr/>
                </p:nvSpPr>
                <p:spPr>
                  <a:xfrm>
                    <a:off x="1313644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8" name="Google Shape;848;p6"/>
                  <p:cNvSpPr/>
                  <p:nvPr/>
                </p:nvSpPr>
                <p:spPr>
                  <a:xfrm>
                    <a:off x="1319914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9" name="Google Shape;849;p6"/>
                  <p:cNvSpPr/>
                  <p:nvPr/>
                </p:nvSpPr>
                <p:spPr>
                  <a:xfrm>
                    <a:off x="1327232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0" name="Google Shape;850;p6"/>
                  <p:cNvSpPr/>
                  <p:nvPr/>
                </p:nvSpPr>
                <p:spPr>
                  <a:xfrm>
                    <a:off x="1333502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1" name="Google Shape;851;p6"/>
                  <p:cNvSpPr/>
                  <p:nvPr/>
                </p:nvSpPr>
                <p:spPr>
                  <a:xfrm>
                    <a:off x="134082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2" name="Google Shape;852;p6"/>
                  <p:cNvSpPr/>
                  <p:nvPr/>
                </p:nvSpPr>
                <p:spPr>
                  <a:xfrm>
                    <a:off x="1347090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3" name="Google Shape;853;p6"/>
                  <p:cNvSpPr/>
                  <p:nvPr/>
                </p:nvSpPr>
                <p:spPr>
                  <a:xfrm>
                    <a:off x="1354398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854" name="Google Shape;854;p6"/>
          <p:cNvGrpSpPr/>
          <p:nvPr/>
        </p:nvGrpSpPr>
        <p:grpSpPr>
          <a:xfrm rot="9963336">
            <a:off x="7958208" y="4349076"/>
            <a:ext cx="1133320" cy="573987"/>
            <a:chOff x="6893875" y="2013700"/>
            <a:chExt cx="396325" cy="200725"/>
          </a:xfrm>
        </p:grpSpPr>
        <p:sp>
          <p:nvSpPr>
            <p:cNvPr id="855" name="Google Shape;855;p6"/>
            <p:cNvSpPr/>
            <p:nvPr/>
          </p:nvSpPr>
          <p:spPr>
            <a:xfrm>
              <a:off x="6893875" y="2013700"/>
              <a:ext cx="396325" cy="200725"/>
            </a:xfrm>
            <a:custGeom>
              <a:avLst/>
              <a:gdLst/>
              <a:ahLst/>
              <a:cxnLst/>
              <a:rect l="l" t="t" r="r" b="b"/>
              <a:pathLst>
                <a:path w="15853" h="8029" extrusionOk="0">
                  <a:moveTo>
                    <a:pt x="8928" y="0"/>
                  </a:moveTo>
                  <a:cubicBezTo>
                    <a:pt x="8909" y="0"/>
                    <a:pt x="8890" y="0"/>
                    <a:pt x="8872" y="1"/>
                  </a:cubicBezTo>
                  <a:cubicBezTo>
                    <a:pt x="8490" y="8"/>
                    <a:pt x="8117" y="54"/>
                    <a:pt x="7744" y="123"/>
                  </a:cubicBezTo>
                  <a:lnTo>
                    <a:pt x="7385" y="184"/>
                  </a:lnTo>
                  <a:lnTo>
                    <a:pt x="7340" y="191"/>
                  </a:lnTo>
                  <a:cubicBezTo>
                    <a:pt x="7210" y="153"/>
                    <a:pt x="7081" y="130"/>
                    <a:pt x="6943" y="130"/>
                  </a:cubicBezTo>
                  <a:cubicBezTo>
                    <a:pt x="6898" y="130"/>
                    <a:pt x="6852" y="138"/>
                    <a:pt x="6814" y="138"/>
                  </a:cubicBezTo>
                  <a:lnTo>
                    <a:pt x="6753" y="153"/>
                  </a:lnTo>
                  <a:lnTo>
                    <a:pt x="6738" y="153"/>
                  </a:lnTo>
                  <a:cubicBezTo>
                    <a:pt x="6707" y="153"/>
                    <a:pt x="6677" y="161"/>
                    <a:pt x="6654" y="168"/>
                  </a:cubicBezTo>
                  <a:cubicBezTo>
                    <a:pt x="5960" y="351"/>
                    <a:pt x="5427" y="664"/>
                    <a:pt x="4954" y="953"/>
                  </a:cubicBezTo>
                  <a:lnTo>
                    <a:pt x="4947" y="953"/>
                  </a:lnTo>
                  <a:cubicBezTo>
                    <a:pt x="4604" y="1159"/>
                    <a:pt x="4306" y="1342"/>
                    <a:pt x="3994" y="1434"/>
                  </a:cubicBezTo>
                  <a:lnTo>
                    <a:pt x="3841" y="1487"/>
                  </a:lnTo>
                  <a:cubicBezTo>
                    <a:pt x="3659" y="1540"/>
                    <a:pt x="3498" y="1655"/>
                    <a:pt x="3384" y="1807"/>
                  </a:cubicBezTo>
                  <a:cubicBezTo>
                    <a:pt x="2957" y="1982"/>
                    <a:pt x="1121" y="2843"/>
                    <a:pt x="130" y="4795"/>
                  </a:cubicBezTo>
                  <a:cubicBezTo>
                    <a:pt x="38" y="4970"/>
                    <a:pt x="0" y="5176"/>
                    <a:pt x="23" y="5374"/>
                  </a:cubicBezTo>
                  <a:cubicBezTo>
                    <a:pt x="92" y="5999"/>
                    <a:pt x="663" y="6311"/>
                    <a:pt x="1197" y="6555"/>
                  </a:cubicBezTo>
                  <a:cubicBezTo>
                    <a:pt x="1540" y="6715"/>
                    <a:pt x="1890" y="6845"/>
                    <a:pt x="2256" y="6951"/>
                  </a:cubicBezTo>
                  <a:cubicBezTo>
                    <a:pt x="2355" y="7332"/>
                    <a:pt x="2691" y="7622"/>
                    <a:pt x="3087" y="7660"/>
                  </a:cubicBezTo>
                  <a:lnTo>
                    <a:pt x="3377" y="7683"/>
                  </a:lnTo>
                  <a:cubicBezTo>
                    <a:pt x="3552" y="7698"/>
                    <a:pt x="3727" y="7706"/>
                    <a:pt x="3895" y="7706"/>
                  </a:cubicBezTo>
                  <a:cubicBezTo>
                    <a:pt x="3986" y="7706"/>
                    <a:pt x="4078" y="7706"/>
                    <a:pt x="4162" y="7698"/>
                  </a:cubicBezTo>
                  <a:cubicBezTo>
                    <a:pt x="4337" y="7851"/>
                    <a:pt x="4558" y="7935"/>
                    <a:pt x="4794" y="7942"/>
                  </a:cubicBezTo>
                  <a:lnTo>
                    <a:pt x="4863" y="7942"/>
                  </a:lnTo>
                  <a:lnTo>
                    <a:pt x="5107" y="7957"/>
                  </a:lnTo>
                  <a:cubicBezTo>
                    <a:pt x="5450" y="7988"/>
                    <a:pt x="5922" y="8026"/>
                    <a:pt x="6456" y="8026"/>
                  </a:cubicBezTo>
                  <a:cubicBezTo>
                    <a:pt x="6510" y="8027"/>
                    <a:pt x="6564" y="8028"/>
                    <a:pt x="6619" y="8028"/>
                  </a:cubicBezTo>
                  <a:cubicBezTo>
                    <a:pt x="7160" y="8028"/>
                    <a:pt x="7705" y="7959"/>
                    <a:pt x="8231" y="7828"/>
                  </a:cubicBezTo>
                  <a:cubicBezTo>
                    <a:pt x="8361" y="7884"/>
                    <a:pt x="8504" y="7916"/>
                    <a:pt x="8647" y="7916"/>
                  </a:cubicBezTo>
                  <a:cubicBezTo>
                    <a:pt x="8696" y="7916"/>
                    <a:pt x="8746" y="7912"/>
                    <a:pt x="8795" y="7904"/>
                  </a:cubicBezTo>
                  <a:lnTo>
                    <a:pt x="9070" y="7858"/>
                  </a:lnTo>
                  <a:cubicBezTo>
                    <a:pt x="10739" y="7576"/>
                    <a:pt x="11409" y="6723"/>
                    <a:pt x="11752" y="5862"/>
                  </a:cubicBezTo>
                  <a:cubicBezTo>
                    <a:pt x="11912" y="5846"/>
                    <a:pt x="12065" y="5793"/>
                    <a:pt x="12194" y="5701"/>
                  </a:cubicBezTo>
                  <a:cubicBezTo>
                    <a:pt x="12469" y="5511"/>
                    <a:pt x="12682" y="5244"/>
                    <a:pt x="12812" y="4932"/>
                  </a:cubicBezTo>
                  <a:cubicBezTo>
                    <a:pt x="12850" y="4810"/>
                    <a:pt x="12888" y="4695"/>
                    <a:pt x="12903" y="4566"/>
                  </a:cubicBezTo>
                  <a:cubicBezTo>
                    <a:pt x="12987" y="4581"/>
                    <a:pt x="13063" y="4581"/>
                    <a:pt x="13147" y="4589"/>
                  </a:cubicBezTo>
                  <a:cubicBezTo>
                    <a:pt x="13292" y="4589"/>
                    <a:pt x="13444" y="4566"/>
                    <a:pt x="13582" y="4520"/>
                  </a:cubicBezTo>
                  <a:cubicBezTo>
                    <a:pt x="14100" y="4383"/>
                    <a:pt x="14443" y="3903"/>
                    <a:pt x="14405" y="3369"/>
                  </a:cubicBezTo>
                  <a:lnTo>
                    <a:pt x="14405" y="3369"/>
                  </a:lnTo>
                  <a:lnTo>
                    <a:pt x="14481" y="3392"/>
                  </a:lnTo>
                  <a:lnTo>
                    <a:pt x="14511" y="3400"/>
                  </a:lnTo>
                  <a:cubicBezTo>
                    <a:pt x="14594" y="3422"/>
                    <a:pt x="14677" y="3432"/>
                    <a:pt x="14759" y="3432"/>
                  </a:cubicBezTo>
                  <a:cubicBezTo>
                    <a:pt x="15130" y="3432"/>
                    <a:pt x="15474" y="3215"/>
                    <a:pt x="15624" y="2859"/>
                  </a:cubicBezTo>
                  <a:lnTo>
                    <a:pt x="15639" y="2828"/>
                  </a:lnTo>
                  <a:cubicBezTo>
                    <a:pt x="15853" y="2348"/>
                    <a:pt x="15632" y="1784"/>
                    <a:pt x="15152" y="1571"/>
                  </a:cubicBezTo>
                  <a:lnTo>
                    <a:pt x="15136" y="1563"/>
                  </a:lnTo>
                  <a:cubicBezTo>
                    <a:pt x="14763" y="1411"/>
                    <a:pt x="14359" y="1319"/>
                    <a:pt x="13955" y="1281"/>
                  </a:cubicBezTo>
                  <a:cubicBezTo>
                    <a:pt x="13932" y="892"/>
                    <a:pt x="13719" y="534"/>
                    <a:pt x="13383" y="336"/>
                  </a:cubicBezTo>
                  <a:cubicBezTo>
                    <a:pt x="13178" y="206"/>
                    <a:pt x="12949" y="146"/>
                    <a:pt x="12705" y="146"/>
                  </a:cubicBezTo>
                  <a:cubicBezTo>
                    <a:pt x="12499" y="146"/>
                    <a:pt x="12301" y="184"/>
                    <a:pt x="12118" y="267"/>
                  </a:cubicBezTo>
                  <a:cubicBezTo>
                    <a:pt x="11882" y="374"/>
                    <a:pt x="11676" y="542"/>
                    <a:pt x="11524" y="748"/>
                  </a:cubicBezTo>
                  <a:cubicBezTo>
                    <a:pt x="11470" y="694"/>
                    <a:pt x="11417" y="649"/>
                    <a:pt x="11356" y="603"/>
                  </a:cubicBezTo>
                  <a:cubicBezTo>
                    <a:pt x="11211" y="481"/>
                    <a:pt x="11051" y="382"/>
                    <a:pt x="10884" y="306"/>
                  </a:cubicBezTo>
                  <a:cubicBezTo>
                    <a:pt x="10663" y="199"/>
                    <a:pt x="10419" y="146"/>
                    <a:pt x="10175" y="146"/>
                  </a:cubicBezTo>
                  <a:lnTo>
                    <a:pt x="10061" y="146"/>
                  </a:lnTo>
                  <a:cubicBezTo>
                    <a:pt x="9992" y="146"/>
                    <a:pt x="9923" y="161"/>
                    <a:pt x="9862" y="176"/>
                  </a:cubicBezTo>
                  <a:cubicBezTo>
                    <a:pt x="9560" y="61"/>
                    <a:pt x="9244" y="0"/>
                    <a:pt x="89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7120800" y="2080775"/>
              <a:ext cx="62125" cy="101950"/>
            </a:xfrm>
            <a:custGeom>
              <a:avLst/>
              <a:gdLst/>
              <a:ahLst/>
              <a:cxnLst/>
              <a:rect l="l" t="t" r="r" b="b"/>
              <a:pathLst>
                <a:path w="2485" h="4078" extrusionOk="0">
                  <a:moveTo>
                    <a:pt x="2454" y="0"/>
                  </a:moveTo>
                  <a:lnTo>
                    <a:pt x="2332" y="39"/>
                  </a:lnTo>
                  <a:cubicBezTo>
                    <a:pt x="1951" y="427"/>
                    <a:pt x="1852" y="915"/>
                    <a:pt x="1769" y="1388"/>
                  </a:cubicBezTo>
                  <a:cubicBezTo>
                    <a:pt x="1738" y="1654"/>
                    <a:pt x="1669" y="1913"/>
                    <a:pt x="1578" y="2165"/>
                  </a:cubicBezTo>
                  <a:cubicBezTo>
                    <a:pt x="1433" y="2561"/>
                    <a:pt x="1220" y="2927"/>
                    <a:pt x="953" y="3247"/>
                  </a:cubicBezTo>
                  <a:cubicBezTo>
                    <a:pt x="755" y="3461"/>
                    <a:pt x="534" y="3659"/>
                    <a:pt x="298" y="3826"/>
                  </a:cubicBezTo>
                  <a:lnTo>
                    <a:pt x="160" y="3941"/>
                  </a:lnTo>
                  <a:lnTo>
                    <a:pt x="122" y="3971"/>
                  </a:lnTo>
                  <a:lnTo>
                    <a:pt x="115" y="3971"/>
                  </a:lnTo>
                  <a:cubicBezTo>
                    <a:pt x="77" y="4009"/>
                    <a:pt x="38" y="4047"/>
                    <a:pt x="0" y="4078"/>
                  </a:cubicBezTo>
                  <a:cubicBezTo>
                    <a:pt x="1448" y="3765"/>
                    <a:pt x="1685" y="2881"/>
                    <a:pt x="1929" y="1944"/>
                  </a:cubicBezTo>
                  <a:lnTo>
                    <a:pt x="1936" y="1929"/>
                  </a:lnTo>
                  <a:cubicBezTo>
                    <a:pt x="1967" y="1799"/>
                    <a:pt x="1997" y="1677"/>
                    <a:pt x="2028" y="1548"/>
                  </a:cubicBezTo>
                  <a:cubicBezTo>
                    <a:pt x="2111" y="1151"/>
                    <a:pt x="2226" y="770"/>
                    <a:pt x="2386" y="404"/>
                  </a:cubicBezTo>
                  <a:cubicBezTo>
                    <a:pt x="2401" y="366"/>
                    <a:pt x="2416" y="336"/>
                    <a:pt x="2432" y="298"/>
                  </a:cubicBezTo>
                  <a:cubicBezTo>
                    <a:pt x="2477" y="206"/>
                    <a:pt x="2485" y="100"/>
                    <a:pt x="24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7133950" y="2082875"/>
              <a:ext cx="42125" cy="87100"/>
            </a:xfrm>
            <a:custGeom>
              <a:avLst/>
              <a:gdLst/>
              <a:ahLst/>
              <a:cxnLst/>
              <a:rect l="l" t="t" r="r" b="b"/>
              <a:pathLst>
                <a:path w="1685" h="3484" extrusionOk="0">
                  <a:moveTo>
                    <a:pt x="1685" y="0"/>
                  </a:moveTo>
                  <a:cubicBezTo>
                    <a:pt x="1547" y="38"/>
                    <a:pt x="1418" y="84"/>
                    <a:pt x="1288" y="130"/>
                  </a:cubicBezTo>
                  <a:cubicBezTo>
                    <a:pt x="1128" y="320"/>
                    <a:pt x="1075" y="549"/>
                    <a:pt x="1021" y="770"/>
                  </a:cubicBezTo>
                  <a:lnTo>
                    <a:pt x="1006" y="854"/>
                  </a:lnTo>
                  <a:cubicBezTo>
                    <a:pt x="983" y="953"/>
                    <a:pt x="961" y="1060"/>
                    <a:pt x="938" y="1159"/>
                  </a:cubicBezTo>
                  <a:cubicBezTo>
                    <a:pt x="892" y="1395"/>
                    <a:pt x="839" y="1624"/>
                    <a:pt x="762" y="1852"/>
                  </a:cubicBezTo>
                  <a:cubicBezTo>
                    <a:pt x="732" y="1944"/>
                    <a:pt x="701" y="2035"/>
                    <a:pt x="671" y="2127"/>
                  </a:cubicBezTo>
                  <a:cubicBezTo>
                    <a:pt x="518" y="2592"/>
                    <a:pt x="358" y="3072"/>
                    <a:pt x="0" y="3483"/>
                  </a:cubicBezTo>
                  <a:cubicBezTo>
                    <a:pt x="130" y="3377"/>
                    <a:pt x="252" y="3262"/>
                    <a:pt x="358" y="3140"/>
                  </a:cubicBezTo>
                  <a:cubicBezTo>
                    <a:pt x="625" y="2820"/>
                    <a:pt x="839" y="2454"/>
                    <a:pt x="991" y="2073"/>
                  </a:cubicBezTo>
                  <a:cubicBezTo>
                    <a:pt x="1075" y="1814"/>
                    <a:pt x="1143" y="1555"/>
                    <a:pt x="1182" y="1296"/>
                  </a:cubicBezTo>
                  <a:cubicBezTo>
                    <a:pt x="1258" y="846"/>
                    <a:pt x="1342" y="381"/>
                    <a:pt x="1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6990650" y="2119075"/>
              <a:ext cx="75475" cy="58900"/>
            </a:xfrm>
            <a:custGeom>
              <a:avLst/>
              <a:gdLst/>
              <a:ahLst/>
              <a:cxnLst/>
              <a:rect l="l" t="t" r="r" b="b"/>
              <a:pathLst>
                <a:path w="3019" h="2356" extrusionOk="0">
                  <a:moveTo>
                    <a:pt x="3019" y="0"/>
                  </a:moveTo>
                  <a:cubicBezTo>
                    <a:pt x="2752" y="69"/>
                    <a:pt x="2486" y="138"/>
                    <a:pt x="2219" y="206"/>
                  </a:cubicBezTo>
                  <a:cubicBezTo>
                    <a:pt x="1883" y="389"/>
                    <a:pt x="1594" y="663"/>
                    <a:pt x="1396" y="991"/>
                  </a:cubicBezTo>
                  <a:cubicBezTo>
                    <a:pt x="1281" y="1166"/>
                    <a:pt x="1190" y="1357"/>
                    <a:pt x="1060" y="1532"/>
                  </a:cubicBezTo>
                  <a:cubicBezTo>
                    <a:pt x="999" y="1616"/>
                    <a:pt x="923" y="1692"/>
                    <a:pt x="839" y="1753"/>
                  </a:cubicBezTo>
                  <a:cubicBezTo>
                    <a:pt x="801" y="1784"/>
                    <a:pt x="755" y="1807"/>
                    <a:pt x="710" y="1829"/>
                  </a:cubicBezTo>
                  <a:lnTo>
                    <a:pt x="679" y="1883"/>
                  </a:lnTo>
                  <a:cubicBezTo>
                    <a:pt x="565" y="2050"/>
                    <a:pt x="359" y="2195"/>
                    <a:pt x="1" y="2355"/>
                  </a:cubicBezTo>
                  <a:cubicBezTo>
                    <a:pt x="85" y="2332"/>
                    <a:pt x="176" y="2310"/>
                    <a:pt x="268" y="2287"/>
                  </a:cubicBezTo>
                  <a:cubicBezTo>
                    <a:pt x="390" y="2256"/>
                    <a:pt x="512" y="2226"/>
                    <a:pt x="626" y="2195"/>
                  </a:cubicBezTo>
                  <a:cubicBezTo>
                    <a:pt x="938" y="2096"/>
                    <a:pt x="1220" y="1929"/>
                    <a:pt x="1464" y="1708"/>
                  </a:cubicBezTo>
                  <a:cubicBezTo>
                    <a:pt x="1678" y="1502"/>
                    <a:pt x="1868" y="1265"/>
                    <a:pt x="2028" y="1014"/>
                  </a:cubicBezTo>
                  <a:cubicBezTo>
                    <a:pt x="2219" y="740"/>
                    <a:pt x="2409" y="450"/>
                    <a:pt x="2699" y="221"/>
                  </a:cubicBezTo>
                  <a:cubicBezTo>
                    <a:pt x="2783" y="153"/>
                    <a:pt x="2897" y="77"/>
                    <a:pt x="30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6987050" y="2114500"/>
              <a:ext cx="94525" cy="65450"/>
            </a:xfrm>
            <a:custGeom>
              <a:avLst/>
              <a:gdLst/>
              <a:ahLst/>
              <a:cxnLst/>
              <a:rect l="l" t="t" r="r" b="b"/>
              <a:pathLst>
                <a:path w="3781" h="2618" extrusionOk="0">
                  <a:moveTo>
                    <a:pt x="3773" y="0"/>
                  </a:moveTo>
                  <a:lnTo>
                    <a:pt x="3773" y="0"/>
                  </a:lnTo>
                  <a:cubicBezTo>
                    <a:pt x="3605" y="54"/>
                    <a:pt x="3430" y="107"/>
                    <a:pt x="3254" y="153"/>
                  </a:cubicBezTo>
                  <a:cubicBezTo>
                    <a:pt x="3125" y="237"/>
                    <a:pt x="2995" y="328"/>
                    <a:pt x="2866" y="427"/>
                  </a:cubicBezTo>
                  <a:cubicBezTo>
                    <a:pt x="2576" y="648"/>
                    <a:pt x="2386" y="930"/>
                    <a:pt x="2203" y="1205"/>
                  </a:cubicBezTo>
                  <a:cubicBezTo>
                    <a:pt x="2043" y="1464"/>
                    <a:pt x="1845" y="1700"/>
                    <a:pt x="1631" y="1913"/>
                  </a:cubicBezTo>
                  <a:cubicBezTo>
                    <a:pt x="1387" y="2134"/>
                    <a:pt x="1090" y="2302"/>
                    <a:pt x="778" y="2401"/>
                  </a:cubicBezTo>
                  <a:cubicBezTo>
                    <a:pt x="663" y="2439"/>
                    <a:pt x="541" y="2462"/>
                    <a:pt x="419" y="2493"/>
                  </a:cubicBezTo>
                  <a:cubicBezTo>
                    <a:pt x="282" y="2523"/>
                    <a:pt x="137" y="2561"/>
                    <a:pt x="0" y="2615"/>
                  </a:cubicBezTo>
                  <a:cubicBezTo>
                    <a:pt x="57" y="2617"/>
                    <a:pt x="111" y="2618"/>
                    <a:pt x="165" y="2618"/>
                  </a:cubicBezTo>
                  <a:cubicBezTo>
                    <a:pt x="1363" y="2618"/>
                    <a:pt x="1771" y="2057"/>
                    <a:pt x="2165" y="1509"/>
                  </a:cubicBezTo>
                  <a:cubicBezTo>
                    <a:pt x="2271" y="1365"/>
                    <a:pt x="2386" y="1220"/>
                    <a:pt x="2500" y="1083"/>
                  </a:cubicBezTo>
                  <a:lnTo>
                    <a:pt x="2591" y="991"/>
                  </a:lnTo>
                  <a:lnTo>
                    <a:pt x="2607" y="1106"/>
                  </a:lnTo>
                  <a:cubicBezTo>
                    <a:pt x="2675" y="1548"/>
                    <a:pt x="2447" y="1936"/>
                    <a:pt x="2104" y="2256"/>
                  </a:cubicBezTo>
                  <a:cubicBezTo>
                    <a:pt x="2149" y="2218"/>
                    <a:pt x="2195" y="2188"/>
                    <a:pt x="2233" y="2150"/>
                  </a:cubicBezTo>
                  <a:cubicBezTo>
                    <a:pt x="2538" y="1891"/>
                    <a:pt x="2797" y="1586"/>
                    <a:pt x="3003" y="1243"/>
                  </a:cubicBezTo>
                  <a:cubicBezTo>
                    <a:pt x="3232" y="877"/>
                    <a:pt x="3415" y="488"/>
                    <a:pt x="3704" y="160"/>
                  </a:cubicBezTo>
                  <a:cubicBezTo>
                    <a:pt x="3712" y="145"/>
                    <a:pt x="3719" y="130"/>
                    <a:pt x="3735" y="115"/>
                  </a:cubicBezTo>
                  <a:cubicBezTo>
                    <a:pt x="3750" y="84"/>
                    <a:pt x="3780" y="39"/>
                    <a:pt x="37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7023425" y="2103075"/>
              <a:ext cx="93400" cy="81000"/>
            </a:xfrm>
            <a:custGeom>
              <a:avLst/>
              <a:gdLst/>
              <a:ahLst/>
              <a:cxnLst/>
              <a:rect l="l" t="t" r="r" b="b"/>
              <a:pathLst>
                <a:path w="3736" h="3240" extrusionOk="0">
                  <a:moveTo>
                    <a:pt x="3735" y="0"/>
                  </a:moveTo>
                  <a:lnTo>
                    <a:pt x="3735" y="0"/>
                  </a:lnTo>
                  <a:cubicBezTo>
                    <a:pt x="3354" y="130"/>
                    <a:pt x="2966" y="259"/>
                    <a:pt x="2577" y="381"/>
                  </a:cubicBezTo>
                  <a:cubicBezTo>
                    <a:pt x="2051" y="800"/>
                    <a:pt x="1845" y="1380"/>
                    <a:pt x="1495" y="1898"/>
                  </a:cubicBezTo>
                  <a:cubicBezTo>
                    <a:pt x="1274" y="2210"/>
                    <a:pt x="1014" y="2492"/>
                    <a:pt x="717" y="2729"/>
                  </a:cubicBezTo>
                  <a:cubicBezTo>
                    <a:pt x="572" y="2851"/>
                    <a:pt x="420" y="2957"/>
                    <a:pt x="268" y="3072"/>
                  </a:cubicBezTo>
                  <a:cubicBezTo>
                    <a:pt x="184" y="3133"/>
                    <a:pt x="92" y="3186"/>
                    <a:pt x="1" y="3239"/>
                  </a:cubicBezTo>
                  <a:cubicBezTo>
                    <a:pt x="24" y="3232"/>
                    <a:pt x="47" y="3224"/>
                    <a:pt x="62" y="3216"/>
                  </a:cubicBezTo>
                  <a:cubicBezTo>
                    <a:pt x="222" y="3171"/>
                    <a:pt x="367" y="3102"/>
                    <a:pt x="511" y="3041"/>
                  </a:cubicBezTo>
                  <a:cubicBezTo>
                    <a:pt x="572" y="3011"/>
                    <a:pt x="641" y="2980"/>
                    <a:pt x="710" y="2950"/>
                  </a:cubicBezTo>
                  <a:cubicBezTo>
                    <a:pt x="1213" y="2744"/>
                    <a:pt x="1533" y="2530"/>
                    <a:pt x="1815" y="2233"/>
                  </a:cubicBezTo>
                  <a:cubicBezTo>
                    <a:pt x="1998" y="2020"/>
                    <a:pt x="2158" y="1791"/>
                    <a:pt x="2287" y="1547"/>
                  </a:cubicBezTo>
                  <a:cubicBezTo>
                    <a:pt x="2363" y="1410"/>
                    <a:pt x="2440" y="1273"/>
                    <a:pt x="2531" y="1151"/>
                  </a:cubicBezTo>
                  <a:cubicBezTo>
                    <a:pt x="2767" y="808"/>
                    <a:pt x="3065" y="511"/>
                    <a:pt x="3400" y="259"/>
                  </a:cubicBezTo>
                  <a:lnTo>
                    <a:pt x="3438" y="236"/>
                  </a:lnTo>
                  <a:cubicBezTo>
                    <a:pt x="3530" y="160"/>
                    <a:pt x="3629" y="84"/>
                    <a:pt x="3720" y="1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7022675" y="2106675"/>
              <a:ext cx="90900" cy="78475"/>
            </a:xfrm>
            <a:custGeom>
              <a:avLst/>
              <a:gdLst/>
              <a:ahLst/>
              <a:cxnLst/>
              <a:rect l="l" t="t" r="r" b="b"/>
              <a:pathLst>
                <a:path w="3636" h="3139" extrusionOk="0">
                  <a:moveTo>
                    <a:pt x="3636" y="1"/>
                  </a:moveTo>
                  <a:lnTo>
                    <a:pt x="3499" y="108"/>
                  </a:lnTo>
                  <a:lnTo>
                    <a:pt x="3460" y="138"/>
                  </a:lnTo>
                  <a:cubicBezTo>
                    <a:pt x="3125" y="382"/>
                    <a:pt x="2835" y="679"/>
                    <a:pt x="2592" y="1015"/>
                  </a:cubicBezTo>
                  <a:cubicBezTo>
                    <a:pt x="2508" y="1137"/>
                    <a:pt x="2432" y="1274"/>
                    <a:pt x="2355" y="1411"/>
                  </a:cubicBezTo>
                  <a:cubicBezTo>
                    <a:pt x="2218" y="1655"/>
                    <a:pt x="2058" y="1891"/>
                    <a:pt x="1875" y="2104"/>
                  </a:cubicBezTo>
                  <a:cubicBezTo>
                    <a:pt x="1593" y="2409"/>
                    <a:pt x="1265" y="2615"/>
                    <a:pt x="755" y="2828"/>
                  </a:cubicBezTo>
                  <a:lnTo>
                    <a:pt x="557" y="2920"/>
                  </a:lnTo>
                  <a:cubicBezTo>
                    <a:pt x="412" y="2981"/>
                    <a:pt x="267" y="3049"/>
                    <a:pt x="107" y="3095"/>
                  </a:cubicBezTo>
                  <a:cubicBezTo>
                    <a:pt x="84" y="3110"/>
                    <a:pt x="38" y="3118"/>
                    <a:pt x="0" y="3126"/>
                  </a:cubicBezTo>
                  <a:cubicBezTo>
                    <a:pt x="66" y="3134"/>
                    <a:pt x="133" y="3138"/>
                    <a:pt x="200" y="3138"/>
                  </a:cubicBezTo>
                  <a:cubicBezTo>
                    <a:pt x="619" y="3138"/>
                    <a:pt x="1065" y="2988"/>
                    <a:pt x="1426" y="2844"/>
                  </a:cubicBezTo>
                  <a:cubicBezTo>
                    <a:pt x="1982" y="2623"/>
                    <a:pt x="2249" y="2211"/>
                    <a:pt x="2508" y="1784"/>
                  </a:cubicBezTo>
                  <a:cubicBezTo>
                    <a:pt x="2744" y="1396"/>
                    <a:pt x="2927" y="992"/>
                    <a:pt x="3148" y="595"/>
                  </a:cubicBezTo>
                  <a:cubicBezTo>
                    <a:pt x="3285" y="374"/>
                    <a:pt x="3445" y="176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7133000" y="2088400"/>
              <a:ext cx="28225" cy="80625"/>
            </a:xfrm>
            <a:custGeom>
              <a:avLst/>
              <a:gdLst/>
              <a:ahLst/>
              <a:cxnLst/>
              <a:rect l="l" t="t" r="r" b="b"/>
              <a:pathLst>
                <a:path w="1129" h="3225" extrusionOk="0">
                  <a:moveTo>
                    <a:pt x="1120" y="0"/>
                  </a:moveTo>
                  <a:cubicBezTo>
                    <a:pt x="633" y="374"/>
                    <a:pt x="602" y="938"/>
                    <a:pt x="564" y="1532"/>
                  </a:cubicBezTo>
                  <a:cubicBezTo>
                    <a:pt x="564" y="1608"/>
                    <a:pt x="556" y="1692"/>
                    <a:pt x="556" y="1768"/>
                  </a:cubicBezTo>
                  <a:cubicBezTo>
                    <a:pt x="488" y="2294"/>
                    <a:pt x="305" y="2790"/>
                    <a:pt x="0" y="3224"/>
                  </a:cubicBezTo>
                  <a:cubicBezTo>
                    <a:pt x="343" y="2828"/>
                    <a:pt x="496" y="2355"/>
                    <a:pt x="648" y="1898"/>
                  </a:cubicBezTo>
                  <a:cubicBezTo>
                    <a:pt x="678" y="1799"/>
                    <a:pt x="709" y="1707"/>
                    <a:pt x="739" y="1616"/>
                  </a:cubicBezTo>
                  <a:cubicBezTo>
                    <a:pt x="816" y="1395"/>
                    <a:pt x="869" y="1166"/>
                    <a:pt x="915" y="930"/>
                  </a:cubicBezTo>
                  <a:cubicBezTo>
                    <a:pt x="938" y="831"/>
                    <a:pt x="960" y="724"/>
                    <a:pt x="983" y="625"/>
                  </a:cubicBezTo>
                  <a:lnTo>
                    <a:pt x="1006" y="541"/>
                  </a:lnTo>
                  <a:cubicBezTo>
                    <a:pt x="1029" y="419"/>
                    <a:pt x="1059" y="305"/>
                    <a:pt x="1098" y="191"/>
                  </a:cubicBezTo>
                  <a:cubicBezTo>
                    <a:pt x="1120" y="122"/>
                    <a:pt x="1128" y="61"/>
                    <a:pt x="1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6935775" y="2101575"/>
              <a:ext cx="106725" cy="23675"/>
            </a:xfrm>
            <a:custGeom>
              <a:avLst/>
              <a:gdLst/>
              <a:ahLst/>
              <a:cxnLst/>
              <a:rect l="l" t="t" r="r" b="b"/>
              <a:pathLst>
                <a:path w="4269" h="947" extrusionOk="0">
                  <a:moveTo>
                    <a:pt x="1557" y="0"/>
                  </a:moveTo>
                  <a:cubicBezTo>
                    <a:pt x="1423" y="0"/>
                    <a:pt x="1290" y="18"/>
                    <a:pt x="1159" y="53"/>
                  </a:cubicBezTo>
                  <a:cubicBezTo>
                    <a:pt x="984" y="98"/>
                    <a:pt x="824" y="182"/>
                    <a:pt x="649" y="220"/>
                  </a:cubicBezTo>
                  <a:cubicBezTo>
                    <a:pt x="413" y="426"/>
                    <a:pt x="199" y="647"/>
                    <a:pt x="1" y="883"/>
                  </a:cubicBezTo>
                  <a:cubicBezTo>
                    <a:pt x="70" y="883"/>
                    <a:pt x="131" y="883"/>
                    <a:pt x="192" y="868"/>
                  </a:cubicBezTo>
                  <a:cubicBezTo>
                    <a:pt x="283" y="853"/>
                    <a:pt x="374" y="822"/>
                    <a:pt x="466" y="807"/>
                  </a:cubicBezTo>
                  <a:cubicBezTo>
                    <a:pt x="737" y="725"/>
                    <a:pt x="1015" y="685"/>
                    <a:pt x="1295" y="685"/>
                  </a:cubicBezTo>
                  <a:cubicBezTo>
                    <a:pt x="1455" y="685"/>
                    <a:pt x="1616" y="698"/>
                    <a:pt x="1777" y="723"/>
                  </a:cubicBezTo>
                  <a:cubicBezTo>
                    <a:pt x="2219" y="792"/>
                    <a:pt x="2661" y="914"/>
                    <a:pt x="3118" y="944"/>
                  </a:cubicBezTo>
                  <a:cubicBezTo>
                    <a:pt x="3156" y="946"/>
                    <a:pt x="3194" y="946"/>
                    <a:pt x="3231" y="946"/>
                  </a:cubicBezTo>
                  <a:cubicBezTo>
                    <a:pt x="3412" y="946"/>
                    <a:pt x="3589" y="931"/>
                    <a:pt x="3766" y="906"/>
                  </a:cubicBezTo>
                  <a:cubicBezTo>
                    <a:pt x="3888" y="891"/>
                    <a:pt x="4025" y="876"/>
                    <a:pt x="4147" y="860"/>
                  </a:cubicBezTo>
                  <a:lnTo>
                    <a:pt x="4269" y="822"/>
                  </a:lnTo>
                  <a:cubicBezTo>
                    <a:pt x="4246" y="807"/>
                    <a:pt x="4223" y="799"/>
                    <a:pt x="4200" y="792"/>
                  </a:cubicBezTo>
                  <a:cubicBezTo>
                    <a:pt x="4162" y="777"/>
                    <a:pt x="4132" y="769"/>
                    <a:pt x="4101" y="754"/>
                  </a:cubicBezTo>
                  <a:lnTo>
                    <a:pt x="3972" y="731"/>
                  </a:lnTo>
                  <a:cubicBezTo>
                    <a:pt x="3636" y="655"/>
                    <a:pt x="3309" y="548"/>
                    <a:pt x="3004" y="395"/>
                  </a:cubicBezTo>
                  <a:cubicBezTo>
                    <a:pt x="2638" y="220"/>
                    <a:pt x="2249" y="98"/>
                    <a:pt x="1861" y="30"/>
                  </a:cubicBezTo>
                  <a:cubicBezTo>
                    <a:pt x="1759" y="10"/>
                    <a:pt x="1658" y="0"/>
                    <a:pt x="15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6968375" y="2125925"/>
              <a:ext cx="70900" cy="41025"/>
            </a:xfrm>
            <a:custGeom>
              <a:avLst/>
              <a:gdLst/>
              <a:ahLst/>
              <a:cxnLst/>
              <a:rect l="l" t="t" r="r" b="b"/>
              <a:pathLst>
                <a:path w="2836" h="1641" extrusionOk="0">
                  <a:moveTo>
                    <a:pt x="2835" y="1"/>
                  </a:moveTo>
                  <a:lnTo>
                    <a:pt x="2584" y="54"/>
                  </a:lnTo>
                  <a:cubicBezTo>
                    <a:pt x="2576" y="54"/>
                    <a:pt x="2569" y="62"/>
                    <a:pt x="2569" y="62"/>
                  </a:cubicBezTo>
                  <a:cubicBezTo>
                    <a:pt x="1944" y="252"/>
                    <a:pt x="1585" y="717"/>
                    <a:pt x="1143" y="1083"/>
                  </a:cubicBezTo>
                  <a:cubicBezTo>
                    <a:pt x="816" y="1350"/>
                    <a:pt x="419" y="1510"/>
                    <a:pt x="0" y="1548"/>
                  </a:cubicBezTo>
                  <a:cubicBezTo>
                    <a:pt x="262" y="1602"/>
                    <a:pt x="545" y="1640"/>
                    <a:pt x="819" y="1640"/>
                  </a:cubicBezTo>
                  <a:cubicBezTo>
                    <a:pt x="1048" y="1640"/>
                    <a:pt x="1270" y="1614"/>
                    <a:pt x="1471" y="1548"/>
                  </a:cubicBezTo>
                  <a:cubicBezTo>
                    <a:pt x="1555" y="1517"/>
                    <a:pt x="1639" y="1472"/>
                    <a:pt x="1715" y="1418"/>
                  </a:cubicBezTo>
                  <a:cubicBezTo>
                    <a:pt x="1814" y="1334"/>
                    <a:pt x="1898" y="1235"/>
                    <a:pt x="1959" y="1129"/>
                  </a:cubicBezTo>
                  <a:cubicBezTo>
                    <a:pt x="2081" y="953"/>
                    <a:pt x="2172" y="770"/>
                    <a:pt x="2287" y="595"/>
                  </a:cubicBezTo>
                  <a:cubicBezTo>
                    <a:pt x="2424" y="397"/>
                    <a:pt x="2584" y="222"/>
                    <a:pt x="2774" y="85"/>
                  </a:cubicBezTo>
                  <a:lnTo>
                    <a:pt x="2797" y="62"/>
                  </a:lnTo>
                  <a:lnTo>
                    <a:pt x="2813" y="31"/>
                  </a:lnTo>
                  <a:cubicBezTo>
                    <a:pt x="2820" y="24"/>
                    <a:pt x="2828" y="8"/>
                    <a:pt x="28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6921700" y="2120125"/>
              <a:ext cx="109575" cy="43200"/>
            </a:xfrm>
            <a:custGeom>
              <a:avLst/>
              <a:gdLst/>
              <a:ahLst/>
              <a:cxnLst/>
              <a:rect l="l" t="t" r="r" b="b"/>
              <a:pathLst>
                <a:path w="4383" h="1728" extrusionOk="0">
                  <a:moveTo>
                    <a:pt x="1831" y="1"/>
                  </a:moveTo>
                  <a:cubicBezTo>
                    <a:pt x="1688" y="1"/>
                    <a:pt x="1545" y="9"/>
                    <a:pt x="1402" y="27"/>
                  </a:cubicBezTo>
                  <a:cubicBezTo>
                    <a:pt x="1021" y="80"/>
                    <a:pt x="663" y="225"/>
                    <a:pt x="343" y="438"/>
                  </a:cubicBezTo>
                  <a:cubicBezTo>
                    <a:pt x="221" y="614"/>
                    <a:pt x="99" y="804"/>
                    <a:pt x="0" y="1010"/>
                  </a:cubicBezTo>
                  <a:cubicBezTo>
                    <a:pt x="30" y="1063"/>
                    <a:pt x="358" y="1277"/>
                    <a:pt x="915" y="1490"/>
                  </a:cubicBezTo>
                  <a:cubicBezTo>
                    <a:pt x="1151" y="1582"/>
                    <a:pt x="1387" y="1658"/>
                    <a:pt x="1631" y="1719"/>
                  </a:cubicBezTo>
                  <a:cubicBezTo>
                    <a:pt x="1683" y="1725"/>
                    <a:pt x="1736" y="1728"/>
                    <a:pt x="1787" y="1728"/>
                  </a:cubicBezTo>
                  <a:cubicBezTo>
                    <a:pt x="2330" y="1728"/>
                    <a:pt x="2830" y="1415"/>
                    <a:pt x="3170" y="1102"/>
                  </a:cubicBezTo>
                  <a:cubicBezTo>
                    <a:pt x="3475" y="827"/>
                    <a:pt x="3757" y="530"/>
                    <a:pt x="4154" y="347"/>
                  </a:cubicBezTo>
                  <a:lnTo>
                    <a:pt x="4154" y="347"/>
                  </a:lnTo>
                  <a:cubicBezTo>
                    <a:pt x="3834" y="408"/>
                    <a:pt x="3513" y="469"/>
                    <a:pt x="3186" y="515"/>
                  </a:cubicBezTo>
                  <a:cubicBezTo>
                    <a:pt x="3590" y="423"/>
                    <a:pt x="3986" y="317"/>
                    <a:pt x="4382" y="210"/>
                  </a:cubicBezTo>
                  <a:lnTo>
                    <a:pt x="4382" y="210"/>
                  </a:lnTo>
                  <a:cubicBezTo>
                    <a:pt x="4222" y="233"/>
                    <a:pt x="4055" y="248"/>
                    <a:pt x="3895" y="256"/>
                  </a:cubicBezTo>
                  <a:cubicBezTo>
                    <a:pt x="3864" y="257"/>
                    <a:pt x="3833" y="257"/>
                    <a:pt x="3803" y="257"/>
                  </a:cubicBezTo>
                  <a:cubicBezTo>
                    <a:pt x="3422" y="257"/>
                    <a:pt x="3043" y="173"/>
                    <a:pt x="2683" y="96"/>
                  </a:cubicBezTo>
                  <a:cubicBezTo>
                    <a:pt x="2403" y="35"/>
                    <a:pt x="2117" y="1"/>
                    <a:pt x="18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"/>
            <p:cNvSpPr/>
            <p:nvPr/>
          </p:nvSpPr>
          <p:spPr>
            <a:xfrm>
              <a:off x="7034300" y="2104400"/>
              <a:ext cx="85375" cy="83425"/>
            </a:xfrm>
            <a:custGeom>
              <a:avLst/>
              <a:gdLst/>
              <a:ahLst/>
              <a:cxnLst/>
              <a:rect l="l" t="t" r="r" b="b"/>
              <a:pathLst>
                <a:path w="3415" h="3337" extrusionOk="0">
                  <a:moveTo>
                    <a:pt x="3415" y="0"/>
                  </a:moveTo>
                  <a:lnTo>
                    <a:pt x="3331" y="69"/>
                  </a:lnTo>
                  <a:cubicBezTo>
                    <a:pt x="3247" y="153"/>
                    <a:pt x="3163" y="237"/>
                    <a:pt x="3079" y="321"/>
                  </a:cubicBezTo>
                  <a:cubicBezTo>
                    <a:pt x="2896" y="534"/>
                    <a:pt x="2752" y="763"/>
                    <a:pt x="2637" y="1014"/>
                  </a:cubicBezTo>
                  <a:cubicBezTo>
                    <a:pt x="2409" y="1479"/>
                    <a:pt x="2149" y="1929"/>
                    <a:pt x="1860" y="2348"/>
                  </a:cubicBezTo>
                  <a:cubicBezTo>
                    <a:pt x="1616" y="2698"/>
                    <a:pt x="1303" y="2912"/>
                    <a:pt x="846" y="3080"/>
                  </a:cubicBezTo>
                  <a:cubicBezTo>
                    <a:pt x="572" y="3186"/>
                    <a:pt x="290" y="3262"/>
                    <a:pt x="0" y="3301"/>
                  </a:cubicBezTo>
                  <a:cubicBezTo>
                    <a:pt x="281" y="3324"/>
                    <a:pt x="565" y="3336"/>
                    <a:pt x="849" y="3336"/>
                  </a:cubicBezTo>
                  <a:cubicBezTo>
                    <a:pt x="1019" y="3336"/>
                    <a:pt x="1188" y="3332"/>
                    <a:pt x="1357" y="3323"/>
                  </a:cubicBezTo>
                  <a:cubicBezTo>
                    <a:pt x="1921" y="3041"/>
                    <a:pt x="2348" y="2538"/>
                    <a:pt x="2523" y="1929"/>
                  </a:cubicBezTo>
                  <a:cubicBezTo>
                    <a:pt x="2538" y="1875"/>
                    <a:pt x="2553" y="1814"/>
                    <a:pt x="2569" y="1753"/>
                  </a:cubicBezTo>
                  <a:cubicBezTo>
                    <a:pt x="2721" y="1159"/>
                    <a:pt x="2904" y="458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"/>
            <p:cNvSpPr/>
            <p:nvPr/>
          </p:nvSpPr>
          <p:spPr>
            <a:xfrm>
              <a:off x="7099450" y="2045900"/>
              <a:ext cx="64800" cy="37200"/>
            </a:xfrm>
            <a:custGeom>
              <a:avLst/>
              <a:gdLst/>
              <a:ahLst/>
              <a:cxnLst/>
              <a:rect l="l" t="t" r="r" b="b"/>
              <a:pathLst>
                <a:path w="2592" h="1488" extrusionOk="0">
                  <a:moveTo>
                    <a:pt x="1" y="1"/>
                  </a:moveTo>
                  <a:cubicBezTo>
                    <a:pt x="397" y="161"/>
                    <a:pt x="755" y="412"/>
                    <a:pt x="1045" y="732"/>
                  </a:cubicBezTo>
                  <a:lnTo>
                    <a:pt x="1091" y="793"/>
                  </a:lnTo>
                  <a:cubicBezTo>
                    <a:pt x="1327" y="1052"/>
                    <a:pt x="1655" y="1411"/>
                    <a:pt x="2051" y="1479"/>
                  </a:cubicBezTo>
                  <a:cubicBezTo>
                    <a:pt x="2097" y="1485"/>
                    <a:pt x="2142" y="1488"/>
                    <a:pt x="2188" y="1488"/>
                  </a:cubicBezTo>
                  <a:cubicBezTo>
                    <a:pt x="2325" y="1488"/>
                    <a:pt x="2461" y="1462"/>
                    <a:pt x="2592" y="1411"/>
                  </a:cubicBezTo>
                  <a:cubicBezTo>
                    <a:pt x="2455" y="1342"/>
                    <a:pt x="2325" y="1258"/>
                    <a:pt x="2219" y="1152"/>
                  </a:cubicBezTo>
                  <a:cubicBezTo>
                    <a:pt x="2180" y="1121"/>
                    <a:pt x="2142" y="1083"/>
                    <a:pt x="2104" y="1060"/>
                  </a:cubicBezTo>
                  <a:cubicBezTo>
                    <a:pt x="1975" y="961"/>
                    <a:pt x="1860" y="854"/>
                    <a:pt x="1746" y="748"/>
                  </a:cubicBezTo>
                  <a:cubicBezTo>
                    <a:pt x="1639" y="641"/>
                    <a:pt x="1548" y="557"/>
                    <a:pt x="1441" y="473"/>
                  </a:cubicBezTo>
                  <a:cubicBezTo>
                    <a:pt x="1197" y="267"/>
                    <a:pt x="915" y="123"/>
                    <a:pt x="610" y="46"/>
                  </a:cubicBezTo>
                  <a:cubicBezTo>
                    <a:pt x="496" y="24"/>
                    <a:pt x="389" y="16"/>
                    <a:pt x="283" y="16"/>
                  </a:cubicBezTo>
                  <a:cubicBezTo>
                    <a:pt x="184" y="16"/>
                    <a:pt x="92" y="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7057150" y="2043425"/>
              <a:ext cx="85775" cy="47650"/>
            </a:xfrm>
            <a:custGeom>
              <a:avLst/>
              <a:gdLst/>
              <a:ahLst/>
              <a:cxnLst/>
              <a:rect l="l" t="t" r="r" b="b"/>
              <a:pathLst>
                <a:path w="3431" h="1906" extrusionOk="0">
                  <a:moveTo>
                    <a:pt x="412" y="1"/>
                  </a:moveTo>
                  <a:cubicBezTo>
                    <a:pt x="275" y="39"/>
                    <a:pt x="130" y="84"/>
                    <a:pt x="1" y="145"/>
                  </a:cubicBezTo>
                  <a:cubicBezTo>
                    <a:pt x="16" y="153"/>
                    <a:pt x="31" y="168"/>
                    <a:pt x="54" y="176"/>
                  </a:cubicBezTo>
                  <a:cubicBezTo>
                    <a:pt x="85" y="199"/>
                    <a:pt x="115" y="222"/>
                    <a:pt x="146" y="245"/>
                  </a:cubicBezTo>
                  <a:cubicBezTo>
                    <a:pt x="214" y="298"/>
                    <a:pt x="275" y="344"/>
                    <a:pt x="336" y="397"/>
                  </a:cubicBezTo>
                  <a:cubicBezTo>
                    <a:pt x="458" y="488"/>
                    <a:pt x="580" y="595"/>
                    <a:pt x="710" y="694"/>
                  </a:cubicBezTo>
                  <a:cubicBezTo>
                    <a:pt x="961" y="892"/>
                    <a:pt x="1220" y="1075"/>
                    <a:pt x="1495" y="1243"/>
                  </a:cubicBezTo>
                  <a:cubicBezTo>
                    <a:pt x="1777" y="1418"/>
                    <a:pt x="2074" y="1571"/>
                    <a:pt x="2379" y="1693"/>
                  </a:cubicBezTo>
                  <a:cubicBezTo>
                    <a:pt x="2638" y="1792"/>
                    <a:pt x="2897" y="1860"/>
                    <a:pt x="3171" y="1906"/>
                  </a:cubicBezTo>
                  <a:lnTo>
                    <a:pt x="3430" y="1815"/>
                  </a:lnTo>
                  <a:cubicBezTo>
                    <a:pt x="2684" y="1639"/>
                    <a:pt x="1022" y="466"/>
                    <a:pt x="603" y="62"/>
                  </a:cubicBezTo>
                  <a:cubicBezTo>
                    <a:pt x="550" y="23"/>
                    <a:pt x="481" y="8"/>
                    <a:pt x="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"/>
            <p:cNvSpPr/>
            <p:nvPr/>
          </p:nvSpPr>
          <p:spPr>
            <a:xfrm>
              <a:off x="7093175" y="2040200"/>
              <a:ext cx="77575" cy="40400"/>
            </a:xfrm>
            <a:custGeom>
              <a:avLst/>
              <a:gdLst/>
              <a:ahLst/>
              <a:cxnLst/>
              <a:rect l="l" t="t" r="r" b="b"/>
              <a:pathLst>
                <a:path w="3103" h="1616" extrusionOk="0">
                  <a:moveTo>
                    <a:pt x="902" y="0"/>
                  </a:moveTo>
                  <a:cubicBezTo>
                    <a:pt x="615" y="0"/>
                    <a:pt x="306" y="52"/>
                    <a:pt x="0" y="107"/>
                  </a:cubicBezTo>
                  <a:cubicBezTo>
                    <a:pt x="122" y="175"/>
                    <a:pt x="328" y="183"/>
                    <a:pt x="534" y="198"/>
                  </a:cubicBezTo>
                  <a:cubicBezTo>
                    <a:pt x="648" y="198"/>
                    <a:pt x="762" y="206"/>
                    <a:pt x="877" y="221"/>
                  </a:cubicBezTo>
                  <a:cubicBezTo>
                    <a:pt x="1189" y="297"/>
                    <a:pt x="1486" y="450"/>
                    <a:pt x="1730" y="663"/>
                  </a:cubicBezTo>
                  <a:cubicBezTo>
                    <a:pt x="1845" y="755"/>
                    <a:pt x="1944" y="846"/>
                    <a:pt x="2050" y="938"/>
                  </a:cubicBezTo>
                  <a:cubicBezTo>
                    <a:pt x="2149" y="1029"/>
                    <a:pt x="2271" y="1151"/>
                    <a:pt x="2393" y="1250"/>
                  </a:cubicBezTo>
                  <a:cubicBezTo>
                    <a:pt x="2439" y="1280"/>
                    <a:pt x="2477" y="1311"/>
                    <a:pt x="2515" y="1349"/>
                  </a:cubicBezTo>
                  <a:cubicBezTo>
                    <a:pt x="2630" y="1463"/>
                    <a:pt x="2774" y="1555"/>
                    <a:pt x="2927" y="1616"/>
                  </a:cubicBezTo>
                  <a:lnTo>
                    <a:pt x="2934" y="1616"/>
                  </a:lnTo>
                  <a:cubicBezTo>
                    <a:pt x="2988" y="1601"/>
                    <a:pt x="3041" y="1585"/>
                    <a:pt x="3102" y="1570"/>
                  </a:cubicBezTo>
                  <a:cubicBezTo>
                    <a:pt x="3095" y="1555"/>
                    <a:pt x="3087" y="1540"/>
                    <a:pt x="3072" y="1532"/>
                  </a:cubicBezTo>
                  <a:cubicBezTo>
                    <a:pt x="3049" y="1509"/>
                    <a:pt x="3026" y="1486"/>
                    <a:pt x="2995" y="1463"/>
                  </a:cubicBezTo>
                  <a:cubicBezTo>
                    <a:pt x="2492" y="1212"/>
                    <a:pt x="2180" y="823"/>
                    <a:pt x="1875" y="419"/>
                  </a:cubicBezTo>
                  <a:cubicBezTo>
                    <a:pt x="1642" y="98"/>
                    <a:pt x="1294" y="0"/>
                    <a:pt x="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6"/>
            <p:cNvSpPr/>
            <p:nvPr/>
          </p:nvSpPr>
          <p:spPr>
            <a:xfrm>
              <a:off x="7071250" y="2099625"/>
              <a:ext cx="56800" cy="86925"/>
            </a:xfrm>
            <a:custGeom>
              <a:avLst/>
              <a:gdLst/>
              <a:ahLst/>
              <a:cxnLst/>
              <a:rect l="l" t="t" r="r" b="b"/>
              <a:pathLst>
                <a:path w="2272" h="3477" extrusionOk="0">
                  <a:moveTo>
                    <a:pt x="2249" y="1"/>
                  </a:moveTo>
                  <a:cubicBezTo>
                    <a:pt x="1525" y="420"/>
                    <a:pt x="1296" y="1258"/>
                    <a:pt x="1121" y="1952"/>
                  </a:cubicBezTo>
                  <a:cubicBezTo>
                    <a:pt x="1106" y="2013"/>
                    <a:pt x="1091" y="2066"/>
                    <a:pt x="1075" y="2127"/>
                  </a:cubicBezTo>
                  <a:cubicBezTo>
                    <a:pt x="908" y="2699"/>
                    <a:pt x="519" y="3187"/>
                    <a:pt x="1" y="3476"/>
                  </a:cubicBezTo>
                  <a:cubicBezTo>
                    <a:pt x="191" y="3461"/>
                    <a:pt x="336" y="3316"/>
                    <a:pt x="450" y="3202"/>
                  </a:cubicBezTo>
                  <a:cubicBezTo>
                    <a:pt x="572" y="3095"/>
                    <a:pt x="679" y="2966"/>
                    <a:pt x="793" y="2851"/>
                  </a:cubicBezTo>
                  <a:cubicBezTo>
                    <a:pt x="1114" y="2524"/>
                    <a:pt x="1350" y="2120"/>
                    <a:pt x="1495" y="1678"/>
                  </a:cubicBezTo>
                  <a:cubicBezTo>
                    <a:pt x="1617" y="1281"/>
                    <a:pt x="1731" y="885"/>
                    <a:pt x="1982" y="519"/>
                  </a:cubicBezTo>
                  <a:lnTo>
                    <a:pt x="2036" y="443"/>
                  </a:lnTo>
                  <a:cubicBezTo>
                    <a:pt x="2036" y="435"/>
                    <a:pt x="2036" y="435"/>
                    <a:pt x="2036" y="435"/>
                  </a:cubicBezTo>
                  <a:cubicBezTo>
                    <a:pt x="2081" y="374"/>
                    <a:pt x="2120" y="313"/>
                    <a:pt x="2165" y="252"/>
                  </a:cubicBezTo>
                  <a:lnTo>
                    <a:pt x="2180" y="237"/>
                  </a:lnTo>
                  <a:cubicBezTo>
                    <a:pt x="2196" y="207"/>
                    <a:pt x="2272" y="54"/>
                    <a:pt x="22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6"/>
            <p:cNvSpPr/>
            <p:nvPr/>
          </p:nvSpPr>
          <p:spPr>
            <a:xfrm>
              <a:off x="7075825" y="2095625"/>
              <a:ext cx="62325" cy="91100"/>
            </a:xfrm>
            <a:custGeom>
              <a:avLst/>
              <a:gdLst/>
              <a:ahLst/>
              <a:cxnLst/>
              <a:rect l="l" t="t" r="r" b="b"/>
              <a:pathLst>
                <a:path w="2493" h="3644" extrusionOk="0">
                  <a:moveTo>
                    <a:pt x="2493" y="1"/>
                  </a:moveTo>
                  <a:lnTo>
                    <a:pt x="2447" y="16"/>
                  </a:lnTo>
                  <a:cubicBezTo>
                    <a:pt x="2165" y="252"/>
                    <a:pt x="1929" y="534"/>
                    <a:pt x="1754" y="862"/>
                  </a:cubicBezTo>
                  <a:cubicBezTo>
                    <a:pt x="1525" y="1258"/>
                    <a:pt x="1449" y="1700"/>
                    <a:pt x="1273" y="2112"/>
                  </a:cubicBezTo>
                  <a:cubicBezTo>
                    <a:pt x="1106" y="2485"/>
                    <a:pt x="870" y="2836"/>
                    <a:pt x="580" y="3126"/>
                  </a:cubicBezTo>
                  <a:cubicBezTo>
                    <a:pt x="435" y="3286"/>
                    <a:pt x="245" y="3537"/>
                    <a:pt x="1" y="3644"/>
                  </a:cubicBezTo>
                  <a:cubicBezTo>
                    <a:pt x="763" y="3552"/>
                    <a:pt x="1464" y="3316"/>
                    <a:pt x="1731" y="2752"/>
                  </a:cubicBezTo>
                  <a:cubicBezTo>
                    <a:pt x="1898" y="2394"/>
                    <a:pt x="1944" y="1975"/>
                    <a:pt x="1990" y="1579"/>
                  </a:cubicBezTo>
                  <a:cubicBezTo>
                    <a:pt x="2051" y="1030"/>
                    <a:pt x="2119" y="466"/>
                    <a:pt x="24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6"/>
            <p:cNvSpPr/>
            <p:nvPr/>
          </p:nvSpPr>
          <p:spPr>
            <a:xfrm>
              <a:off x="7046300" y="2047050"/>
              <a:ext cx="89375" cy="50525"/>
            </a:xfrm>
            <a:custGeom>
              <a:avLst/>
              <a:gdLst/>
              <a:ahLst/>
              <a:cxnLst/>
              <a:rect l="l" t="t" r="r" b="b"/>
              <a:pathLst>
                <a:path w="3575" h="2021" extrusionOk="0">
                  <a:moveTo>
                    <a:pt x="420" y="0"/>
                  </a:moveTo>
                  <a:cubicBezTo>
                    <a:pt x="275" y="54"/>
                    <a:pt x="138" y="122"/>
                    <a:pt x="0" y="199"/>
                  </a:cubicBezTo>
                  <a:lnTo>
                    <a:pt x="16" y="199"/>
                  </a:lnTo>
                  <a:cubicBezTo>
                    <a:pt x="54" y="199"/>
                    <a:pt x="99" y="206"/>
                    <a:pt x="138" y="221"/>
                  </a:cubicBezTo>
                  <a:cubicBezTo>
                    <a:pt x="214" y="244"/>
                    <a:pt x="290" y="275"/>
                    <a:pt x="366" y="313"/>
                  </a:cubicBezTo>
                  <a:cubicBezTo>
                    <a:pt x="503" y="389"/>
                    <a:pt x="625" y="473"/>
                    <a:pt x="747" y="572"/>
                  </a:cubicBezTo>
                  <a:cubicBezTo>
                    <a:pt x="984" y="763"/>
                    <a:pt x="1197" y="976"/>
                    <a:pt x="1433" y="1159"/>
                  </a:cubicBezTo>
                  <a:cubicBezTo>
                    <a:pt x="1677" y="1349"/>
                    <a:pt x="1929" y="1517"/>
                    <a:pt x="2195" y="1677"/>
                  </a:cubicBezTo>
                  <a:cubicBezTo>
                    <a:pt x="2325" y="1761"/>
                    <a:pt x="2462" y="1837"/>
                    <a:pt x="2607" y="1906"/>
                  </a:cubicBezTo>
                  <a:cubicBezTo>
                    <a:pt x="2675" y="1936"/>
                    <a:pt x="2752" y="1974"/>
                    <a:pt x="2820" y="2005"/>
                  </a:cubicBezTo>
                  <a:lnTo>
                    <a:pt x="2851" y="2020"/>
                  </a:lnTo>
                  <a:lnTo>
                    <a:pt x="3354" y="1845"/>
                  </a:lnTo>
                  <a:lnTo>
                    <a:pt x="3575" y="1769"/>
                  </a:lnTo>
                  <a:cubicBezTo>
                    <a:pt x="3476" y="1761"/>
                    <a:pt x="3384" y="1746"/>
                    <a:pt x="3285" y="1723"/>
                  </a:cubicBezTo>
                  <a:cubicBezTo>
                    <a:pt x="3118" y="1685"/>
                    <a:pt x="2950" y="1639"/>
                    <a:pt x="2790" y="1586"/>
                  </a:cubicBezTo>
                  <a:cubicBezTo>
                    <a:pt x="2470" y="1464"/>
                    <a:pt x="2165" y="1319"/>
                    <a:pt x="1883" y="1144"/>
                  </a:cubicBezTo>
                  <a:cubicBezTo>
                    <a:pt x="1608" y="968"/>
                    <a:pt x="1349" y="778"/>
                    <a:pt x="1098" y="572"/>
                  </a:cubicBezTo>
                  <a:cubicBezTo>
                    <a:pt x="984" y="465"/>
                    <a:pt x="862" y="366"/>
                    <a:pt x="747" y="260"/>
                  </a:cubicBezTo>
                  <a:cubicBezTo>
                    <a:pt x="686" y="206"/>
                    <a:pt x="625" y="160"/>
                    <a:pt x="564" y="107"/>
                  </a:cubicBezTo>
                  <a:cubicBezTo>
                    <a:pt x="542" y="84"/>
                    <a:pt x="511" y="54"/>
                    <a:pt x="473" y="31"/>
                  </a:cubicBezTo>
                  <a:cubicBezTo>
                    <a:pt x="458" y="23"/>
                    <a:pt x="442" y="8"/>
                    <a:pt x="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6"/>
            <p:cNvSpPr/>
            <p:nvPr/>
          </p:nvSpPr>
          <p:spPr>
            <a:xfrm>
              <a:off x="6959600" y="2086950"/>
              <a:ext cx="92625" cy="33850"/>
            </a:xfrm>
            <a:custGeom>
              <a:avLst/>
              <a:gdLst/>
              <a:ahLst/>
              <a:cxnLst/>
              <a:rect l="l" t="t" r="r" b="b"/>
              <a:pathLst>
                <a:path w="3705" h="1354" extrusionOk="0">
                  <a:moveTo>
                    <a:pt x="976" y="0"/>
                  </a:moveTo>
                  <a:cubicBezTo>
                    <a:pt x="938" y="0"/>
                    <a:pt x="900" y="2"/>
                    <a:pt x="862" y="5"/>
                  </a:cubicBezTo>
                  <a:cubicBezTo>
                    <a:pt x="565" y="165"/>
                    <a:pt x="275" y="348"/>
                    <a:pt x="1" y="554"/>
                  </a:cubicBezTo>
                  <a:cubicBezTo>
                    <a:pt x="39" y="561"/>
                    <a:pt x="77" y="569"/>
                    <a:pt x="115" y="577"/>
                  </a:cubicBezTo>
                  <a:cubicBezTo>
                    <a:pt x="168" y="577"/>
                    <a:pt x="222" y="569"/>
                    <a:pt x="275" y="561"/>
                  </a:cubicBezTo>
                  <a:cubicBezTo>
                    <a:pt x="378" y="544"/>
                    <a:pt x="481" y="536"/>
                    <a:pt x="584" y="536"/>
                  </a:cubicBezTo>
                  <a:cubicBezTo>
                    <a:pt x="618" y="536"/>
                    <a:pt x="652" y="537"/>
                    <a:pt x="687" y="538"/>
                  </a:cubicBezTo>
                  <a:cubicBezTo>
                    <a:pt x="1068" y="569"/>
                    <a:pt x="1441" y="660"/>
                    <a:pt x="1792" y="813"/>
                  </a:cubicBezTo>
                  <a:cubicBezTo>
                    <a:pt x="2158" y="950"/>
                    <a:pt x="2478" y="1148"/>
                    <a:pt x="2866" y="1232"/>
                  </a:cubicBezTo>
                  <a:cubicBezTo>
                    <a:pt x="3080" y="1293"/>
                    <a:pt x="3285" y="1331"/>
                    <a:pt x="3506" y="1354"/>
                  </a:cubicBezTo>
                  <a:lnTo>
                    <a:pt x="3705" y="1293"/>
                  </a:lnTo>
                  <a:cubicBezTo>
                    <a:pt x="3689" y="1278"/>
                    <a:pt x="3667" y="1262"/>
                    <a:pt x="3644" y="1255"/>
                  </a:cubicBezTo>
                  <a:lnTo>
                    <a:pt x="3606" y="1240"/>
                  </a:lnTo>
                  <a:cubicBezTo>
                    <a:pt x="3240" y="1171"/>
                    <a:pt x="2897" y="1026"/>
                    <a:pt x="2584" y="820"/>
                  </a:cubicBezTo>
                  <a:cubicBezTo>
                    <a:pt x="2356" y="668"/>
                    <a:pt x="2142" y="493"/>
                    <a:pt x="1921" y="333"/>
                  </a:cubicBezTo>
                  <a:cubicBezTo>
                    <a:pt x="1921" y="333"/>
                    <a:pt x="1914" y="333"/>
                    <a:pt x="1914" y="325"/>
                  </a:cubicBezTo>
                  <a:cubicBezTo>
                    <a:pt x="1883" y="302"/>
                    <a:pt x="1845" y="279"/>
                    <a:pt x="1807" y="256"/>
                  </a:cubicBezTo>
                  <a:cubicBezTo>
                    <a:pt x="1776" y="234"/>
                    <a:pt x="1754" y="226"/>
                    <a:pt x="1738" y="211"/>
                  </a:cubicBezTo>
                  <a:cubicBezTo>
                    <a:pt x="1639" y="157"/>
                    <a:pt x="1540" y="119"/>
                    <a:pt x="1433" y="89"/>
                  </a:cubicBezTo>
                  <a:cubicBezTo>
                    <a:pt x="1292" y="27"/>
                    <a:pt x="1136" y="0"/>
                    <a:pt x="9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6"/>
            <p:cNvSpPr/>
            <p:nvPr/>
          </p:nvSpPr>
          <p:spPr>
            <a:xfrm>
              <a:off x="6988375" y="2082525"/>
              <a:ext cx="79675" cy="35225"/>
            </a:xfrm>
            <a:custGeom>
              <a:avLst/>
              <a:gdLst/>
              <a:ahLst/>
              <a:cxnLst/>
              <a:rect l="l" t="t" r="r" b="b"/>
              <a:pathLst>
                <a:path w="3187" h="1409" extrusionOk="0">
                  <a:moveTo>
                    <a:pt x="295" y="0"/>
                  </a:moveTo>
                  <a:cubicBezTo>
                    <a:pt x="219" y="0"/>
                    <a:pt x="146" y="5"/>
                    <a:pt x="77" y="14"/>
                  </a:cubicBezTo>
                  <a:lnTo>
                    <a:pt x="0" y="45"/>
                  </a:lnTo>
                  <a:cubicBezTo>
                    <a:pt x="183" y="90"/>
                    <a:pt x="366" y="167"/>
                    <a:pt x="526" y="273"/>
                  </a:cubicBezTo>
                  <a:cubicBezTo>
                    <a:pt x="770" y="418"/>
                    <a:pt x="999" y="586"/>
                    <a:pt x="1220" y="769"/>
                  </a:cubicBezTo>
                  <a:cubicBezTo>
                    <a:pt x="1654" y="1089"/>
                    <a:pt x="2157" y="1371"/>
                    <a:pt x="2767" y="1409"/>
                  </a:cubicBezTo>
                  <a:lnTo>
                    <a:pt x="3133" y="1295"/>
                  </a:lnTo>
                  <a:lnTo>
                    <a:pt x="3186" y="1279"/>
                  </a:lnTo>
                  <a:cubicBezTo>
                    <a:pt x="2935" y="1150"/>
                    <a:pt x="2714" y="982"/>
                    <a:pt x="2523" y="776"/>
                  </a:cubicBezTo>
                  <a:lnTo>
                    <a:pt x="2447" y="731"/>
                  </a:lnTo>
                  <a:cubicBezTo>
                    <a:pt x="1550" y="242"/>
                    <a:pt x="841" y="0"/>
                    <a:pt x="2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"/>
            <p:cNvSpPr/>
            <p:nvPr/>
          </p:nvSpPr>
          <p:spPr>
            <a:xfrm>
              <a:off x="7021325" y="2059250"/>
              <a:ext cx="84450" cy="46500"/>
            </a:xfrm>
            <a:custGeom>
              <a:avLst/>
              <a:gdLst/>
              <a:ahLst/>
              <a:cxnLst/>
              <a:rect l="l" t="t" r="r" b="b"/>
              <a:pathLst>
                <a:path w="3378" h="1860" extrusionOk="0">
                  <a:moveTo>
                    <a:pt x="489" y="0"/>
                  </a:moveTo>
                  <a:lnTo>
                    <a:pt x="435" y="31"/>
                  </a:lnTo>
                  <a:cubicBezTo>
                    <a:pt x="291" y="115"/>
                    <a:pt x="146" y="198"/>
                    <a:pt x="1" y="282"/>
                  </a:cubicBezTo>
                  <a:cubicBezTo>
                    <a:pt x="138" y="297"/>
                    <a:pt x="291" y="282"/>
                    <a:pt x="428" y="305"/>
                  </a:cubicBezTo>
                  <a:cubicBezTo>
                    <a:pt x="588" y="320"/>
                    <a:pt x="740" y="366"/>
                    <a:pt x="885" y="435"/>
                  </a:cubicBezTo>
                  <a:cubicBezTo>
                    <a:pt x="1159" y="549"/>
                    <a:pt x="1419" y="709"/>
                    <a:pt x="1640" y="915"/>
                  </a:cubicBezTo>
                  <a:cubicBezTo>
                    <a:pt x="1693" y="961"/>
                    <a:pt x="1746" y="1006"/>
                    <a:pt x="1800" y="1052"/>
                  </a:cubicBezTo>
                  <a:cubicBezTo>
                    <a:pt x="1845" y="1105"/>
                    <a:pt x="1899" y="1159"/>
                    <a:pt x="1937" y="1212"/>
                  </a:cubicBezTo>
                  <a:cubicBezTo>
                    <a:pt x="2021" y="1319"/>
                    <a:pt x="2112" y="1425"/>
                    <a:pt x="2211" y="1524"/>
                  </a:cubicBezTo>
                  <a:cubicBezTo>
                    <a:pt x="2318" y="1624"/>
                    <a:pt x="2440" y="1700"/>
                    <a:pt x="2569" y="1761"/>
                  </a:cubicBezTo>
                  <a:cubicBezTo>
                    <a:pt x="2676" y="1806"/>
                    <a:pt x="2798" y="1845"/>
                    <a:pt x="2912" y="1860"/>
                  </a:cubicBezTo>
                  <a:lnTo>
                    <a:pt x="3377" y="1700"/>
                  </a:lnTo>
                  <a:cubicBezTo>
                    <a:pt x="3339" y="1662"/>
                    <a:pt x="3293" y="1639"/>
                    <a:pt x="3240" y="1631"/>
                  </a:cubicBezTo>
                  <a:cubicBezTo>
                    <a:pt x="3141" y="1593"/>
                    <a:pt x="3042" y="1547"/>
                    <a:pt x="2950" y="1502"/>
                  </a:cubicBezTo>
                  <a:cubicBezTo>
                    <a:pt x="2874" y="1471"/>
                    <a:pt x="2806" y="1433"/>
                    <a:pt x="2737" y="1403"/>
                  </a:cubicBezTo>
                  <a:cubicBezTo>
                    <a:pt x="2600" y="1334"/>
                    <a:pt x="2470" y="1250"/>
                    <a:pt x="2341" y="1166"/>
                  </a:cubicBezTo>
                  <a:cubicBezTo>
                    <a:pt x="2211" y="1082"/>
                    <a:pt x="2089" y="1006"/>
                    <a:pt x="1967" y="915"/>
                  </a:cubicBezTo>
                  <a:cubicBezTo>
                    <a:pt x="1731" y="732"/>
                    <a:pt x="1510" y="541"/>
                    <a:pt x="1274" y="366"/>
                  </a:cubicBezTo>
                  <a:cubicBezTo>
                    <a:pt x="1152" y="275"/>
                    <a:pt x="1022" y="191"/>
                    <a:pt x="893" y="122"/>
                  </a:cubicBezTo>
                  <a:cubicBezTo>
                    <a:pt x="763" y="61"/>
                    <a:pt x="634" y="15"/>
                    <a:pt x="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"/>
            <p:cNvSpPr/>
            <p:nvPr/>
          </p:nvSpPr>
          <p:spPr>
            <a:xfrm>
              <a:off x="7005150" y="2073525"/>
              <a:ext cx="74125" cy="40625"/>
            </a:xfrm>
            <a:custGeom>
              <a:avLst/>
              <a:gdLst/>
              <a:ahLst/>
              <a:cxnLst/>
              <a:rect l="l" t="t" r="r" b="b"/>
              <a:pathLst>
                <a:path w="2965" h="1625" extrusionOk="0">
                  <a:moveTo>
                    <a:pt x="46" y="1"/>
                  </a:moveTo>
                  <a:lnTo>
                    <a:pt x="0" y="16"/>
                  </a:lnTo>
                  <a:cubicBezTo>
                    <a:pt x="183" y="92"/>
                    <a:pt x="374" y="153"/>
                    <a:pt x="572" y="207"/>
                  </a:cubicBezTo>
                  <a:cubicBezTo>
                    <a:pt x="1136" y="374"/>
                    <a:pt x="1723" y="542"/>
                    <a:pt x="1867" y="1045"/>
                  </a:cubicBezTo>
                  <a:lnTo>
                    <a:pt x="1890" y="1136"/>
                  </a:lnTo>
                  <a:cubicBezTo>
                    <a:pt x="2081" y="1335"/>
                    <a:pt x="2302" y="1502"/>
                    <a:pt x="2553" y="1624"/>
                  </a:cubicBezTo>
                  <a:lnTo>
                    <a:pt x="2965" y="1487"/>
                  </a:lnTo>
                  <a:cubicBezTo>
                    <a:pt x="2858" y="1456"/>
                    <a:pt x="2759" y="1411"/>
                    <a:pt x="2660" y="1365"/>
                  </a:cubicBezTo>
                  <a:cubicBezTo>
                    <a:pt x="2523" y="1296"/>
                    <a:pt x="2401" y="1205"/>
                    <a:pt x="2302" y="1098"/>
                  </a:cubicBezTo>
                  <a:cubicBezTo>
                    <a:pt x="2096" y="885"/>
                    <a:pt x="2005" y="626"/>
                    <a:pt x="1784" y="450"/>
                  </a:cubicBezTo>
                  <a:cubicBezTo>
                    <a:pt x="1669" y="359"/>
                    <a:pt x="1540" y="283"/>
                    <a:pt x="1395" y="237"/>
                  </a:cubicBezTo>
                  <a:cubicBezTo>
                    <a:pt x="1242" y="184"/>
                    <a:pt x="1090" y="146"/>
                    <a:pt x="938" y="123"/>
                  </a:cubicBezTo>
                  <a:cubicBezTo>
                    <a:pt x="778" y="100"/>
                    <a:pt x="610" y="77"/>
                    <a:pt x="450" y="62"/>
                  </a:cubicBezTo>
                  <a:cubicBezTo>
                    <a:pt x="313" y="47"/>
                    <a:pt x="183" y="24"/>
                    <a:pt x="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6"/>
            <p:cNvSpPr/>
            <p:nvPr/>
          </p:nvSpPr>
          <p:spPr>
            <a:xfrm>
              <a:off x="7006675" y="2066475"/>
              <a:ext cx="87100" cy="44225"/>
            </a:xfrm>
            <a:custGeom>
              <a:avLst/>
              <a:gdLst/>
              <a:ahLst/>
              <a:cxnLst/>
              <a:rect l="l" t="t" r="r" b="b"/>
              <a:pathLst>
                <a:path w="3484" h="1769" extrusionOk="0">
                  <a:moveTo>
                    <a:pt x="579" y="1"/>
                  </a:moveTo>
                  <a:cubicBezTo>
                    <a:pt x="396" y="108"/>
                    <a:pt x="198" y="199"/>
                    <a:pt x="0" y="275"/>
                  </a:cubicBezTo>
                  <a:cubicBezTo>
                    <a:pt x="130" y="298"/>
                    <a:pt x="259" y="306"/>
                    <a:pt x="396" y="321"/>
                  </a:cubicBezTo>
                  <a:cubicBezTo>
                    <a:pt x="557" y="329"/>
                    <a:pt x="724" y="344"/>
                    <a:pt x="884" y="367"/>
                  </a:cubicBezTo>
                  <a:cubicBezTo>
                    <a:pt x="1044" y="382"/>
                    <a:pt x="1204" y="420"/>
                    <a:pt x="1364" y="473"/>
                  </a:cubicBezTo>
                  <a:cubicBezTo>
                    <a:pt x="1509" y="519"/>
                    <a:pt x="1646" y="595"/>
                    <a:pt x="1768" y="694"/>
                  </a:cubicBezTo>
                  <a:cubicBezTo>
                    <a:pt x="1875" y="786"/>
                    <a:pt x="1966" y="900"/>
                    <a:pt x="2043" y="1022"/>
                  </a:cubicBezTo>
                  <a:cubicBezTo>
                    <a:pt x="2111" y="1136"/>
                    <a:pt x="2195" y="1251"/>
                    <a:pt x="2279" y="1357"/>
                  </a:cubicBezTo>
                  <a:cubicBezTo>
                    <a:pt x="2454" y="1540"/>
                    <a:pt x="2675" y="1685"/>
                    <a:pt x="2919" y="1769"/>
                  </a:cubicBezTo>
                  <a:cubicBezTo>
                    <a:pt x="3110" y="1700"/>
                    <a:pt x="3293" y="1639"/>
                    <a:pt x="3483" y="1578"/>
                  </a:cubicBezTo>
                  <a:cubicBezTo>
                    <a:pt x="3361" y="1563"/>
                    <a:pt x="3247" y="1540"/>
                    <a:pt x="3140" y="1495"/>
                  </a:cubicBezTo>
                  <a:cubicBezTo>
                    <a:pt x="3003" y="1441"/>
                    <a:pt x="2873" y="1357"/>
                    <a:pt x="2759" y="1258"/>
                  </a:cubicBezTo>
                  <a:cubicBezTo>
                    <a:pt x="2652" y="1167"/>
                    <a:pt x="2561" y="1060"/>
                    <a:pt x="2469" y="953"/>
                  </a:cubicBezTo>
                  <a:cubicBezTo>
                    <a:pt x="2431" y="900"/>
                    <a:pt x="2386" y="847"/>
                    <a:pt x="2332" y="801"/>
                  </a:cubicBezTo>
                  <a:cubicBezTo>
                    <a:pt x="2279" y="755"/>
                    <a:pt x="2226" y="710"/>
                    <a:pt x="2172" y="664"/>
                  </a:cubicBezTo>
                  <a:cubicBezTo>
                    <a:pt x="1959" y="466"/>
                    <a:pt x="1715" y="306"/>
                    <a:pt x="1448" y="184"/>
                  </a:cubicBezTo>
                  <a:cubicBezTo>
                    <a:pt x="1311" y="115"/>
                    <a:pt x="1159" y="69"/>
                    <a:pt x="1006" y="47"/>
                  </a:cubicBezTo>
                  <a:cubicBezTo>
                    <a:pt x="930" y="31"/>
                    <a:pt x="846" y="31"/>
                    <a:pt x="770" y="24"/>
                  </a:cubicBezTo>
                  <a:cubicBezTo>
                    <a:pt x="709" y="24"/>
                    <a:pt x="640" y="16"/>
                    <a:pt x="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6"/>
            <p:cNvSpPr/>
            <p:nvPr/>
          </p:nvSpPr>
          <p:spPr>
            <a:xfrm>
              <a:off x="7033725" y="2052200"/>
              <a:ext cx="83475" cy="47850"/>
            </a:xfrm>
            <a:custGeom>
              <a:avLst/>
              <a:gdLst/>
              <a:ahLst/>
              <a:cxnLst/>
              <a:rect l="l" t="t" r="r" b="b"/>
              <a:pathLst>
                <a:path w="3339" h="1914" extrusionOk="0">
                  <a:moveTo>
                    <a:pt x="488" y="0"/>
                  </a:moveTo>
                  <a:cubicBezTo>
                    <a:pt x="320" y="92"/>
                    <a:pt x="160" y="183"/>
                    <a:pt x="0" y="282"/>
                  </a:cubicBezTo>
                  <a:cubicBezTo>
                    <a:pt x="138" y="290"/>
                    <a:pt x="275" y="328"/>
                    <a:pt x="412" y="389"/>
                  </a:cubicBezTo>
                  <a:cubicBezTo>
                    <a:pt x="549" y="450"/>
                    <a:pt x="686" y="526"/>
                    <a:pt x="816" y="618"/>
                  </a:cubicBezTo>
                  <a:cubicBezTo>
                    <a:pt x="1060" y="785"/>
                    <a:pt x="1281" y="983"/>
                    <a:pt x="1517" y="1159"/>
                  </a:cubicBezTo>
                  <a:cubicBezTo>
                    <a:pt x="1761" y="1342"/>
                    <a:pt x="2012" y="1502"/>
                    <a:pt x="2272" y="1654"/>
                  </a:cubicBezTo>
                  <a:cubicBezTo>
                    <a:pt x="2340" y="1692"/>
                    <a:pt x="2409" y="1723"/>
                    <a:pt x="2477" y="1761"/>
                  </a:cubicBezTo>
                  <a:cubicBezTo>
                    <a:pt x="2500" y="1768"/>
                    <a:pt x="2531" y="1784"/>
                    <a:pt x="2561" y="1791"/>
                  </a:cubicBezTo>
                  <a:cubicBezTo>
                    <a:pt x="2607" y="1806"/>
                    <a:pt x="2653" y="1822"/>
                    <a:pt x="2698" y="1829"/>
                  </a:cubicBezTo>
                  <a:lnTo>
                    <a:pt x="2797" y="1860"/>
                  </a:lnTo>
                  <a:cubicBezTo>
                    <a:pt x="2896" y="1883"/>
                    <a:pt x="2988" y="1898"/>
                    <a:pt x="3087" y="1913"/>
                  </a:cubicBezTo>
                  <a:lnTo>
                    <a:pt x="3339" y="1829"/>
                  </a:lnTo>
                  <a:lnTo>
                    <a:pt x="3316" y="1822"/>
                  </a:lnTo>
                  <a:cubicBezTo>
                    <a:pt x="3239" y="1791"/>
                    <a:pt x="3163" y="1761"/>
                    <a:pt x="3087" y="1723"/>
                  </a:cubicBezTo>
                  <a:cubicBezTo>
                    <a:pt x="2942" y="1662"/>
                    <a:pt x="2797" y="1585"/>
                    <a:pt x="2660" y="1502"/>
                  </a:cubicBezTo>
                  <a:cubicBezTo>
                    <a:pt x="2393" y="1349"/>
                    <a:pt x="2134" y="1182"/>
                    <a:pt x="1883" y="991"/>
                  </a:cubicBezTo>
                  <a:cubicBezTo>
                    <a:pt x="1647" y="800"/>
                    <a:pt x="1433" y="595"/>
                    <a:pt x="1212" y="397"/>
                  </a:cubicBezTo>
                  <a:cubicBezTo>
                    <a:pt x="1098" y="297"/>
                    <a:pt x="976" y="206"/>
                    <a:pt x="846" y="130"/>
                  </a:cubicBezTo>
                  <a:cubicBezTo>
                    <a:pt x="778" y="84"/>
                    <a:pt x="709" y="54"/>
                    <a:pt x="633" y="23"/>
                  </a:cubicBezTo>
                  <a:cubicBezTo>
                    <a:pt x="595" y="15"/>
                    <a:pt x="557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6"/>
            <p:cNvSpPr/>
            <p:nvPr/>
          </p:nvSpPr>
          <p:spPr>
            <a:xfrm>
              <a:off x="6918250" y="2037325"/>
              <a:ext cx="344900" cy="152650"/>
            </a:xfrm>
            <a:custGeom>
              <a:avLst/>
              <a:gdLst/>
              <a:ahLst/>
              <a:cxnLst/>
              <a:rect l="l" t="t" r="r" b="b"/>
              <a:pathLst>
                <a:path w="13796" h="6106" extrusionOk="0">
                  <a:moveTo>
                    <a:pt x="7904" y="130"/>
                  </a:moveTo>
                  <a:cubicBezTo>
                    <a:pt x="8354" y="130"/>
                    <a:pt x="8659" y="260"/>
                    <a:pt x="8864" y="542"/>
                  </a:cubicBezTo>
                  <a:cubicBezTo>
                    <a:pt x="9154" y="931"/>
                    <a:pt x="9482" y="1334"/>
                    <a:pt x="9992" y="1586"/>
                  </a:cubicBezTo>
                  <a:cubicBezTo>
                    <a:pt x="10015" y="1609"/>
                    <a:pt x="10046" y="1632"/>
                    <a:pt x="10069" y="1655"/>
                  </a:cubicBezTo>
                  <a:cubicBezTo>
                    <a:pt x="10069" y="1655"/>
                    <a:pt x="10076" y="1662"/>
                    <a:pt x="10076" y="1670"/>
                  </a:cubicBezTo>
                  <a:lnTo>
                    <a:pt x="9931" y="1708"/>
                  </a:lnTo>
                  <a:cubicBezTo>
                    <a:pt x="9787" y="1647"/>
                    <a:pt x="9649" y="1563"/>
                    <a:pt x="9535" y="1449"/>
                  </a:cubicBezTo>
                  <a:cubicBezTo>
                    <a:pt x="9489" y="1411"/>
                    <a:pt x="9451" y="1380"/>
                    <a:pt x="9413" y="1350"/>
                  </a:cubicBezTo>
                  <a:cubicBezTo>
                    <a:pt x="9291" y="1251"/>
                    <a:pt x="9177" y="1144"/>
                    <a:pt x="9063" y="1045"/>
                  </a:cubicBezTo>
                  <a:cubicBezTo>
                    <a:pt x="8971" y="953"/>
                    <a:pt x="8864" y="862"/>
                    <a:pt x="8750" y="771"/>
                  </a:cubicBezTo>
                  <a:cubicBezTo>
                    <a:pt x="8499" y="557"/>
                    <a:pt x="8201" y="405"/>
                    <a:pt x="7881" y="321"/>
                  </a:cubicBezTo>
                  <a:cubicBezTo>
                    <a:pt x="7767" y="306"/>
                    <a:pt x="7653" y="290"/>
                    <a:pt x="7538" y="290"/>
                  </a:cubicBezTo>
                  <a:cubicBezTo>
                    <a:pt x="7518" y="291"/>
                    <a:pt x="7498" y="292"/>
                    <a:pt x="7477" y="292"/>
                  </a:cubicBezTo>
                  <a:cubicBezTo>
                    <a:pt x="7338" y="292"/>
                    <a:pt x="7199" y="269"/>
                    <a:pt x="7066" y="229"/>
                  </a:cubicBezTo>
                  <a:cubicBezTo>
                    <a:pt x="7340" y="176"/>
                    <a:pt x="7622" y="146"/>
                    <a:pt x="7904" y="130"/>
                  </a:cubicBezTo>
                  <a:close/>
                  <a:moveTo>
                    <a:pt x="7355" y="367"/>
                  </a:moveTo>
                  <a:cubicBezTo>
                    <a:pt x="7416" y="374"/>
                    <a:pt x="7477" y="374"/>
                    <a:pt x="7531" y="374"/>
                  </a:cubicBezTo>
                  <a:lnTo>
                    <a:pt x="7531" y="382"/>
                  </a:lnTo>
                  <a:cubicBezTo>
                    <a:pt x="7637" y="382"/>
                    <a:pt x="7744" y="389"/>
                    <a:pt x="7851" y="405"/>
                  </a:cubicBezTo>
                  <a:cubicBezTo>
                    <a:pt x="8156" y="481"/>
                    <a:pt x="8438" y="626"/>
                    <a:pt x="8674" y="824"/>
                  </a:cubicBezTo>
                  <a:cubicBezTo>
                    <a:pt x="8781" y="915"/>
                    <a:pt x="8880" y="1007"/>
                    <a:pt x="8979" y="1098"/>
                  </a:cubicBezTo>
                  <a:lnTo>
                    <a:pt x="8986" y="1106"/>
                  </a:lnTo>
                  <a:cubicBezTo>
                    <a:pt x="9093" y="1205"/>
                    <a:pt x="9207" y="1312"/>
                    <a:pt x="9337" y="1411"/>
                  </a:cubicBezTo>
                  <a:cubicBezTo>
                    <a:pt x="9375" y="1441"/>
                    <a:pt x="9421" y="1479"/>
                    <a:pt x="9451" y="1510"/>
                  </a:cubicBezTo>
                  <a:cubicBezTo>
                    <a:pt x="9550" y="1601"/>
                    <a:pt x="9665" y="1685"/>
                    <a:pt x="9787" y="1746"/>
                  </a:cubicBezTo>
                  <a:cubicBezTo>
                    <a:pt x="9665" y="1784"/>
                    <a:pt x="9543" y="1807"/>
                    <a:pt x="9421" y="1815"/>
                  </a:cubicBezTo>
                  <a:cubicBezTo>
                    <a:pt x="9383" y="1815"/>
                    <a:pt x="9345" y="1807"/>
                    <a:pt x="9307" y="1799"/>
                  </a:cubicBezTo>
                  <a:cubicBezTo>
                    <a:pt x="8910" y="1731"/>
                    <a:pt x="8590" y="1373"/>
                    <a:pt x="8354" y="1113"/>
                  </a:cubicBezTo>
                  <a:lnTo>
                    <a:pt x="8308" y="1060"/>
                  </a:lnTo>
                  <a:cubicBezTo>
                    <a:pt x="8041" y="763"/>
                    <a:pt x="7721" y="527"/>
                    <a:pt x="7355" y="367"/>
                  </a:cubicBezTo>
                  <a:close/>
                  <a:moveTo>
                    <a:pt x="5984" y="267"/>
                  </a:moveTo>
                  <a:cubicBezTo>
                    <a:pt x="6045" y="275"/>
                    <a:pt x="6098" y="290"/>
                    <a:pt x="6151" y="321"/>
                  </a:cubicBezTo>
                  <a:cubicBezTo>
                    <a:pt x="6548" y="664"/>
                    <a:pt x="6967" y="976"/>
                    <a:pt x="7401" y="1251"/>
                  </a:cubicBezTo>
                  <a:cubicBezTo>
                    <a:pt x="7782" y="1502"/>
                    <a:pt x="8476" y="1929"/>
                    <a:pt x="8925" y="2066"/>
                  </a:cubicBezTo>
                  <a:lnTo>
                    <a:pt x="8720" y="2135"/>
                  </a:lnTo>
                  <a:cubicBezTo>
                    <a:pt x="8453" y="2089"/>
                    <a:pt x="8186" y="2020"/>
                    <a:pt x="7935" y="1921"/>
                  </a:cubicBezTo>
                  <a:cubicBezTo>
                    <a:pt x="7630" y="1799"/>
                    <a:pt x="7333" y="1655"/>
                    <a:pt x="7051" y="1479"/>
                  </a:cubicBezTo>
                  <a:cubicBezTo>
                    <a:pt x="6784" y="1304"/>
                    <a:pt x="6517" y="1121"/>
                    <a:pt x="6273" y="923"/>
                  </a:cubicBezTo>
                  <a:cubicBezTo>
                    <a:pt x="6159" y="839"/>
                    <a:pt x="6045" y="740"/>
                    <a:pt x="5930" y="656"/>
                  </a:cubicBezTo>
                  <a:lnTo>
                    <a:pt x="5877" y="610"/>
                  </a:lnTo>
                  <a:cubicBezTo>
                    <a:pt x="5824" y="557"/>
                    <a:pt x="5770" y="519"/>
                    <a:pt x="5717" y="473"/>
                  </a:cubicBezTo>
                  <a:lnTo>
                    <a:pt x="5717" y="481"/>
                  </a:lnTo>
                  <a:cubicBezTo>
                    <a:pt x="5686" y="450"/>
                    <a:pt x="5656" y="428"/>
                    <a:pt x="5625" y="405"/>
                  </a:cubicBezTo>
                  <a:lnTo>
                    <a:pt x="5610" y="397"/>
                  </a:lnTo>
                  <a:lnTo>
                    <a:pt x="5603" y="389"/>
                  </a:lnTo>
                  <a:cubicBezTo>
                    <a:pt x="5724" y="344"/>
                    <a:pt x="5846" y="298"/>
                    <a:pt x="5976" y="267"/>
                  </a:cubicBezTo>
                  <a:close/>
                  <a:moveTo>
                    <a:pt x="5542" y="420"/>
                  </a:moveTo>
                  <a:lnTo>
                    <a:pt x="5572" y="435"/>
                  </a:lnTo>
                  <a:lnTo>
                    <a:pt x="5580" y="443"/>
                  </a:lnTo>
                  <a:cubicBezTo>
                    <a:pt x="5618" y="473"/>
                    <a:pt x="5648" y="504"/>
                    <a:pt x="5679" y="519"/>
                  </a:cubicBezTo>
                  <a:cubicBezTo>
                    <a:pt x="5732" y="565"/>
                    <a:pt x="5793" y="618"/>
                    <a:pt x="5846" y="671"/>
                  </a:cubicBezTo>
                  <a:cubicBezTo>
                    <a:pt x="5961" y="763"/>
                    <a:pt x="6083" y="877"/>
                    <a:pt x="6205" y="976"/>
                  </a:cubicBezTo>
                  <a:cubicBezTo>
                    <a:pt x="6456" y="1182"/>
                    <a:pt x="6715" y="1380"/>
                    <a:pt x="6990" y="1548"/>
                  </a:cubicBezTo>
                  <a:cubicBezTo>
                    <a:pt x="7279" y="1731"/>
                    <a:pt x="7584" y="1876"/>
                    <a:pt x="7904" y="1998"/>
                  </a:cubicBezTo>
                  <a:cubicBezTo>
                    <a:pt x="8064" y="2051"/>
                    <a:pt x="8240" y="2104"/>
                    <a:pt x="8407" y="2135"/>
                  </a:cubicBezTo>
                  <a:cubicBezTo>
                    <a:pt x="8476" y="2150"/>
                    <a:pt x="8544" y="2165"/>
                    <a:pt x="8613" y="2173"/>
                  </a:cubicBezTo>
                  <a:lnTo>
                    <a:pt x="8468" y="2226"/>
                  </a:lnTo>
                  <a:lnTo>
                    <a:pt x="7980" y="2394"/>
                  </a:lnTo>
                  <a:lnTo>
                    <a:pt x="7958" y="2386"/>
                  </a:lnTo>
                  <a:cubicBezTo>
                    <a:pt x="7889" y="2356"/>
                    <a:pt x="7820" y="2318"/>
                    <a:pt x="7737" y="2280"/>
                  </a:cubicBezTo>
                  <a:cubicBezTo>
                    <a:pt x="7615" y="2219"/>
                    <a:pt x="7493" y="2150"/>
                    <a:pt x="7371" y="2081"/>
                  </a:cubicBezTo>
                  <a:lnTo>
                    <a:pt x="7333" y="2051"/>
                  </a:lnTo>
                  <a:cubicBezTo>
                    <a:pt x="7066" y="1898"/>
                    <a:pt x="6814" y="1723"/>
                    <a:pt x="6570" y="1540"/>
                  </a:cubicBezTo>
                  <a:cubicBezTo>
                    <a:pt x="6433" y="1426"/>
                    <a:pt x="6296" y="1312"/>
                    <a:pt x="6174" y="1197"/>
                  </a:cubicBezTo>
                  <a:cubicBezTo>
                    <a:pt x="6075" y="1121"/>
                    <a:pt x="5984" y="1037"/>
                    <a:pt x="5885" y="953"/>
                  </a:cubicBezTo>
                  <a:cubicBezTo>
                    <a:pt x="5763" y="854"/>
                    <a:pt x="5633" y="771"/>
                    <a:pt x="5496" y="694"/>
                  </a:cubicBezTo>
                  <a:cubicBezTo>
                    <a:pt x="5427" y="656"/>
                    <a:pt x="5351" y="618"/>
                    <a:pt x="5267" y="595"/>
                  </a:cubicBezTo>
                  <a:cubicBezTo>
                    <a:pt x="5244" y="588"/>
                    <a:pt x="5214" y="580"/>
                    <a:pt x="5191" y="580"/>
                  </a:cubicBezTo>
                  <a:cubicBezTo>
                    <a:pt x="5313" y="519"/>
                    <a:pt x="5427" y="466"/>
                    <a:pt x="5542" y="420"/>
                  </a:cubicBezTo>
                  <a:close/>
                  <a:moveTo>
                    <a:pt x="5138" y="618"/>
                  </a:moveTo>
                  <a:cubicBezTo>
                    <a:pt x="5176" y="626"/>
                    <a:pt x="5214" y="633"/>
                    <a:pt x="5252" y="649"/>
                  </a:cubicBezTo>
                  <a:cubicBezTo>
                    <a:pt x="5328" y="671"/>
                    <a:pt x="5397" y="702"/>
                    <a:pt x="5465" y="748"/>
                  </a:cubicBezTo>
                  <a:cubicBezTo>
                    <a:pt x="5595" y="824"/>
                    <a:pt x="5717" y="915"/>
                    <a:pt x="5824" y="1014"/>
                  </a:cubicBezTo>
                  <a:cubicBezTo>
                    <a:pt x="5892" y="1068"/>
                    <a:pt x="5961" y="1136"/>
                    <a:pt x="6037" y="1197"/>
                  </a:cubicBezTo>
                  <a:cubicBezTo>
                    <a:pt x="6182" y="1334"/>
                    <a:pt x="6334" y="1472"/>
                    <a:pt x="6502" y="1601"/>
                  </a:cubicBezTo>
                  <a:cubicBezTo>
                    <a:pt x="6746" y="1792"/>
                    <a:pt x="7005" y="1967"/>
                    <a:pt x="7279" y="2119"/>
                  </a:cubicBezTo>
                  <a:lnTo>
                    <a:pt x="7317" y="2135"/>
                  </a:lnTo>
                  <a:cubicBezTo>
                    <a:pt x="7439" y="2211"/>
                    <a:pt x="7569" y="2280"/>
                    <a:pt x="7706" y="2333"/>
                  </a:cubicBezTo>
                  <a:lnTo>
                    <a:pt x="7904" y="2417"/>
                  </a:lnTo>
                  <a:lnTo>
                    <a:pt x="7828" y="2447"/>
                  </a:lnTo>
                  <a:lnTo>
                    <a:pt x="7706" y="2485"/>
                  </a:lnTo>
                  <a:lnTo>
                    <a:pt x="7676" y="2485"/>
                  </a:lnTo>
                  <a:cubicBezTo>
                    <a:pt x="7599" y="2470"/>
                    <a:pt x="7515" y="2455"/>
                    <a:pt x="7432" y="2440"/>
                  </a:cubicBezTo>
                  <a:lnTo>
                    <a:pt x="7325" y="2409"/>
                  </a:lnTo>
                  <a:cubicBezTo>
                    <a:pt x="7287" y="2401"/>
                    <a:pt x="7249" y="2386"/>
                    <a:pt x="7203" y="2379"/>
                  </a:cubicBezTo>
                  <a:lnTo>
                    <a:pt x="7195" y="2379"/>
                  </a:lnTo>
                  <a:cubicBezTo>
                    <a:pt x="7157" y="2363"/>
                    <a:pt x="7134" y="2356"/>
                    <a:pt x="7112" y="2341"/>
                  </a:cubicBezTo>
                  <a:cubicBezTo>
                    <a:pt x="7043" y="2310"/>
                    <a:pt x="6974" y="2280"/>
                    <a:pt x="6906" y="2241"/>
                  </a:cubicBezTo>
                  <a:cubicBezTo>
                    <a:pt x="6647" y="2089"/>
                    <a:pt x="6395" y="1929"/>
                    <a:pt x="6151" y="1746"/>
                  </a:cubicBezTo>
                  <a:cubicBezTo>
                    <a:pt x="6060" y="1677"/>
                    <a:pt x="5968" y="1601"/>
                    <a:pt x="5885" y="1533"/>
                  </a:cubicBezTo>
                  <a:cubicBezTo>
                    <a:pt x="5747" y="1426"/>
                    <a:pt x="5595" y="1312"/>
                    <a:pt x="5450" y="1205"/>
                  </a:cubicBezTo>
                  <a:cubicBezTo>
                    <a:pt x="5321" y="1113"/>
                    <a:pt x="5183" y="1037"/>
                    <a:pt x="5046" y="969"/>
                  </a:cubicBezTo>
                  <a:cubicBezTo>
                    <a:pt x="4932" y="915"/>
                    <a:pt x="4810" y="885"/>
                    <a:pt x="4680" y="870"/>
                  </a:cubicBezTo>
                  <a:cubicBezTo>
                    <a:pt x="4802" y="793"/>
                    <a:pt x="4962" y="702"/>
                    <a:pt x="5122" y="618"/>
                  </a:cubicBezTo>
                  <a:close/>
                  <a:moveTo>
                    <a:pt x="4619" y="892"/>
                  </a:moveTo>
                  <a:cubicBezTo>
                    <a:pt x="4757" y="915"/>
                    <a:pt x="4886" y="953"/>
                    <a:pt x="5000" y="1022"/>
                  </a:cubicBezTo>
                  <a:cubicBezTo>
                    <a:pt x="5138" y="1091"/>
                    <a:pt x="5267" y="1167"/>
                    <a:pt x="5382" y="1258"/>
                  </a:cubicBezTo>
                  <a:cubicBezTo>
                    <a:pt x="5526" y="1357"/>
                    <a:pt x="5664" y="1472"/>
                    <a:pt x="5793" y="1578"/>
                  </a:cubicBezTo>
                  <a:cubicBezTo>
                    <a:pt x="5885" y="1647"/>
                    <a:pt x="5976" y="1731"/>
                    <a:pt x="6075" y="1807"/>
                  </a:cubicBezTo>
                  <a:cubicBezTo>
                    <a:pt x="6174" y="1883"/>
                    <a:pt x="6296" y="1959"/>
                    <a:pt x="6403" y="2028"/>
                  </a:cubicBezTo>
                  <a:lnTo>
                    <a:pt x="6456" y="2066"/>
                  </a:lnTo>
                  <a:cubicBezTo>
                    <a:pt x="6586" y="2150"/>
                    <a:pt x="6715" y="2226"/>
                    <a:pt x="6852" y="2295"/>
                  </a:cubicBezTo>
                  <a:cubicBezTo>
                    <a:pt x="6929" y="2333"/>
                    <a:pt x="6997" y="2371"/>
                    <a:pt x="7073" y="2401"/>
                  </a:cubicBezTo>
                  <a:lnTo>
                    <a:pt x="7119" y="2424"/>
                  </a:lnTo>
                  <a:cubicBezTo>
                    <a:pt x="7195" y="2462"/>
                    <a:pt x="7279" y="2501"/>
                    <a:pt x="7363" y="2531"/>
                  </a:cubicBezTo>
                  <a:cubicBezTo>
                    <a:pt x="7401" y="2539"/>
                    <a:pt x="7432" y="2554"/>
                    <a:pt x="7462" y="2569"/>
                  </a:cubicBezTo>
                  <a:lnTo>
                    <a:pt x="7386" y="2600"/>
                  </a:lnTo>
                  <a:lnTo>
                    <a:pt x="7035" y="2722"/>
                  </a:lnTo>
                  <a:cubicBezTo>
                    <a:pt x="6921" y="2699"/>
                    <a:pt x="6814" y="2668"/>
                    <a:pt x="6708" y="2623"/>
                  </a:cubicBezTo>
                  <a:cubicBezTo>
                    <a:pt x="6578" y="2562"/>
                    <a:pt x="6456" y="2485"/>
                    <a:pt x="6349" y="2386"/>
                  </a:cubicBezTo>
                  <a:cubicBezTo>
                    <a:pt x="6258" y="2287"/>
                    <a:pt x="6167" y="2188"/>
                    <a:pt x="6083" y="2081"/>
                  </a:cubicBezTo>
                  <a:lnTo>
                    <a:pt x="6060" y="2059"/>
                  </a:lnTo>
                  <a:cubicBezTo>
                    <a:pt x="6022" y="2005"/>
                    <a:pt x="5984" y="1959"/>
                    <a:pt x="5938" y="1921"/>
                  </a:cubicBezTo>
                  <a:cubicBezTo>
                    <a:pt x="5892" y="1876"/>
                    <a:pt x="5831" y="1822"/>
                    <a:pt x="5778" y="1777"/>
                  </a:cubicBezTo>
                  <a:cubicBezTo>
                    <a:pt x="5557" y="1571"/>
                    <a:pt x="5298" y="1411"/>
                    <a:pt x="5023" y="1289"/>
                  </a:cubicBezTo>
                  <a:cubicBezTo>
                    <a:pt x="4879" y="1228"/>
                    <a:pt x="4718" y="1182"/>
                    <a:pt x="4558" y="1159"/>
                  </a:cubicBezTo>
                  <a:cubicBezTo>
                    <a:pt x="4490" y="1152"/>
                    <a:pt x="4421" y="1152"/>
                    <a:pt x="4353" y="1152"/>
                  </a:cubicBezTo>
                  <a:cubicBezTo>
                    <a:pt x="4299" y="1152"/>
                    <a:pt x="4246" y="1152"/>
                    <a:pt x="4193" y="1144"/>
                  </a:cubicBezTo>
                  <a:cubicBezTo>
                    <a:pt x="4315" y="1075"/>
                    <a:pt x="4436" y="1007"/>
                    <a:pt x="4574" y="923"/>
                  </a:cubicBezTo>
                  <a:lnTo>
                    <a:pt x="4619" y="892"/>
                  </a:lnTo>
                  <a:close/>
                  <a:moveTo>
                    <a:pt x="4132" y="1182"/>
                  </a:moveTo>
                  <a:cubicBezTo>
                    <a:pt x="4185" y="1197"/>
                    <a:pt x="4246" y="1205"/>
                    <a:pt x="4307" y="1205"/>
                  </a:cubicBezTo>
                  <a:lnTo>
                    <a:pt x="4345" y="1205"/>
                  </a:lnTo>
                  <a:cubicBezTo>
                    <a:pt x="4414" y="1205"/>
                    <a:pt x="4482" y="1213"/>
                    <a:pt x="4543" y="1228"/>
                  </a:cubicBezTo>
                  <a:cubicBezTo>
                    <a:pt x="4696" y="1251"/>
                    <a:pt x="4840" y="1296"/>
                    <a:pt x="4978" y="1365"/>
                  </a:cubicBezTo>
                  <a:cubicBezTo>
                    <a:pt x="5244" y="1479"/>
                    <a:pt x="5488" y="1639"/>
                    <a:pt x="5702" y="1838"/>
                  </a:cubicBezTo>
                  <a:cubicBezTo>
                    <a:pt x="5755" y="1883"/>
                    <a:pt x="5808" y="1937"/>
                    <a:pt x="5862" y="1982"/>
                  </a:cubicBezTo>
                  <a:cubicBezTo>
                    <a:pt x="5907" y="2013"/>
                    <a:pt x="5945" y="2059"/>
                    <a:pt x="5976" y="2104"/>
                  </a:cubicBezTo>
                  <a:lnTo>
                    <a:pt x="5999" y="2135"/>
                  </a:lnTo>
                  <a:cubicBezTo>
                    <a:pt x="6083" y="2241"/>
                    <a:pt x="6182" y="2348"/>
                    <a:pt x="6281" y="2440"/>
                  </a:cubicBezTo>
                  <a:cubicBezTo>
                    <a:pt x="6395" y="2546"/>
                    <a:pt x="6532" y="2623"/>
                    <a:pt x="6670" y="2683"/>
                  </a:cubicBezTo>
                  <a:cubicBezTo>
                    <a:pt x="6761" y="2714"/>
                    <a:pt x="6845" y="2737"/>
                    <a:pt x="6936" y="2752"/>
                  </a:cubicBezTo>
                  <a:lnTo>
                    <a:pt x="6464" y="2912"/>
                  </a:lnTo>
                  <a:cubicBezTo>
                    <a:pt x="6227" y="2836"/>
                    <a:pt x="6014" y="2691"/>
                    <a:pt x="5839" y="2508"/>
                  </a:cubicBezTo>
                  <a:cubicBezTo>
                    <a:pt x="5763" y="2417"/>
                    <a:pt x="5686" y="2310"/>
                    <a:pt x="5625" y="2211"/>
                  </a:cubicBezTo>
                  <a:lnTo>
                    <a:pt x="5603" y="2180"/>
                  </a:lnTo>
                  <a:cubicBezTo>
                    <a:pt x="5534" y="2059"/>
                    <a:pt x="5435" y="1944"/>
                    <a:pt x="5328" y="1845"/>
                  </a:cubicBezTo>
                  <a:cubicBezTo>
                    <a:pt x="5206" y="1746"/>
                    <a:pt x="5069" y="1670"/>
                    <a:pt x="4917" y="1624"/>
                  </a:cubicBezTo>
                  <a:cubicBezTo>
                    <a:pt x="4757" y="1571"/>
                    <a:pt x="4597" y="1533"/>
                    <a:pt x="4429" y="1510"/>
                  </a:cubicBezTo>
                  <a:cubicBezTo>
                    <a:pt x="4299" y="1495"/>
                    <a:pt x="4170" y="1487"/>
                    <a:pt x="4048" y="1472"/>
                  </a:cubicBezTo>
                  <a:lnTo>
                    <a:pt x="3941" y="1464"/>
                  </a:lnTo>
                  <a:cubicBezTo>
                    <a:pt x="3819" y="1456"/>
                    <a:pt x="3712" y="1441"/>
                    <a:pt x="3613" y="1434"/>
                  </a:cubicBezTo>
                  <a:cubicBezTo>
                    <a:pt x="3796" y="1357"/>
                    <a:pt x="3964" y="1281"/>
                    <a:pt x="4132" y="1182"/>
                  </a:cubicBezTo>
                  <a:close/>
                  <a:moveTo>
                    <a:pt x="3530" y="1464"/>
                  </a:moveTo>
                  <a:cubicBezTo>
                    <a:pt x="3667" y="1495"/>
                    <a:pt x="3804" y="1510"/>
                    <a:pt x="3926" y="1525"/>
                  </a:cubicBezTo>
                  <a:lnTo>
                    <a:pt x="4025" y="1540"/>
                  </a:lnTo>
                  <a:cubicBezTo>
                    <a:pt x="4154" y="1556"/>
                    <a:pt x="4284" y="1571"/>
                    <a:pt x="4406" y="1594"/>
                  </a:cubicBezTo>
                  <a:cubicBezTo>
                    <a:pt x="4566" y="1609"/>
                    <a:pt x="4718" y="1647"/>
                    <a:pt x="4863" y="1700"/>
                  </a:cubicBezTo>
                  <a:cubicBezTo>
                    <a:pt x="5008" y="1746"/>
                    <a:pt x="5130" y="1822"/>
                    <a:pt x="5244" y="1914"/>
                  </a:cubicBezTo>
                  <a:cubicBezTo>
                    <a:pt x="5359" y="2013"/>
                    <a:pt x="5458" y="2127"/>
                    <a:pt x="5534" y="2264"/>
                  </a:cubicBezTo>
                  <a:lnTo>
                    <a:pt x="5542" y="2264"/>
                  </a:lnTo>
                  <a:cubicBezTo>
                    <a:pt x="5610" y="2363"/>
                    <a:pt x="5686" y="2462"/>
                    <a:pt x="5770" y="2554"/>
                  </a:cubicBezTo>
                  <a:cubicBezTo>
                    <a:pt x="5869" y="2668"/>
                    <a:pt x="5991" y="2760"/>
                    <a:pt x="6128" y="2828"/>
                  </a:cubicBezTo>
                  <a:cubicBezTo>
                    <a:pt x="6212" y="2874"/>
                    <a:pt x="6296" y="2904"/>
                    <a:pt x="6388" y="2935"/>
                  </a:cubicBezTo>
                  <a:lnTo>
                    <a:pt x="6037" y="3049"/>
                  </a:lnTo>
                  <a:cubicBezTo>
                    <a:pt x="5793" y="2935"/>
                    <a:pt x="5572" y="2767"/>
                    <a:pt x="5389" y="2569"/>
                  </a:cubicBezTo>
                  <a:lnTo>
                    <a:pt x="5366" y="2485"/>
                  </a:lnTo>
                  <a:cubicBezTo>
                    <a:pt x="5214" y="1975"/>
                    <a:pt x="4619" y="1799"/>
                    <a:pt x="4055" y="1632"/>
                  </a:cubicBezTo>
                  <a:cubicBezTo>
                    <a:pt x="3865" y="1578"/>
                    <a:pt x="3690" y="1533"/>
                    <a:pt x="3530" y="1464"/>
                  </a:cubicBezTo>
                  <a:close/>
                  <a:moveTo>
                    <a:pt x="3103" y="1830"/>
                  </a:moveTo>
                  <a:cubicBezTo>
                    <a:pt x="3644" y="1830"/>
                    <a:pt x="4345" y="2074"/>
                    <a:pt x="5237" y="2562"/>
                  </a:cubicBezTo>
                  <a:lnTo>
                    <a:pt x="5313" y="2607"/>
                  </a:lnTo>
                  <a:cubicBezTo>
                    <a:pt x="5496" y="2798"/>
                    <a:pt x="5709" y="2965"/>
                    <a:pt x="5938" y="3087"/>
                  </a:cubicBezTo>
                  <a:lnTo>
                    <a:pt x="5930" y="3087"/>
                  </a:lnTo>
                  <a:lnTo>
                    <a:pt x="5572" y="3202"/>
                  </a:lnTo>
                  <a:cubicBezTo>
                    <a:pt x="5061" y="3164"/>
                    <a:pt x="4574" y="2965"/>
                    <a:pt x="4040" y="2562"/>
                  </a:cubicBezTo>
                  <a:lnTo>
                    <a:pt x="3903" y="2455"/>
                  </a:lnTo>
                  <a:cubicBezTo>
                    <a:pt x="3728" y="2310"/>
                    <a:pt x="3545" y="2180"/>
                    <a:pt x="3347" y="2066"/>
                  </a:cubicBezTo>
                  <a:cubicBezTo>
                    <a:pt x="3202" y="1975"/>
                    <a:pt x="3042" y="1906"/>
                    <a:pt x="2874" y="1853"/>
                  </a:cubicBezTo>
                  <a:lnTo>
                    <a:pt x="2889" y="1845"/>
                  </a:lnTo>
                  <a:cubicBezTo>
                    <a:pt x="2958" y="1838"/>
                    <a:pt x="3034" y="1830"/>
                    <a:pt x="3103" y="1830"/>
                  </a:cubicBezTo>
                  <a:close/>
                  <a:moveTo>
                    <a:pt x="2620" y="2002"/>
                  </a:moveTo>
                  <a:cubicBezTo>
                    <a:pt x="2631" y="2002"/>
                    <a:pt x="2642" y="2003"/>
                    <a:pt x="2653" y="2005"/>
                  </a:cubicBezTo>
                  <a:cubicBezTo>
                    <a:pt x="2805" y="2005"/>
                    <a:pt x="2950" y="2028"/>
                    <a:pt x="3095" y="2089"/>
                  </a:cubicBezTo>
                  <a:lnTo>
                    <a:pt x="3171" y="2112"/>
                  </a:lnTo>
                  <a:cubicBezTo>
                    <a:pt x="3248" y="2135"/>
                    <a:pt x="3316" y="2165"/>
                    <a:pt x="3385" y="2211"/>
                  </a:cubicBezTo>
                  <a:cubicBezTo>
                    <a:pt x="3408" y="2219"/>
                    <a:pt x="3430" y="2234"/>
                    <a:pt x="3453" y="2249"/>
                  </a:cubicBezTo>
                  <a:lnTo>
                    <a:pt x="3461" y="2249"/>
                  </a:lnTo>
                  <a:cubicBezTo>
                    <a:pt x="3491" y="2272"/>
                    <a:pt x="3530" y="2295"/>
                    <a:pt x="3560" y="2325"/>
                  </a:cubicBezTo>
                  <a:cubicBezTo>
                    <a:pt x="3568" y="2325"/>
                    <a:pt x="3575" y="2333"/>
                    <a:pt x="3575" y="2333"/>
                  </a:cubicBezTo>
                  <a:cubicBezTo>
                    <a:pt x="3659" y="2386"/>
                    <a:pt x="3735" y="2447"/>
                    <a:pt x="3804" y="2501"/>
                  </a:cubicBezTo>
                  <a:cubicBezTo>
                    <a:pt x="3941" y="2607"/>
                    <a:pt x="4086" y="2722"/>
                    <a:pt x="4238" y="2821"/>
                  </a:cubicBezTo>
                  <a:cubicBezTo>
                    <a:pt x="4543" y="3026"/>
                    <a:pt x="4894" y="3171"/>
                    <a:pt x="5252" y="3240"/>
                  </a:cubicBezTo>
                  <a:lnTo>
                    <a:pt x="5260" y="3247"/>
                  </a:lnTo>
                  <a:lnTo>
                    <a:pt x="5290" y="3255"/>
                  </a:lnTo>
                  <a:lnTo>
                    <a:pt x="5321" y="3270"/>
                  </a:lnTo>
                  <a:lnTo>
                    <a:pt x="5160" y="3324"/>
                  </a:lnTo>
                  <a:cubicBezTo>
                    <a:pt x="4985" y="3301"/>
                    <a:pt x="4818" y="3270"/>
                    <a:pt x="4650" y="3225"/>
                  </a:cubicBezTo>
                  <a:lnTo>
                    <a:pt x="4635" y="3225"/>
                  </a:lnTo>
                  <a:lnTo>
                    <a:pt x="4536" y="3202"/>
                  </a:lnTo>
                  <a:cubicBezTo>
                    <a:pt x="4284" y="3133"/>
                    <a:pt x="4048" y="3049"/>
                    <a:pt x="3819" y="2935"/>
                  </a:cubicBezTo>
                  <a:cubicBezTo>
                    <a:pt x="3705" y="2882"/>
                    <a:pt x="3583" y="2828"/>
                    <a:pt x="3461" y="2775"/>
                  </a:cubicBezTo>
                  <a:cubicBezTo>
                    <a:pt x="3110" y="2623"/>
                    <a:pt x="2729" y="2531"/>
                    <a:pt x="2348" y="2501"/>
                  </a:cubicBezTo>
                  <a:lnTo>
                    <a:pt x="2242" y="2501"/>
                  </a:lnTo>
                  <a:cubicBezTo>
                    <a:pt x="2135" y="2501"/>
                    <a:pt x="2036" y="2508"/>
                    <a:pt x="1929" y="2531"/>
                  </a:cubicBezTo>
                  <a:cubicBezTo>
                    <a:pt x="1899" y="2539"/>
                    <a:pt x="1860" y="2539"/>
                    <a:pt x="1830" y="2539"/>
                  </a:cubicBezTo>
                  <a:lnTo>
                    <a:pt x="1777" y="2539"/>
                  </a:lnTo>
                  <a:cubicBezTo>
                    <a:pt x="1754" y="2539"/>
                    <a:pt x="1731" y="2531"/>
                    <a:pt x="1708" y="2531"/>
                  </a:cubicBezTo>
                  <a:cubicBezTo>
                    <a:pt x="1975" y="2333"/>
                    <a:pt x="2249" y="2158"/>
                    <a:pt x="2539" y="2013"/>
                  </a:cubicBezTo>
                  <a:cubicBezTo>
                    <a:pt x="2566" y="2007"/>
                    <a:pt x="2593" y="2002"/>
                    <a:pt x="2620" y="2002"/>
                  </a:cubicBezTo>
                  <a:close/>
                  <a:moveTo>
                    <a:pt x="2249" y="2592"/>
                  </a:moveTo>
                  <a:cubicBezTo>
                    <a:pt x="2356" y="2592"/>
                    <a:pt x="2455" y="2600"/>
                    <a:pt x="2554" y="2615"/>
                  </a:cubicBezTo>
                  <a:cubicBezTo>
                    <a:pt x="2950" y="2683"/>
                    <a:pt x="3339" y="2805"/>
                    <a:pt x="3697" y="2981"/>
                  </a:cubicBezTo>
                  <a:cubicBezTo>
                    <a:pt x="4010" y="3133"/>
                    <a:pt x="4337" y="3247"/>
                    <a:pt x="4673" y="3316"/>
                  </a:cubicBezTo>
                  <a:lnTo>
                    <a:pt x="4764" y="3339"/>
                  </a:lnTo>
                  <a:lnTo>
                    <a:pt x="4802" y="3347"/>
                  </a:lnTo>
                  <a:cubicBezTo>
                    <a:pt x="4840" y="3354"/>
                    <a:pt x="4871" y="3369"/>
                    <a:pt x="4901" y="3377"/>
                  </a:cubicBezTo>
                  <a:lnTo>
                    <a:pt x="4917" y="3385"/>
                  </a:lnTo>
                  <a:lnTo>
                    <a:pt x="4924" y="3385"/>
                  </a:lnTo>
                  <a:lnTo>
                    <a:pt x="4856" y="3408"/>
                  </a:lnTo>
                  <a:cubicBezTo>
                    <a:pt x="4772" y="3415"/>
                    <a:pt x="4688" y="3430"/>
                    <a:pt x="4612" y="3438"/>
                  </a:cubicBezTo>
                  <a:lnTo>
                    <a:pt x="4475" y="3453"/>
                  </a:lnTo>
                  <a:cubicBezTo>
                    <a:pt x="4299" y="3476"/>
                    <a:pt x="4132" y="3491"/>
                    <a:pt x="3956" y="3499"/>
                  </a:cubicBezTo>
                  <a:lnTo>
                    <a:pt x="3827" y="3499"/>
                  </a:lnTo>
                  <a:cubicBezTo>
                    <a:pt x="3537" y="3468"/>
                    <a:pt x="3240" y="3423"/>
                    <a:pt x="2950" y="3362"/>
                  </a:cubicBezTo>
                  <a:cubicBezTo>
                    <a:pt x="2798" y="3331"/>
                    <a:pt x="2645" y="3301"/>
                    <a:pt x="2493" y="3278"/>
                  </a:cubicBezTo>
                  <a:cubicBezTo>
                    <a:pt x="2333" y="3250"/>
                    <a:pt x="2172" y="3237"/>
                    <a:pt x="2012" y="3237"/>
                  </a:cubicBezTo>
                  <a:cubicBezTo>
                    <a:pt x="1729" y="3237"/>
                    <a:pt x="1447" y="3279"/>
                    <a:pt x="1175" y="3362"/>
                  </a:cubicBezTo>
                  <a:cubicBezTo>
                    <a:pt x="1136" y="3369"/>
                    <a:pt x="1091" y="3377"/>
                    <a:pt x="1053" y="3392"/>
                  </a:cubicBezTo>
                  <a:cubicBezTo>
                    <a:pt x="1007" y="3400"/>
                    <a:pt x="953" y="3415"/>
                    <a:pt x="900" y="3423"/>
                  </a:cubicBezTo>
                  <a:cubicBezTo>
                    <a:pt x="854" y="3430"/>
                    <a:pt x="809" y="3438"/>
                    <a:pt x="755" y="3438"/>
                  </a:cubicBezTo>
                  <a:cubicBezTo>
                    <a:pt x="938" y="3217"/>
                    <a:pt x="1144" y="3004"/>
                    <a:pt x="1365" y="2805"/>
                  </a:cubicBezTo>
                  <a:cubicBezTo>
                    <a:pt x="1464" y="2783"/>
                    <a:pt x="1556" y="2752"/>
                    <a:pt x="1647" y="2722"/>
                  </a:cubicBezTo>
                  <a:cubicBezTo>
                    <a:pt x="1723" y="2691"/>
                    <a:pt x="1799" y="2661"/>
                    <a:pt x="1876" y="2638"/>
                  </a:cubicBezTo>
                  <a:cubicBezTo>
                    <a:pt x="1998" y="2607"/>
                    <a:pt x="2120" y="2592"/>
                    <a:pt x="2249" y="2592"/>
                  </a:cubicBezTo>
                  <a:close/>
                  <a:moveTo>
                    <a:pt x="9695" y="2074"/>
                  </a:moveTo>
                  <a:cubicBezTo>
                    <a:pt x="9695" y="2104"/>
                    <a:pt x="9688" y="2142"/>
                    <a:pt x="9680" y="2180"/>
                  </a:cubicBezTo>
                  <a:cubicBezTo>
                    <a:pt x="9680" y="2196"/>
                    <a:pt x="9672" y="2211"/>
                    <a:pt x="9672" y="2219"/>
                  </a:cubicBezTo>
                  <a:cubicBezTo>
                    <a:pt x="9627" y="2341"/>
                    <a:pt x="9596" y="2455"/>
                    <a:pt x="9573" y="2577"/>
                  </a:cubicBezTo>
                  <a:lnTo>
                    <a:pt x="9566" y="2600"/>
                  </a:lnTo>
                  <a:lnTo>
                    <a:pt x="9550" y="2668"/>
                  </a:lnTo>
                  <a:cubicBezTo>
                    <a:pt x="9528" y="2767"/>
                    <a:pt x="9505" y="2874"/>
                    <a:pt x="9482" y="2973"/>
                  </a:cubicBezTo>
                  <a:cubicBezTo>
                    <a:pt x="9436" y="3202"/>
                    <a:pt x="9383" y="3430"/>
                    <a:pt x="9307" y="3651"/>
                  </a:cubicBezTo>
                  <a:cubicBezTo>
                    <a:pt x="9276" y="3743"/>
                    <a:pt x="9246" y="3834"/>
                    <a:pt x="9223" y="3918"/>
                  </a:cubicBezTo>
                  <a:lnTo>
                    <a:pt x="9223" y="3933"/>
                  </a:lnTo>
                  <a:cubicBezTo>
                    <a:pt x="9131" y="4238"/>
                    <a:pt x="9017" y="4535"/>
                    <a:pt x="8872" y="4817"/>
                  </a:cubicBezTo>
                  <a:cubicBezTo>
                    <a:pt x="9032" y="4505"/>
                    <a:pt x="9124" y="4162"/>
                    <a:pt x="9162" y="3811"/>
                  </a:cubicBezTo>
                  <a:cubicBezTo>
                    <a:pt x="9162" y="3743"/>
                    <a:pt x="9177" y="3674"/>
                    <a:pt x="9177" y="3613"/>
                  </a:cubicBezTo>
                  <a:lnTo>
                    <a:pt x="9177" y="3575"/>
                  </a:lnTo>
                  <a:cubicBezTo>
                    <a:pt x="9207" y="2988"/>
                    <a:pt x="9238" y="2440"/>
                    <a:pt x="9695" y="2074"/>
                  </a:cubicBezTo>
                  <a:close/>
                  <a:moveTo>
                    <a:pt x="1952" y="3331"/>
                  </a:moveTo>
                  <a:cubicBezTo>
                    <a:pt x="2242" y="3331"/>
                    <a:pt x="2531" y="3362"/>
                    <a:pt x="2813" y="3423"/>
                  </a:cubicBezTo>
                  <a:lnTo>
                    <a:pt x="2950" y="3453"/>
                  </a:lnTo>
                  <a:cubicBezTo>
                    <a:pt x="3270" y="3529"/>
                    <a:pt x="3598" y="3575"/>
                    <a:pt x="3933" y="3583"/>
                  </a:cubicBezTo>
                  <a:lnTo>
                    <a:pt x="4025" y="3583"/>
                  </a:lnTo>
                  <a:cubicBezTo>
                    <a:pt x="4109" y="3583"/>
                    <a:pt x="4185" y="3575"/>
                    <a:pt x="4269" y="3568"/>
                  </a:cubicBezTo>
                  <a:lnTo>
                    <a:pt x="4269" y="3568"/>
                  </a:lnTo>
                  <a:cubicBezTo>
                    <a:pt x="3933" y="3659"/>
                    <a:pt x="3621" y="3735"/>
                    <a:pt x="3316" y="3811"/>
                  </a:cubicBezTo>
                  <a:lnTo>
                    <a:pt x="3331" y="3850"/>
                  </a:lnTo>
                  <a:cubicBezTo>
                    <a:pt x="3598" y="3811"/>
                    <a:pt x="3872" y="3758"/>
                    <a:pt x="4162" y="3705"/>
                  </a:cubicBezTo>
                  <a:lnTo>
                    <a:pt x="4162" y="3705"/>
                  </a:lnTo>
                  <a:cubicBezTo>
                    <a:pt x="3895" y="3865"/>
                    <a:pt x="3644" y="4063"/>
                    <a:pt x="3423" y="4284"/>
                  </a:cubicBezTo>
                  <a:lnTo>
                    <a:pt x="3301" y="4398"/>
                  </a:lnTo>
                  <a:cubicBezTo>
                    <a:pt x="3042" y="4635"/>
                    <a:pt x="2523" y="5023"/>
                    <a:pt x="1921" y="5023"/>
                  </a:cubicBezTo>
                  <a:cubicBezTo>
                    <a:pt x="1868" y="5023"/>
                    <a:pt x="1822" y="5023"/>
                    <a:pt x="1777" y="5016"/>
                  </a:cubicBezTo>
                  <a:cubicBezTo>
                    <a:pt x="1533" y="4955"/>
                    <a:pt x="1296" y="4878"/>
                    <a:pt x="1060" y="4787"/>
                  </a:cubicBezTo>
                  <a:cubicBezTo>
                    <a:pt x="489" y="4566"/>
                    <a:pt x="207" y="4375"/>
                    <a:pt x="161" y="4322"/>
                  </a:cubicBezTo>
                  <a:cubicBezTo>
                    <a:pt x="260" y="4124"/>
                    <a:pt x="374" y="3941"/>
                    <a:pt x="496" y="3758"/>
                  </a:cubicBezTo>
                  <a:cubicBezTo>
                    <a:pt x="809" y="3552"/>
                    <a:pt x="1167" y="3415"/>
                    <a:pt x="1540" y="3362"/>
                  </a:cubicBezTo>
                  <a:cubicBezTo>
                    <a:pt x="1678" y="3339"/>
                    <a:pt x="1815" y="3331"/>
                    <a:pt x="1952" y="3331"/>
                  </a:cubicBezTo>
                  <a:close/>
                  <a:moveTo>
                    <a:pt x="10252" y="1860"/>
                  </a:moveTo>
                  <a:cubicBezTo>
                    <a:pt x="9947" y="2234"/>
                    <a:pt x="9863" y="2683"/>
                    <a:pt x="9787" y="3110"/>
                  </a:cubicBezTo>
                  <a:cubicBezTo>
                    <a:pt x="9749" y="3377"/>
                    <a:pt x="9688" y="3636"/>
                    <a:pt x="9596" y="3888"/>
                  </a:cubicBezTo>
                  <a:cubicBezTo>
                    <a:pt x="9451" y="4269"/>
                    <a:pt x="9238" y="4627"/>
                    <a:pt x="8979" y="4947"/>
                  </a:cubicBezTo>
                  <a:cubicBezTo>
                    <a:pt x="8918" y="5016"/>
                    <a:pt x="8857" y="5084"/>
                    <a:pt x="8788" y="5145"/>
                  </a:cubicBezTo>
                  <a:cubicBezTo>
                    <a:pt x="9055" y="4772"/>
                    <a:pt x="9192" y="4360"/>
                    <a:pt x="9322" y="3956"/>
                  </a:cubicBezTo>
                  <a:lnTo>
                    <a:pt x="9329" y="3918"/>
                  </a:lnTo>
                  <a:cubicBezTo>
                    <a:pt x="9360" y="3834"/>
                    <a:pt x="9383" y="3758"/>
                    <a:pt x="9413" y="3674"/>
                  </a:cubicBezTo>
                  <a:cubicBezTo>
                    <a:pt x="9482" y="3453"/>
                    <a:pt x="9543" y="3225"/>
                    <a:pt x="9589" y="2988"/>
                  </a:cubicBezTo>
                  <a:lnTo>
                    <a:pt x="9596" y="2958"/>
                  </a:lnTo>
                  <a:cubicBezTo>
                    <a:pt x="9611" y="2866"/>
                    <a:pt x="9634" y="2775"/>
                    <a:pt x="9657" y="2683"/>
                  </a:cubicBezTo>
                  <a:lnTo>
                    <a:pt x="9672" y="2592"/>
                  </a:lnTo>
                  <a:cubicBezTo>
                    <a:pt x="9726" y="2379"/>
                    <a:pt x="9779" y="2150"/>
                    <a:pt x="9931" y="1967"/>
                  </a:cubicBezTo>
                  <a:cubicBezTo>
                    <a:pt x="10031" y="1929"/>
                    <a:pt x="10137" y="1898"/>
                    <a:pt x="10252" y="1860"/>
                  </a:cubicBezTo>
                  <a:close/>
                  <a:moveTo>
                    <a:pt x="4810" y="3568"/>
                  </a:moveTo>
                  <a:lnTo>
                    <a:pt x="4810" y="3575"/>
                  </a:lnTo>
                  <a:lnTo>
                    <a:pt x="4802" y="3590"/>
                  </a:lnTo>
                  <a:lnTo>
                    <a:pt x="4779" y="3613"/>
                  </a:lnTo>
                  <a:cubicBezTo>
                    <a:pt x="4589" y="3758"/>
                    <a:pt x="4421" y="3933"/>
                    <a:pt x="4284" y="4132"/>
                  </a:cubicBezTo>
                  <a:cubicBezTo>
                    <a:pt x="4223" y="4223"/>
                    <a:pt x="4170" y="4314"/>
                    <a:pt x="4116" y="4406"/>
                  </a:cubicBezTo>
                  <a:cubicBezTo>
                    <a:pt x="4071" y="4490"/>
                    <a:pt x="4025" y="4581"/>
                    <a:pt x="3964" y="4665"/>
                  </a:cubicBezTo>
                  <a:cubicBezTo>
                    <a:pt x="3895" y="4772"/>
                    <a:pt x="3812" y="4863"/>
                    <a:pt x="3720" y="4947"/>
                  </a:cubicBezTo>
                  <a:cubicBezTo>
                    <a:pt x="3651" y="4993"/>
                    <a:pt x="3583" y="5031"/>
                    <a:pt x="3507" y="5061"/>
                  </a:cubicBezTo>
                  <a:lnTo>
                    <a:pt x="3484" y="5077"/>
                  </a:lnTo>
                  <a:cubicBezTo>
                    <a:pt x="3278" y="5138"/>
                    <a:pt x="3065" y="5168"/>
                    <a:pt x="2851" y="5168"/>
                  </a:cubicBezTo>
                  <a:cubicBezTo>
                    <a:pt x="2607" y="5160"/>
                    <a:pt x="2371" y="5138"/>
                    <a:pt x="2142" y="5092"/>
                  </a:cubicBezTo>
                  <a:cubicBezTo>
                    <a:pt x="2516" y="5031"/>
                    <a:pt x="2866" y="4878"/>
                    <a:pt x="3164" y="4642"/>
                  </a:cubicBezTo>
                  <a:lnTo>
                    <a:pt x="3171" y="4642"/>
                  </a:lnTo>
                  <a:cubicBezTo>
                    <a:pt x="3286" y="4543"/>
                    <a:pt x="3392" y="4452"/>
                    <a:pt x="3499" y="4345"/>
                  </a:cubicBezTo>
                  <a:cubicBezTo>
                    <a:pt x="3812" y="4063"/>
                    <a:pt x="4124" y="3766"/>
                    <a:pt x="4589" y="3621"/>
                  </a:cubicBezTo>
                  <a:cubicBezTo>
                    <a:pt x="4589" y="3621"/>
                    <a:pt x="4597" y="3621"/>
                    <a:pt x="4604" y="3613"/>
                  </a:cubicBezTo>
                  <a:lnTo>
                    <a:pt x="4810" y="3568"/>
                  </a:lnTo>
                  <a:close/>
                  <a:moveTo>
                    <a:pt x="5808" y="3324"/>
                  </a:moveTo>
                  <a:cubicBezTo>
                    <a:pt x="5717" y="3385"/>
                    <a:pt x="5641" y="3446"/>
                    <a:pt x="5587" y="3484"/>
                  </a:cubicBezTo>
                  <a:cubicBezTo>
                    <a:pt x="5290" y="3712"/>
                    <a:pt x="5100" y="4002"/>
                    <a:pt x="4909" y="4276"/>
                  </a:cubicBezTo>
                  <a:cubicBezTo>
                    <a:pt x="4749" y="4528"/>
                    <a:pt x="4558" y="4764"/>
                    <a:pt x="4345" y="4970"/>
                  </a:cubicBezTo>
                  <a:cubicBezTo>
                    <a:pt x="4109" y="5191"/>
                    <a:pt x="3827" y="5351"/>
                    <a:pt x="3514" y="5450"/>
                  </a:cubicBezTo>
                  <a:cubicBezTo>
                    <a:pt x="3408" y="5488"/>
                    <a:pt x="3278" y="5511"/>
                    <a:pt x="3171" y="5541"/>
                  </a:cubicBezTo>
                  <a:lnTo>
                    <a:pt x="3095" y="5564"/>
                  </a:lnTo>
                  <a:cubicBezTo>
                    <a:pt x="3293" y="5473"/>
                    <a:pt x="3461" y="5336"/>
                    <a:pt x="3590" y="5160"/>
                  </a:cubicBezTo>
                  <a:lnTo>
                    <a:pt x="3598" y="5160"/>
                  </a:lnTo>
                  <a:lnTo>
                    <a:pt x="3629" y="5115"/>
                  </a:lnTo>
                  <a:cubicBezTo>
                    <a:pt x="3674" y="5092"/>
                    <a:pt x="3712" y="5069"/>
                    <a:pt x="3751" y="5038"/>
                  </a:cubicBezTo>
                  <a:cubicBezTo>
                    <a:pt x="3834" y="4978"/>
                    <a:pt x="3918" y="4894"/>
                    <a:pt x="3979" y="4810"/>
                  </a:cubicBezTo>
                  <a:cubicBezTo>
                    <a:pt x="4055" y="4703"/>
                    <a:pt x="4124" y="4596"/>
                    <a:pt x="4185" y="4482"/>
                  </a:cubicBezTo>
                  <a:cubicBezTo>
                    <a:pt x="4223" y="4414"/>
                    <a:pt x="4269" y="4345"/>
                    <a:pt x="4307" y="4276"/>
                  </a:cubicBezTo>
                  <a:cubicBezTo>
                    <a:pt x="4513" y="3949"/>
                    <a:pt x="4795" y="3682"/>
                    <a:pt x="5130" y="3499"/>
                  </a:cubicBezTo>
                  <a:cubicBezTo>
                    <a:pt x="5351" y="3446"/>
                    <a:pt x="5580" y="3385"/>
                    <a:pt x="5808" y="3324"/>
                  </a:cubicBezTo>
                  <a:close/>
                  <a:moveTo>
                    <a:pt x="6509" y="3118"/>
                  </a:moveTo>
                  <a:cubicBezTo>
                    <a:pt x="6509" y="3141"/>
                    <a:pt x="6494" y="3156"/>
                    <a:pt x="6487" y="3179"/>
                  </a:cubicBezTo>
                  <a:lnTo>
                    <a:pt x="6471" y="3194"/>
                  </a:lnTo>
                  <a:cubicBezTo>
                    <a:pt x="6464" y="3209"/>
                    <a:pt x="6456" y="3225"/>
                    <a:pt x="6449" y="3232"/>
                  </a:cubicBezTo>
                  <a:cubicBezTo>
                    <a:pt x="6258" y="3468"/>
                    <a:pt x="6083" y="3728"/>
                    <a:pt x="5938" y="3994"/>
                  </a:cubicBezTo>
                  <a:lnTo>
                    <a:pt x="5938" y="4002"/>
                  </a:lnTo>
                  <a:cubicBezTo>
                    <a:pt x="5885" y="4109"/>
                    <a:pt x="5816" y="4215"/>
                    <a:pt x="5747" y="4322"/>
                  </a:cubicBezTo>
                  <a:cubicBezTo>
                    <a:pt x="5572" y="4619"/>
                    <a:pt x="5351" y="4886"/>
                    <a:pt x="5100" y="5122"/>
                  </a:cubicBezTo>
                  <a:cubicBezTo>
                    <a:pt x="5343" y="4817"/>
                    <a:pt x="5442" y="4505"/>
                    <a:pt x="5389" y="4185"/>
                  </a:cubicBezTo>
                  <a:lnTo>
                    <a:pt x="5366" y="4032"/>
                  </a:lnTo>
                  <a:lnTo>
                    <a:pt x="5252" y="4162"/>
                  </a:lnTo>
                  <a:cubicBezTo>
                    <a:pt x="5130" y="4299"/>
                    <a:pt x="5023" y="4436"/>
                    <a:pt x="4917" y="4589"/>
                  </a:cubicBezTo>
                  <a:cubicBezTo>
                    <a:pt x="4528" y="5130"/>
                    <a:pt x="4124" y="5686"/>
                    <a:pt x="2943" y="5686"/>
                  </a:cubicBezTo>
                  <a:lnTo>
                    <a:pt x="2866" y="5686"/>
                  </a:lnTo>
                  <a:cubicBezTo>
                    <a:pt x="2973" y="5648"/>
                    <a:pt x="3080" y="5625"/>
                    <a:pt x="3194" y="5602"/>
                  </a:cubicBezTo>
                  <a:cubicBezTo>
                    <a:pt x="3308" y="5572"/>
                    <a:pt x="3423" y="5541"/>
                    <a:pt x="3537" y="5503"/>
                  </a:cubicBezTo>
                  <a:lnTo>
                    <a:pt x="3545" y="5503"/>
                  </a:lnTo>
                  <a:cubicBezTo>
                    <a:pt x="3865" y="5404"/>
                    <a:pt x="4154" y="5237"/>
                    <a:pt x="4398" y="5016"/>
                  </a:cubicBezTo>
                  <a:cubicBezTo>
                    <a:pt x="4619" y="4802"/>
                    <a:pt x="4810" y="4566"/>
                    <a:pt x="4970" y="4307"/>
                  </a:cubicBezTo>
                  <a:cubicBezTo>
                    <a:pt x="5160" y="4032"/>
                    <a:pt x="5351" y="3750"/>
                    <a:pt x="5641" y="3529"/>
                  </a:cubicBezTo>
                  <a:cubicBezTo>
                    <a:pt x="5763" y="3430"/>
                    <a:pt x="5892" y="3339"/>
                    <a:pt x="6029" y="3263"/>
                  </a:cubicBezTo>
                  <a:cubicBezTo>
                    <a:pt x="6182" y="3217"/>
                    <a:pt x="6349" y="3164"/>
                    <a:pt x="6509" y="3118"/>
                  </a:cubicBezTo>
                  <a:close/>
                  <a:moveTo>
                    <a:pt x="7858" y="2683"/>
                  </a:moveTo>
                  <a:cubicBezTo>
                    <a:pt x="7790" y="2737"/>
                    <a:pt x="7721" y="2790"/>
                    <a:pt x="7645" y="2844"/>
                  </a:cubicBezTo>
                  <a:lnTo>
                    <a:pt x="7607" y="2882"/>
                  </a:lnTo>
                  <a:cubicBezTo>
                    <a:pt x="7264" y="3126"/>
                    <a:pt x="6967" y="3430"/>
                    <a:pt x="6730" y="3766"/>
                  </a:cubicBezTo>
                  <a:cubicBezTo>
                    <a:pt x="6639" y="3895"/>
                    <a:pt x="6563" y="4032"/>
                    <a:pt x="6487" y="4162"/>
                  </a:cubicBezTo>
                  <a:cubicBezTo>
                    <a:pt x="6357" y="4406"/>
                    <a:pt x="6197" y="4635"/>
                    <a:pt x="6022" y="4848"/>
                  </a:cubicBezTo>
                  <a:cubicBezTo>
                    <a:pt x="5740" y="5145"/>
                    <a:pt x="5420" y="5351"/>
                    <a:pt x="4917" y="5564"/>
                  </a:cubicBezTo>
                  <a:lnTo>
                    <a:pt x="4741" y="5641"/>
                  </a:lnTo>
                  <a:lnTo>
                    <a:pt x="4711" y="5656"/>
                  </a:lnTo>
                  <a:cubicBezTo>
                    <a:pt x="4612" y="5702"/>
                    <a:pt x="4497" y="5747"/>
                    <a:pt x="4391" y="5793"/>
                  </a:cubicBezTo>
                  <a:cubicBezTo>
                    <a:pt x="4429" y="5763"/>
                    <a:pt x="4467" y="5732"/>
                    <a:pt x="4497" y="5709"/>
                  </a:cubicBezTo>
                  <a:lnTo>
                    <a:pt x="4597" y="5641"/>
                  </a:lnTo>
                  <a:cubicBezTo>
                    <a:pt x="4711" y="5557"/>
                    <a:pt x="4833" y="5465"/>
                    <a:pt x="4947" y="5374"/>
                  </a:cubicBezTo>
                  <a:cubicBezTo>
                    <a:pt x="5244" y="5138"/>
                    <a:pt x="5503" y="4848"/>
                    <a:pt x="5724" y="4535"/>
                  </a:cubicBezTo>
                  <a:cubicBezTo>
                    <a:pt x="5839" y="4375"/>
                    <a:pt x="5930" y="4208"/>
                    <a:pt x="6022" y="4048"/>
                  </a:cubicBezTo>
                  <a:cubicBezTo>
                    <a:pt x="6227" y="3689"/>
                    <a:pt x="6441" y="3316"/>
                    <a:pt x="6799" y="3026"/>
                  </a:cubicBezTo>
                  <a:cubicBezTo>
                    <a:pt x="7127" y="2927"/>
                    <a:pt x="7470" y="2813"/>
                    <a:pt x="7858" y="2683"/>
                  </a:cubicBezTo>
                  <a:close/>
                  <a:moveTo>
                    <a:pt x="10534" y="1784"/>
                  </a:moveTo>
                  <a:lnTo>
                    <a:pt x="10534" y="1784"/>
                  </a:lnTo>
                  <a:cubicBezTo>
                    <a:pt x="10556" y="1868"/>
                    <a:pt x="10549" y="1959"/>
                    <a:pt x="10511" y="2043"/>
                  </a:cubicBezTo>
                  <a:lnTo>
                    <a:pt x="10511" y="2036"/>
                  </a:lnTo>
                  <a:cubicBezTo>
                    <a:pt x="10495" y="2074"/>
                    <a:pt x="10473" y="2104"/>
                    <a:pt x="10457" y="2142"/>
                  </a:cubicBezTo>
                  <a:cubicBezTo>
                    <a:pt x="10305" y="2508"/>
                    <a:pt x="10183" y="2889"/>
                    <a:pt x="10107" y="3286"/>
                  </a:cubicBezTo>
                  <a:cubicBezTo>
                    <a:pt x="10076" y="3415"/>
                    <a:pt x="10046" y="3537"/>
                    <a:pt x="10008" y="3667"/>
                  </a:cubicBezTo>
                  <a:lnTo>
                    <a:pt x="10008" y="3682"/>
                  </a:lnTo>
                  <a:cubicBezTo>
                    <a:pt x="9764" y="4596"/>
                    <a:pt x="9535" y="5465"/>
                    <a:pt x="8163" y="5793"/>
                  </a:cubicBezTo>
                  <a:lnTo>
                    <a:pt x="8224" y="5732"/>
                  </a:lnTo>
                  <a:lnTo>
                    <a:pt x="8270" y="5694"/>
                  </a:lnTo>
                  <a:lnTo>
                    <a:pt x="8407" y="5587"/>
                  </a:lnTo>
                  <a:lnTo>
                    <a:pt x="8415" y="5587"/>
                  </a:lnTo>
                  <a:cubicBezTo>
                    <a:pt x="8651" y="5420"/>
                    <a:pt x="8864" y="5221"/>
                    <a:pt x="9063" y="5008"/>
                  </a:cubicBezTo>
                  <a:cubicBezTo>
                    <a:pt x="9329" y="4680"/>
                    <a:pt x="9543" y="4314"/>
                    <a:pt x="9695" y="3926"/>
                  </a:cubicBezTo>
                  <a:cubicBezTo>
                    <a:pt x="9787" y="3667"/>
                    <a:pt x="9848" y="3408"/>
                    <a:pt x="9886" y="3141"/>
                  </a:cubicBezTo>
                  <a:lnTo>
                    <a:pt x="9886" y="3133"/>
                  </a:lnTo>
                  <a:cubicBezTo>
                    <a:pt x="9970" y="2668"/>
                    <a:pt x="10053" y="2180"/>
                    <a:pt x="10434" y="1807"/>
                  </a:cubicBezTo>
                  <a:lnTo>
                    <a:pt x="10534" y="1784"/>
                  </a:lnTo>
                  <a:close/>
                  <a:moveTo>
                    <a:pt x="7615" y="2950"/>
                  </a:moveTo>
                  <a:lnTo>
                    <a:pt x="7615" y="2950"/>
                  </a:lnTo>
                  <a:cubicBezTo>
                    <a:pt x="7493" y="3072"/>
                    <a:pt x="7394" y="3209"/>
                    <a:pt x="7302" y="3362"/>
                  </a:cubicBezTo>
                  <a:cubicBezTo>
                    <a:pt x="7211" y="3522"/>
                    <a:pt x="7127" y="3689"/>
                    <a:pt x="7043" y="3857"/>
                  </a:cubicBezTo>
                  <a:lnTo>
                    <a:pt x="7043" y="3865"/>
                  </a:lnTo>
                  <a:cubicBezTo>
                    <a:pt x="6921" y="4093"/>
                    <a:pt x="6799" y="4330"/>
                    <a:pt x="6662" y="4551"/>
                  </a:cubicBezTo>
                  <a:cubicBezTo>
                    <a:pt x="6410" y="4962"/>
                    <a:pt x="6151" y="5381"/>
                    <a:pt x="5587" y="5602"/>
                  </a:cubicBezTo>
                  <a:cubicBezTo>
                    <a:pt x="5237" y="5740"/>
                    <a:pt x="4779" y="5892"/>
                    <a:pt x="4353" y="5892"/>
                  </a:cubicBezTo>
                  <a:lnTo>
                    <a:pt x="4284" y="5892"/>
                  </a:lnTo>
                  <a:cubicBezTo>
                    <a:pt x="4452" y="5839"/>
                    <a:pt x="4597" y="5770"/>
                    <a:pt x="4741" y="5709"/>
                  </a:cubicBezTo>
                  <a:lnTo>
                    <a:pt x="4749" y="5709"/>
                  </a:lnTo>
                  <a:lnTo>
                    <a:pt x="4939" y="5625"/>
                  </a:lnTo>
                  <a:cubicBezTo>
                    <a:pt x="5450" y="5412"/>
                    <a:pt x="5778" y="5199"/>
                    <a:pt x="6067" y="4894"/>
                  </a:cubicBezTo>
                  <a:cubicBezTo>
                    <a:pt x="6250" y="4680"/>
                    <a:pt x="6410" y="4444"/>
                    <a:pt x="6540" y="4200"/>
                  </a:cubicBezTo>
                  <a:cubicBezTo>
                    <a:pt x="6616" y="4071"/>
                    <a:pt x="6692" y="3933"/>
                    <a:pt x="6784" y="3804"/>
                  </a:cubicBezTo>
                  <a:cubicBezTo>
                    <a:pt x="7012" y="3476"/>
                    <a:pt x="7294" y="3186"/>
                    <a:pt x="7615" y="2950"/>
                  </a:cubicBezTo>
                  <a:close/>
                  <a:moveTo>
                    <a:pt x="8361" y="2516"/>
                  </a:moveTo>
                  <a:lnTo>
                    <a:pt x="8361" y="2516"/>
                  </a:lnTo>
                  <a:cubicBezTo>
                    <a:pt x="8354" y="2592"/>
                    <a:pt x="8323" y="2661"/>
                    <a:pt x="8285" y="2722"/>
                  </a:cubicBezTo>
                  <a:lnTo>
                    <a:pt x="8278" y="2729"/>
                  </a:lnTo>
                  <a:cubicBezTo>
                    <a:pt x="8240" y="2783"/>
                    <a:pt x="8194" y="2844"/>
                    <a:pt x="8148" y="2912"/>
                  </a:cubicBezTo>
                  <a:cubicBezTo>
                    <a:pt x="8140" y="2912"/>
                    <a:pt x="8133" y="2920"/>
                    <a:pt x="8133" y="2927"/>
                  </a:cubicBezTo>
                  <a:lnTo>
                    <a:pt x="8087" y="3004"/>
                  </a:lnTo>
                  <a:cubicBezTo>
                    <a:pt x="7858" y="3339"/>
                    <a:pt x="7737" y="3712"/>
                    <a:pt x="7622" y="4078"/>
                  </a:cubicBezTo>
                  <a:lnTo>
                    <a:pt x="7592" y="4170"/>
                  </a:lnTo>
                  <a:cubicBezTo>
                    <a:pt x="7455" y="4604"/>
                    <a:pt x="7218" y="5008"/>
                    <a:pt x="6898" y="5336"/>
                  </a:cubicBezTo>
                  <a:cubicBezTo>
                    <a:pt x="6852" y="5381"/>
                    <a:pt x="6807" y="5427"/>
                    <a:pt x="6761" y="5481"/>
                  </a:cubicBezTo>
                  <a:cubicBezTo>
                    <a:pt x="6700" y="5549"/>
                    <a:pt x="6631" y="5618"/>
                    <a:pt x="6563" y="5686"/>
                  </a:cubicBezTo>
                  <a:lnTo>
                    <a:pt x="6555" y="5694"/>
                  </a:lnTo>
                  <a:cubicBezTo>
                    <a:pt x="6464" y="5785"/>
                    <a:pt x="6357" y="5862"/>
                    <a:pt x="6235" y="5923"/>
                  </a:cubicBezTo>
                  <a:cubicBezTo>
                    <a:pt x="6479" y="5770"/>
                    <a:pt x="6685" y="5580"/>
                    <a:pt x="6852" y="5359"/>
                  </a:cubicBezTo>
                  <a:cubicBezTo>
                    <a:pt x="7020" y="5138"/>
                    <a:pt x="7142" y="4886"/>
                    <a:pt x="7218" y="4619"/>
                  </a:cubicBezTo>
                  <a:cubicBezTo>
                    <a:pt x="7234" y="4574"/>
                    <a:pt x="7249" y="4513"/>
                    <a:pt x="7264" y="4444"/>
                  </a:cubicBezTo>
                  <a:cubicBezTo>
                    <a:pt x="7439" y="3773"/>
                    <a:pt x="7660" y="2943"/>
                    <a:pt x="8361" y="2516"/>
                  </a:cubicBezTo>
                  <a:close/>
                  <a:moveTo>
                    <a:pt x="8727" y="2394"/>
                  </a:moveTo>
                  <a:lnTo>
                    <a:pt x="8727" y="2394"/>
                  </a:lnTo>
                  <a:cubicBezTo>
                    <a:pt x="8392" y="2844"/>
                    <a:pt x="8331" y="3385"/>
                    <a:pt x="8270" y="3911"/>
                  </a:cubicBezTo>
                  <a:cubicBezTo>
                    <a:pt x="8232" y="4307"/>
                    <a:pt x="8186" y="4718"/>
                    <a:pt x="8019" y="5077"/>
                  </a:cubicBezTo>
                  <a:cubicBezTo>
                    <a:pt x="7797" y="5541"/>
                    <a:pt x="7256" y="5831"/>
                    <a:pt x="6410" y="5945"/>
                  </a:cubicBezTo>
                  <a:cubicBezTo>
                    <a:pt x="6563" y="5839"/>
                    <a:pt x="6692" y="5709"/>
                    <a:pt x="6814" y="5564"/>
                  </a:cubicBezTo>
                  <a:cubicBezTo>
                    <a:pt x="6845" y="5526"/>
                    <a:pt x="6868" y="5503"/>
                    <a:pt x="6898" y="5473"/>
                  </a:cubicBezTo>
                  <a:cubicBezTo>
                    <a:pt x="7188" y="5176"/>
                    <a:pt x="7424" y="4825"/>
                    <a:pt x="7592" y="4444"/>
                  </a:cubicBezTo>
                  <a:cubicBezTo>
                    <a:pt x="7660" y="4284"/>
                    <a:pt x="7714" y="4116"/>
                    <a:pt x="7767" y="3956"/>
                  </a:cubicBezTo>
                  <a:cubicBezTo>
                    <a:pt x="7843" y="3689"/>
                    <a:pt x="7942" y="3438"/>
                    <a:pt x="8072" y="3202"/>
                  </a:cubicBezTo>
                  <a:cubicBezTo>
                    <a:pt x="8240" y="2889"/>
                    <a:pt x="8461" y="2615"/>
                    <a:pt x="8727" y="2394"/>
                  </a:cubicBezTo>
                  <a:close/>
                  <a:moveTo>
                    <a:pt x="7759" y="3004"/>
                  </a:moveTo>
                  <a:cubicBezTo>
                    <a:pt x="7455" y="3430"/>
                    <a:pt x="7317" y="3964"/>
                    <a:pt x="7195" y="4429"/>
                  </a:cubicBezTo>
                  <a:lnTo>
                    <a:pt x="7150" y="4612"/>
                  </a:lnTo>
                  <a:cubicBezTo>
                    <a:pt x="6974" y="5206"/>
                    <a:pt x="6555" y="5709"/>
                    <a:pt x="5991" y="5984"/>
                  </a:cubicBezTo>
                  <a:cubicBezTo>
                    <a:pt x="5831" y="5991"/>
                    <a:pt x="5664" y="5999"/>
                    <a:pt x="5488" y="5999"/>
                  </a:cubicBezTo>
                  <a:cubicBezTo>
                    <a:pt x="5275" y="5999"/>
                    <a:pt x="5054" y="5991"/>
                    <a:pt x="4810" y="5976"/>
                  </a:cubicBezTo>
                  <a:cubicBezTo>
                    <a:pt x="5046" y="5930"/>
                    <a:pt x="5275" y="5862"/>
                    <a:pt x="5496" y="5778"/>
                  </a:cubicBezTo>
                  <a:cubicBezTo>
                    <a:pt x="5976" y="5610"/>
                    <a:pt x="6273" y="5389"/>
                    <a:pt x="6525" y="5046"/>
                  </a:cubicBezTo>
                  <a:cubicBezTo>
                    <a:pt x="6814" y="4619"/>
                    <a:pt x="7073" y="4177"/>
                    <a:pt x="7302" y="3712"/>
                  </a:cubicBezTo>
                  <a:cubicBezTo>
                    <a:pt x="7409" y="3461"/>
                    <a:pt x="7561" y="3225"/>
                    <a:pt x="7744" y="3019"/>
                  </a:cubicBezTo>
                  <a:lnTo>
                    <a:pt x="7759" y="3004"/>
                  </a:lnTo>
                  <a:close/>
                  <a:moveTo>
                    <a:pt x="7904" y="1"/>
                  </a:moveTo>
                  <a:cubicBezTo>
                    <a:pt x="7576" y="8"/>
                    <a:pt x="7256" y="46"/>
                    <a:pt x="6936" y="115"/>
                  </a:cubicBezTo>
                  <a:lnTo>
                    <a:pt x="6578" y="176"/>
                  </a:lnTo>
                  <a:lnTo>
                    <a:pt x="6776" y="260"/>
                  </a:lnTo>
                  <a:cubicBezTo>
                    <a:pt x="7462" y="549"/>
                    <a:pt x="7797" y="717"/>
                    <a:pt x="8186" y="1144"/>
                  </a:cubicBezTo>
                  <a:lnTo>
                    <a:pt x="8232" y="1197"/>
                  </a:lnTo>
                  <a:cubicBezTo>
                    <a:pt x="8483" y="1472"/>
                    <a:pt x="8819" y="1845"/>
                    <a:pt x="9268" y="1929"/>
                  </a:cubicBezTo>
                  <a:lnTo>
                    <a:pt x="9299" y="1937"/>
                  </a:lnTo>
                  <a:lnTo>
                    <a:pt x="9192" y="1967"/>
                  </a:lnTo>
                  <a:lnTo>
                    <a:pt x="9185" y="1967"/>
                  </a:lnTo>
                  <a:cubicBezTo>
                    <a:pt x="9177" y="1971"/>
                    <a:pt x="9171" y="1973"/>
                    <a:pt x="9166" y="1973"/>
                  </a:cubicBezTo>
                  <a:cubicBezTo>
                    <a:pt x="9160" y="1973"/>
                    <a:pt x="9154" y="1971"/>
                    <a:pt x="9146" y="1967"/>
                  </a:cubicBezTo>
                  <a:cubicBezTo>
                    <a:pt x="8659" y="1967"/>
                    <a:pt x="6769" y="717"/>
                    <a:pt x="6258" y="222"/>
                  </a:cubicBezTo>
                  <a:cubicBezTo>
                    <a:pt x="6174" y="161"/>
                    <a:pt x="6083" y="130"/>
                    <a:pt x="5984" y="123"/>
                  </a:cubicBezTo>
                  <a:lnTo>
                    <a:pt x="5938" y="123"/>
                  </a:lnTo>
                  <a:cubicBezTo>
                    <a:pt x="5374" y="275"/>
                    <a:pt x="4917" y="549"/>
                    <a:pt x="4482" y="809"/>
                  </a:cubicBezTo>
                  <a:cubicBezTo>
                    <a:pt x="4101" y="1037"/>
                    <a:pt x="3735" y="1251"/>
                    <a:pt x="3324" y="1380"/>
                  </a:cubicBezTo>
                  <a:lnTo>
                    <a:pt x="3171" y="1426"/>
                  </a:lnTo>
                  <a:lnTo>
                    <a:pt x="3308" y="1495"/>
                  </a:lnTo>
                  <a:cubicBezTo>
                    <a:pt x="3530" y="1594"/>
                    <a:pt x="3758" y="1670"/>
                    <a:pt x="3994" y="1738"/>
                  </a:cubicBezTo>
                  <a:cubicBezTo>
                    <a:pt x="4444" y="1868"/>
                    <a:pt x="4917" y="2005"/>
                    <a:pt x="5122" y="2318"/>
                  </a:cubicBezTo>
                  <a:cubicBezTo>
                    <a:pt x="4299" y="1883"/>
                    <a:pt x="3644" y="1677"/>
                    <a:pt x="3103" y="1677"/>
                  </a:cubicBezTo>
                  <a:cubicBezTo>
                    <a:pt x="3019" y="1677"/>
                    <a:pt x="2935" y="1685"/>
                    <a:pt x="2851" y="1693"/>
                  </a:cubicBezTo>
                  <a:lnTo>
                    <a:pt x="2836" y="1693"/>
                  </a:lnTo>
                  <a:cubicBezTo>
                    <a:pt x="2813" y="1700"/>
                    <a:pt x="953" y="2409"/>
                    <a:pt x="8" y="4261"/>
                  </a:cubicBezTo>
                  <a:cubicBezTo>
                    <a:pt x="1" y="4276"/>
                    <a:pt x="1" y="4284"/>
                    <a:pt x="1" y="4299"/>
                  </a:cubicBezTo>
                  <a:cubicBezTo>
                    <a:pt x="16" y="4429"/>
                    <a:pt x="443" y="4635"/>
                    <a:pt x="626" y="4726"/>
                  </a:cubicBezTo>
                  <a:cubicBezTo>
                    <a:pt x="1373" y="5061"/>
                    <a:pt x="2203" y="5267"/>
                    <a:pt x="2844" y="5267"/>
                  </a:cubicBezTo>
                  <a:cubicBezTo>
                    <a:pt x="3004" y="5267"/>
                    <a:pt x="3164" y="5260"/>
                    <a:pt x="3316" y="5229"/>
                  </a:cubicBezTo>
                  <a:lnTo>
                    <a:pt x="3316" y="5229"/>
                  </a:lnTo>
                  <a:cubicBezTo>
                    <a:pt x="3156" y="5359"/>
                    <a:pt x="2897" y="5488"/>
                    <a:pt x="2478" y="5648"/>
                  </a:cubicBezTo>
                  <a:lnTo>
                    <a:pt x="2211" y="5740"/>
                  </a:lnTo>
                  <a:lnTo>
                    <a:pt x="2501" y="5770"/>
                  </a:lnTo>
                  <a:cubicBezTo>
                    <a:pt x="2645" y="5778"/>
                    <a:pt x="2798" y="5785"/>
                    <a:pt x="2927" y="5785"/>
                  </a:cubicBezTo>
                  <a:cubicBezTo>
                    <a:pt x="4208" y="5785"/>
                    <a:pt x="4657" y="5168"/>
                    <a:pt x="5046" y="4627"/>
                  </a:cubicBezTo>
                  <a:lnTo>
                    <a:pt x="5054" y="4619"/>
                  </a:lnTo>
                  <a:cubicBezTo>
                    <a:pt x="5115" y="4535"/>
                    <a:pt x="5176" y="4452"/>
                    <a:pt x="5244" y="4368"/>
                  </a:cubicBezTo>
                  <a:lnTo>
                    <a:pt x="5244" y="4368"/>
                  </a:lnTo>
                  <a:cubicBezTo>
                    <a:pt x="5206" y="5046"/>
                    <a:pt x="4429" y="5572"/>
                    <a:pt x="3781" y="5900"/>
                  </a:cubicBezTo>
                  <a:lnTo>
                    <a:pt x="3758" y="5907"/>
                  </a:lnTo>
                  <a:lnTo>
                    <a:pt x="3834" y="6022"/>
                  </a:lnTo>
                  <a:lnTo>
                    <a:pt x="3865" y="6022"/>
                  </a:lnTo>
                  <a:cubicBezTo>
                    <a:pt x="3926" y="6022"/>
                    <a:pt x="4055" y="6029"/>
                    <a:pt x="4223" y="6045"/>
                  </a:cubicBezTo>
                  <a:cubicBezTo>
                    <a:pt x="4551" y="6067"/>
                    <a:pt x="5000" y="6105"/>
                    <a:pt x="5488" y="6105"/>
                  </a:cubicBezTo>
                  <a:cubicBezTo>
                    <a:pt x="6952" y="6105"/>
                    <a:pt x="7858" y="5770"/>
                    <a:pt x="8171" y="5099"/>
                  </a:cubicBezTo>
                  <a:cubicBezTo>
                    <a:pt x="8346" y="4726"/>
                    <a:pt x="8392" y="4307"/>
                    <a:pt x="8438" y="3895"/>
                  </a:cubicBezTo>
                  <a:cubicBezTo>
                    <a:pt x="8506" y="3316"/>
                    <a:pt x="8575" y="2714"/>
                    <a:pt x="9032" y="2257"/>
                  </a:cubicBezTo>
                  <a:lnTo>
                    <a:pt x="9436" y="2112"/>
                  </a:lnTo>
                  <a:lnTo>
                    <a:pt x="9436" y="2112"/>
                  </a:lnTo>
                  <a:cubicBezTo>
                    <a:pt x="9086" y="2508"/>
                    <a:pt x="9055" y="3042"/>
                    <a:pt x="9032" y="3552"/>
                  </a:cubicBezTo>
                  <a:lnTo>
                    <a:pt x="9032" y="3560"/>
                  </a:lnTo>
                  <a:cubicBezTo>
                    <a:pt x="9032" y="3644"/>
                    <a:pt x="9017" y="3712"/>
                    <a:pt x="9017" y="3789"/>
                  </a:cubicBezTo>
                  <a:cubicBezTo>
                    <a:pt x="8925" y="4604"/>
                    <a:pt x="8506" y="5343"/>
                    <a:pt x="7866" y="5854"/>
                  </a:cubicBezTo>
                  <a:lnTo>
                    <a:pt x="7668" y="6006"/>
                  </a:lnTo>
                  <a:lnTo>
                    <a:pt x="7668" y="6006"/>
                  </a:lnTo>
                  <a:lnTo>
                    <a:pt x="7935" y="5961"/>
                  </a:lnTo>
                  <a:cubicBezTo>
                    <a:pt x="9642" y="5671"/>
                    <a:pt x="9893" y="4711"/>
                    <a:pt x="10160" y="3705"/>
                  </a:cubicBezTo>
                  <a:lnTo>
                    <a:pt x="10168" y="3682"/>
                  </a:lnTo>
                  <a:cubicBezTo>
                    <a:pt x="10198" y="3560"/>
                    <a:pt x="10229" y="3430"/>
                    <a:pt x="10259" y="3301"/>
                  </a:cubicBezTo>
                  <a:cubicBezTo>
                    <a:pt x="10343" y="2920"/>
                    <a:pt x="10457" y="2539"/>
                    <a:pt x="10610" y="2180"/>
                  </a:cubicBezTo>
                  <a:cubicBezTo>
                    <a:pt x="10625" y="2142"/>
                    <a:pt x="10648" y="2104"/>
                    <a:pt x="10663" y="2066"/>
                  </a:cubicBezTo>
                  <a:lnTo>
                    <a:pt x="10671" y="2059"/>
                  </a:lnTo>
                  <a:cubicBezTo>
                    <a:pt x="10732" y="1937"/>
                    <a:pt x="10793" y="1815"/>
                    <a:pt x="10785" y="1723"/>
                  </a:cubicBezTo>
                  <a:cubicBezTo>
                    <a:pt x="10785" y="1716"/>
                    <a:pt x="10785" y="1708"/>
                    <a:pt x="10777" y="1700"/>
                  </a:cubicBezTo>
                  <a:cubicBezTo>
                    <a:pt x="10922" y="1655"/>
                    <a:pt x="11029" y="1624"/>
                    <a:pt x="11136" y="1601"/>
                  </a:cubicBezTo>
                  <a:cubicBezTo>
                    <a:pt x="11242" y="1578"/>
                    <a:pt x="11319" y="1556"/>
                    <a:pt x="11410" y="1533"/>
                  </a:cubicBezTo>
                  <a:lnTo>
                    <a:pt x="11410" y="1533"/>
                  </a:lnTo>
                  <a:cubicBezTo>
                    <a:pt x="11303" y="1594"/>
                    <a:pt x="11204" y="1662"/>
                    <a:pt x="11113" y="1746"/>
                  </a:cubicBezTo>
                  <a:cubicBezTo>
                    <a:pt x="10998" y="1838"/>
                    <a:pt x="10907" y="1959"/>
                    <a:pt x="10838" y="2089"/>
                  </a:cubicBezTo>
                  <a:cubicBezTo>
                    <a:pt x="10785" y="2219"/>
                    <a:pt x="10755" y="2356"/>
                    <a:pt x="10770" y="2501"/>
                  </a:cubicBezTo>
                  <a:cubicBezTo>
                    <a:pt x="10785" y="2638"/>
                    <a:pt x="10808" y="2775"/>
                    <a:pt x="10846" y="2912"/>
                  </a:cubicBezTo>
                  <a:cubicBezTo>
                    <a:pt x="10869" y="3026"/>
                    <a:pt x="10892" y="3133"/>
                    <a:pt x="10907" y="3247"/>
                  </a:cubicBezTo>
                  <a:cubicBezTo>
                    <a:pt x="10930" y="3369"/>
                    <a:pt x="10922" y="3499"/>
                    <a:pt x="10884" y="3613"/>
                  </a:cubicBezTo>
                  <a:cubicBezTo>
                    <a:pt x="10846" y="3743"/>
                    <a:pt x="10762" y="3850"/>
                    <a:pt x="10656" y="3933"/>
                  </a:cubicBezTo>
                  <a:lnTo>
                    <a:pt x="10678" y="3956"/>
                  </a:lnTo>
                  <a:cubicBezTo>
                    <a:pt x="10800" y="3880"/>
                    <a:pt x="10892" y="3766"/>
                    <a:pt x="10953" y="3629"/>
                  </a:cubicBezTo>
                  <a:cubicBezTo>
                    <a:pt x="10998" y="3507"/>
                    <a:pt x="11014" y="3377"/>
                    <a:pt x="11006" y="3240"/>
                  </a:cubicBezTo>
                  <a:cubicBezTo>
                    <a:pt x="10998" y="3126"/>
                    <a:pt x="10983" y="3004"/>
                    <a:pt x="10968" y="2889"/>
                  </a:cubicBezTo>
                  <a:cubicBezTo>
                    <a:pt x="10937" y="2760"/>
                    <a:pt x="10930" y="2623"/>
                    <a:pt x="10930" y="2493"/>
                  </a:cubicBezTo>
                  <a:cubicBezTo>
                    <a:pt x="10937" y="2371"/>
                    <a:pt x="10983" y="2257"/>
                    <a:pt x="11044" y="2158"/>
                  </a:cubicBezTo>
                  <a:cubicBezTo>
                    <a:pt x="11105" y="2043"/>
                    <a:pt x="11181" y="1937"/>
                    <a:pt x="11265" y="1845"/>
                  </a:cubicBezTo>
                  <a:cubicBezTo>
                    <a:pt x="11425" y="1670"/>
                    <a:pt x="11631" y="1533"/>
                    <a:pt x="11852" y="1449"/>
                  </a:cubicBezTo>
                  <a:lnTo>
                    <a:pt x="11905" y="1441"/>
                  </a:lnTo>
                  <a:lnTo>
                    <a:pt x="11905" y="1441"/>
                  </a:lnTo>
                  <a:cubicBezTo>
                    <a:pt x="11867" y="1464"/>
                    <a:pt x="11822" y="1487"/>
                    <a:pt x="11783" y="1510"/>
                  </a:cubicBezTo>
                  <a:cubicBezTo>
                    <a:pt x="11669" y="1578"/>
                    <a:pt x="11585" y="1677"/>
                    <a:pt x="11524" y="1799"/>
                  </a:cubicBezTo>
                  <a:cubicBezTo>
                    <a:pt x="11471" y="1906"/>
                    <a:pt x="11448" y="2020"/>
                    <a:pt x="11456" y="2135"/>
                  </a:cubicBezTo>
                  <a:cubicBezTo>
                    <a:pt x="11456" y="2257"/>
                    <a:pt x="11509" y="2371"/>
                    <a:pt x="11601" y="2455"/>
                  </a:cubicBezTo>
                  <a:cubicBezTo>
                    <a:pt x="11692" y="2546"/>
                    <a:pt x="11806" y="2615"/>
                    <a:pt x="11936" y="2645"/>
                  </a:cubicBezTo>
                  <a:cubicBezTo>
                    <a:pt x="12012" y="2668"/>
                    <a:pt x="12096" y="2683"/>
                    <a:pt x="12180" y="2683"/>
                  </a:cubicBezTo>
                  <a:cubicBezTo>
                    <a:pt x="12233" y="2683"/>
                    <a:pt x="12286" y="2676"/>
                    <a:pt x="12347" y="2661"/>
                  </a:cubicBezTo>
                  <a:cubicBezTo>
                    <a:pt x="12416" y="2645"/>
                    <a:pt x="12469" y="2592"/>
                    <a:pt x="12485" y="2523"/>
                  </a:cubicBezTo>
                  <a:cubicBezTo>
                    <a:pt x="12485" y="2462"/>
                    <a:pt x="12469" y="2409"/>
                    <a:pt x="12431" y="2363"/>
                  </a:cubicBezTo>
                  <a:lnTo>
                    <a:pt x="12393" y="2379"/>
                  </a:lnTo>
                  <a:cubicBezTo>
                    <a:pt x="12424" y="2424"/>
                    <a:pt x="12439" y="2470"/>
                    <a:pt x="12431" y="2516"/>
                  </a:cubicBezTo>
                  <a:cubicBezTo>
                    <a:pt x="12416" y="2562"/>
                    <a:pt x="12378" y="2600"/>
                    <a:pt x="12325" y="2607"/>
                  </a:cubicBezTo>
                  <a:cubicBezTo>
                    <a:pt x="12294" y="2615"/>
                    <a:pt x="12256" y="2623"/>
                    <a:pt x="12218" y="2623"/>
                  </a:cubicBezTo>
                  <a:cubicBezTo>
                    <a:pt x="12134" y="2615"/>
                    <a:pt x="12050" y="2600"/>
                    <a:pt x="11974" y="2569"/>
                  </a:cubicBezTo>
                  <a:cubicBezTo>
                    <a:pt x="11867" y="2539"/>
                    <a:pt x="11776" y="2478"/>
                    <a:pt x="11700" y="2394"/>
                  </a:cubicBezTo>
                  <a:cubicBezTo>
                    <a:pt x="11639" y="2325"/>
                    <a:pt x="11608" y="2234"/>
                    <a:pt x="11616" y="2142"/>
                  </a:cubicBezTo>
                  <a:cubicBezTo>
                    <a:pt x="11623" y="2043"/>
                    <a:pt x="11669" y="1952"/>
                    <a:pt x="11730" y="1876"/>
                  </a:cubicBezTo>
                  <a:cubicBezTo>
                    <a:pt x="11898" y="1647"/>
                    <a:pt x="12142" y="1472"/>
                    <a:pt x="12416" y="1388"/>
                  </a:cubicBezTo>
                  <a:lnTo>
                    <a:pt x="12462" y="1388"/>
                  </a:lnTo>
                  <a:cubicBezTo>
                    <a:pt x="12553" y="1380"/>
                    <a:pt x="12637" y="1380"/>
                    <a:pt x="12729" y="1380"/>
                  </a:cubicBezTo>
                  <a:cubicBezTo>
                    <a:pt x="12866" y="1380"/>
                    <a:pt x="12995" y="1388"/>
                    <a:pt x="13132" y="1403"/>
                  </a:cubicBezTo>
                  <a:cubicBezTo>
                    <a:pt x="13353" y="1426"/>
                    <a:pt x="13567" y="1472"/>
                    <a:pt x="13780" y="1533"/>
                  </a:cubicBezTo>
                  <a:lnTo>
                    <a:pt x="13796" y="1495"/>
                  </a:lnTo>
                  <a:lnTo>
                    <a:pt x="13796" y="1487"/>
                  </a:lnTo>
                  <a:cubicBezTo>
                    <a:pt x="13388" y="1327"/>
                    <a:pt x="12953" y="1250"/>
                    <a:pt x="12516" y="1250"/>
                  </a:cubicBezTo>
                  <a:cubicBezTo>
                    <a:pt x="12496" y="1250"/>
                    <a:pt x="12475" y="1250"/>
                    <a:pt x="12454" y="1251"/>
                  </a:cubicBezTo>
                  <a:cubicBezTo>
                    <a:pt x="12218" y="1251"/>
                    <a:pt x="11982" y="1266"/>
                    <a:pt x="11745" y="1304"/>
                  </a:cubicBezTo>
                  <a:lnTo>
                    <a:pt x="11662" y="1228"/>
                  </a:lnTo>
                  <a:cubicBezTo>
                    <a:pt x="11631" y="1197"/>
                    <a:pt x="11601" y="1167"/>
                    <a:pt x="11570" y="1136"/>
                  </a:cubicBezTo>
                  <a:cubicBezTo>
                    <a:pt x="11517" y="1075"/>
                    <a:pt x="11479" y="999"/>
                    <a:pt x="11448" y="923"/>
                  </a:cubicBezTo>
                  <a:cubicBezTo>
                    <a:pt x="11418" y="847"/>
                    <a:pt x="11402" y="771"/>
                    <a:pt x="11395" y="687"/>
                  </a:cubicBezTo>
                  <a:cubicBezTo>
                    <a:pt x="11387" y="610"/>
                    <a:pt x="11395" y="534"/>
                    <a:pt x="11433" y="458"/>
                  </a:cubicBezTo>
                  <a:cubicBezTo>
                    <a:pt x="11471" y="382"/>
                    <a:pt x="11532" y="321"/>
                    <a:pt x="11608" y="283"/>
                  </a:cubicBezTo>
                  <a:cubicBezTo>
                    <a:pt x="11654" y="252"/>
                    <a:pt x="11707" y="245"/>
                    <a:pt x="11761" y="245"/>
                  </a:cubicBezTo>
                  <a:cubicBezTo>
                    <a:pt x="11791" y="245"/>
                    <a:pt x="11829" y="252"/>
                    <a:pt x="11860" y="267"/>
                  </a:cubicBezTo>
                  <a:cubicBezTo>
                    <a:pt x="11936" y="298"/>
                    <a:pt x="11966" y="382"/>
                    <a:pt x="11944" y="458"/>
                  </a:cubicBezTo>
                  <a:cubicBezTo>
                    <a:pt x="11921" y="542"/>
                    <a:pt x="11875" y="618"/>
                    <a:pt x="11814" y="679"/>
                  </a:cubicBezTo>
                  <a:lnTo>
                    <a:pt x="11844" y="710"/>
                  </a:lnTo>
                  <a:cubicBezTo>
                    <a:pt x="11921" y="649"/>
                    <a:pt x="11982" y="565"/>
                    <a:pt x="12020" y="473"/>
                  </a:cubicBezTo>
                  <a:cubicBezTo>
                    <a:pt x="12065" y="367"/>
                    <a:pt x="12020" y="245"/>
                    <a:pt x="11928" y="191"/>
                  </a:cubicBezTo>
                  <a:cubicBezTo>
                    <a:pt x="11867" y="161"/>
                    <a:pt x="11806" y="146"/>
                    <a:pt x="11738" y="146"/>
                  </a:cubicBezTo>
                  <a:cubicBezTo>
                    <a:pt x="11677" y="146"/>
                    <a:pt x="11608" y="161"/>
                    <a:pt x="11547" y="184"/>
                  </a:cubicBezTo>
                  <a:cubicBezTo>
                    <a:pt x="11448" y="229"/>
                    <a:pt x="11357" y="306"/>
                    <a:pt x="11296" y="405"/>
                  </a:cubicBezTo>
                  <a:cubicBezTo>
                    <a:pt x="11242" y="489"/>
                    <a:pt x="11212" y="588"/>
                    <a:pt x="11212" y="687"/>
                  </a:cubicBezTo>
                  <a:cubicBezTo>
                    <a:pt x="11212" y="786"/>
                    <a:pt x="11227" y="877"/>
                    <a:pt x="11265" y="969"/>
                  </a:cubicBezTo>
                  <a:cubicBezTo>
                    <a:pt x="11303" y="1068"/>
                    <a:pt x="11364" y="1159"/>
                    <a:pt x="11441" y="1220"/>
                  </a:cubicBezTo>
                  <a:cubicBezTo>
                    <a:pt x="11486" y="1258"/>
                    <a:pt x="11540" y="1281"/>
                    <a:pt x="11593" y="1304"/>
                  </a:cubicBezTo>
                  <a:lnTo>
                    <a:pt x="11616" y="1319"/>
                  </a:lnTo>
                  <a:cubicBezTo>
                    <a:pt x="11486" y="1334"/>
                    <a:pt x="11349" y="1357"/>
                    <a:pt x="11212" y="1388"/>
                  </a:cubicBezTo>
                  <a:cubicBezTo>
                    <a:pt x="11044" y="1350"/>
                    <a:pt x="10892" y="1281"/>
                    <a:pt x="10747" y="1190"/>
                  </a:cubicBezTo>
                  <a:lnTo>
                    <a:pt x="10648" y="1113"/>
                  </a:lnTo>
                  <a:cubicBezTo>
                    <a:pt x="10511" y="1022"/>
                    <a:pt x="10381" y="923"/>
                    <a:pt x="10259" y="816"/>
                  </a:cubicBezTo>
                  <a:cubicBezTo>
                    <a:pt x="10213" y="771"/>
                    <a:pt x="10160" y="725"/>
                    <a:pt x="10114" y="679"/>
                  </a:cubicBezTo>
                  <a:cubicBezTo>
                    <a:pt x="10015" y="588"/>
                    <a:pt x="9909" y="481"/>
                    <a:pt x="9794" y="389"/>
                  </a:cubicBezTo>
                  <a:cubicBezTo>
                    <a:pt x="9710" y="321"/>
                    <a:pt x="9619" y="260"/>
                    <a:pt x="9520" y="207"/>
                  </a:cubicBezTo>
                  <a:cubicBezTo>
                    <a:pt x="9420" y="160"/>
                    <a:pt x="9314" y="137"/>
                    <a:pt x="9207" y="137"/>
                  </a:cubicBezTo>
                  <a:cubicBezTo>
                    <a:pt x="9192" y="137"/>
                    <a:pt x="9177" y="137"/>
                    <a:pt x="9162" y="138"/>
                  </a:cubicBezTo>
                  <a:lnTo>
                    <a:pt x="9162" y="176"/>
                  </a:lnTo>
                  <a:lnTo>
                    <a:pt x="9177" y="176"/>
                  </a:lnTo>
                  <a:cubicBezTo>
                    <a:pt x="9284" y="176"/>
                    <a:pt x="9390" y="207"/>
                    <a:pt x="9482" y="260"/>
                  </a:cubicBezTo>
                  <a:cubicBezTo>
                    <a:pt x="9566" y="313"/>
                    <a:pt x="9649" y="374"/>
                    <a:pt x="9726" y="450"/>
                  </a:cubicBezTo>
                  <a:cubicBezTo>
                    <a:pt x="9825" y="549"/>
                    <a:pt x="9916" y="656"/>
                    <a:pt x="10008" y="763"/>
                  </a:cubicBezTo>
                  <a:cubicBezTo>
                    <a:pt x="10053" y="809"/>
                    <a:pt x="10092" y="854"/>
                    <a:pt x="10130" y="900"/>
                  </a:cubicBezTo>
                  <a:lnTo>
                    <a:pt x="10198" y="969"/>
                  </a:lnTo>
                  <a:cubicBezTo>
                    <a:pt x="10305" y="1121"/>
                    <a:pt x="10450" y="1243"/>
                    <a:pt x="10610" y="1334"/>
                  </a:cubicBezTo>
                  <a:cubicBezTo>
                    <a:pt x="10709" y="1388"/>
                    <a:pt x="10823" y="1426"/>
                    <a:pt x="10930" y="1449"/>
                  </a:cubicBezTo>
                  <a:cubicBezTo>
                    <a:pt x="10739" y="1495"/>
                    <a:pt x="10549" y="1548"/>
                    <a:pt x="10358" y="1601"/>
                  </a:cubicBezTo>
                  <a:cubicBezTo>
                    <a:pt x="9710" y="1373"/>
                    <a:pt x="9345" y="938"/>
                    <a:pt x="9002" y="466"/>
                  </a:cubicBezTo>
                  <a:cubicBezTo>
                    <a:pt x="8765" y="153"/>
                    <a:pt x="8415" y="1"/>
                    <a:pt x="79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7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10800000" flipH="1"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2" name="Google Shape;882;p7"/>
          <p:cNvGrpSpPr/>
          <p:nvPr/>
        </p:nvGrpSpPr>
        <p:grpSpPr>
          <a:xfrm rot="10800000" flipH="1">
            <a:off x="317850" y="2405738"/>
            <a:ext cx="3338195" cy="2441003"/>
            <a:chOff x="317850" y="295950"/>
            <a:chExt cx="3338195" cy="2441003"/>
          </a:xfrm>
        </p:grpSpPr>
        <p:grpSp>
          <p:nvGrpSpPr>
            <p:cNvPr id="883" name="Google Shape;883;p7"/>
            <p:cNvGrpSpPr/>
            <p:nvPr/>
          </p:nvGrpSpPr>
          <p:grpSpPr>
            <a:xfrm>
              <a:off x="317850" y="510396"/>
              <a:ext cx="198575" cy="2061359"/>
              <a:chOff x="317850" y="510396"/>
              <a:chExt cx="198575" cy="2061359"/>
            </a:xfrm>
          </p:grpSpPr>
          <p:sp>
            <p:nvSpPr>
              <p:cNvPr id="884" name="Google Shape;884;p7"/>
              <p:cNvSpPr/>
              <p:nvPr/>
            </p:nvSpPr>
            <p:spPr>
              <a:xfrm>
                <a:off x="380553" y="249338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7"/>
              <p:cNvSpPr/>
              <p:nvPr/>
            </p:nvSpPr>
            <p:spPr>
              <a:xfrm>
                <a:off x="380553" y="243058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7"/>
              <p:cNvSpPr/>
              <p:nvPr/>
            </p:nvSpPr>
            <p:spPr>
              <a:xfrm>
                <a:off x="380553" y="235750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7"/>
              <p:cNvSpPr/>
              <p:nvPr/>
            </p:nvSpPr>
            <p:spPr>
              <a:xfrm>
                <a:off x="380553" y="22948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7"/>
              <p:cNvSpPr/>
              <p:nvPr/>
            </p:nvSpPr>
            <p:spPr>
              <a:xfrm>
                <a:off x="380553" y="22216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7"/>
              <p:cNvSpPr/>
              <p:nvPr/>
            </p:nvSpPr>
            <p:spPr>
              <a:xfrm>
                <a:off x="380553" y="215893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7"/>
              <p:cNvSpPr/>
              <p:nvPr/>
            </p:nvSpPr>
            <p:spPr>
              <a:xfrm>
                <a:off x="380553" y="208575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7"/>
              <p:cNvSpPr/>
              <p:nvPr/>
            </p:nvSpPr>
            <p:spPr>
              <a:xfrm>
                <a:off x="380553" y="202305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7"/>
              <p:cNvSpPr/>
              <p:nvPr/>
            </p:nvSpPr>
            <p:spPr>
              <a:xfrm>
                <a:off x="380553" y="194987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7"/>
              <p:cNvSpPr/>
              <p:nvPr/>
            </p:nvSpPr>
            <p:spPr>
              <a:xfrm>
                <a:off x="380553" y="188717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740" y="635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7"/>
              <p:cNvSpPr/>
              <p:nvPr/>
            </p:nvSpPr>
            <p:spPr>
              <a:xfrm>
                <a:off x="380553" y="182447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7"/>
              <p:cNvSpPr/>
              <p:nvPr/>
            </p:nvSpPr>
            <p:spPr>
              <a:xfrm>
                <a:off x="380553" y="175139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7"/>
              <p:cNvSpPr/>
              <p:nvPr/>
            </p:nvSpPr>
            <p:spPr>
              <a:xfrm>
                <a:off x="380553" y="16782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7"/>
              <p:cNvSpPr/>
              <p:nvPr/>
            </p:nvSpPr>
            <p:spPr>
              <a:xfrm>
                <a:off x="380553" y="16155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7"/>
              <p:cNvSpPr/>
              <p:nvPr/>
            </p:nvSpPr>
            <p:spPr>
              <a:xfrm>
                <a:off x="380553" y="154233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7"/>
              <p:cNvSpPr/>
              <p:nvPr/>
            </p:nvSpPr>
            <p:spPr>
              <a:xfrm>
                <a:off x="380553" y="147963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7"/>
              <p:cNvSpPr/>
              <p:nvPr/>
            </p:nvSpPr>
            <p:spPr>
              <a:xfrm>
                <a:off x="380553" y="140645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7"/>
              <p:cNvSpPr/>
              <p:nvPr/>
            </p:nvSpPr>
            <p:spPr>
              <a:xfrm>
                <a:off x="380553" y="13437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7"/>
              <p:cNvSpPr/>
              <p:nvPr/>
            </p:nvSpPr>
            <p:spPr>
              <a:xfrm>
                <a:off x="380553" y="12706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7"/>
              <p:cNvSpPr/>
              <p:nvPr/>
            </p:nvSpPr>
            <p:spPr>
              <a:xfrm>
                <a:off x="380553" y="120798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7"/>
              <p:cNvSpPr/>
              <p:nvPr/>
            </p:nvSpPr>
            <p:spPr>
              <a:xfrm>
                <a:off x="380553" y="113480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7"/>
              <p:cNvSpPr/>
              <p:nvPr/>
            </p:nvSpPr>
            <p:spPr>
              <a:xfrm>
                <a:off x="380553" y="107210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7"/>
              <p:cNvSpPr/>
              <p:nvPr/>
            </p:nvSpPr>
            <p:spPr>
              <a:xfrm>
                <a:off x="380553" y="99892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7"/>
              <p:cNvSpPr/>
              <p:nvPr/>
            </p:nvSpPr>
            <p:spPr>
              <a:xfrm>
                <a:off x="380553" y="93622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7"/>
              <p:cNvSpPr/>
              <p:nvPr/>
            </p:nvSpPr>
            <p:spPr>
              <a:xfrm>
                <a:off x="380553" y="863043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7"/>
              <p:cNvSpPr/>
              <p:nvPr/>
            </p:nvSpPr>
            <p:spPr>
              <a:xfrm>
                <a:off x="380553" y="80034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7"/>
              <p:cNvSpPr/>
              <p:nvPr/>
            </p:nvSpPr>
            <p:spPr>
              <a:xfrm>
                <a:off x="380553" y="72726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7"/>
              <p:cNvSpPr/>
              <p:nvPr/>
            </p:nvSpPr>
            <p:spPr>
              <a:xfrm>
                <a:off x="380553" y="66456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7"/>
              <p:cNvSpPr/>
              <p:nvPr/>
            </p:nvSpPr>
            <p:spPr>
              <a:xfrm>
                <a:off x="380553" y="59138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7"/>
              <p:cNvSpPr/>
              <p:nvPr/>
            </p:nvSpPr>
            <p:spPr>
              <a:xfrm>
                <a:off x="380553" y="52868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7"/>
              <p:cNvSpPr/>
              <p:nvPr/>
            </p:nvSpPr>
            <p:spPr>
              <a:xfrm>
                <a:off x="317850" y="510396"/>
                <a:ext cx="20965" cy="2061359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0" y="27"/>
                      <a:pt x="0" y="80"/>
                    </a:cubicBezTo>
                    <a:lnTo>
                      <a:pt x="0" y="41504"/>
                    </a:lnTo>
                    <a:cubicBezTo>
                      <a:pt x="0" y="41504"/>
                      <a:pt x="0" y="41609"/>
                      <a:pt x="106" y="41609"/>
                    </a:cubicBezTo>
                    <a:cubicBezTo>
                      <a:pt x="211" y="41609"/>
                      <a:pt x="211" y="41609"/>
                      <a:pt x="211" y="41504"/>
                    </a:cubicBezTo>
                    <a:lnTo>
                      <a:pt x="211" y="80"/>
                    </a:lnTo>
                    <a:cubicBezTo>
                      <a:pt x="211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7"/>
              <p:cNvSpPr/>
              <p:nvPr/>
            </p:nvSpPr>
            <p:spPr>
              <a:xfrm>
                <a:off x="495460" y="510396"/>
                <a:ext cx="20965" cy="2061359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1" y="27"/>
                      <a:pt x="1" y="80"/>
                    </a:cubicBezTo>
                    <a:lnTo>
                      <a:pt x="1" y="41504"/>
                    </a:lnTo>
                    <a:cubicBezTo>
                      <a:pt x="1" y="41504"/>
                      <a:pt x="1" y="41609"/>
                      <a:pt x="106" y="41609"/>
                    </a:cubicBezTo>
                    <a:cubicBezTo>
                      <a:pt x="212" y="41609"/>
                      <a:pt x="212" y="41609"/>
                      <a:pt x="212" y="41504"/>
                    </a:cubicBezTo>
                    <a:lnTo>
                      <a:pt x="212" y="80"/>
                    </a:lnTo>
                    <a:cubicBezTo>
                      <a:pt x="212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16" name="Google Shape;916;p7"/>
            <p:cNvSpPr/>
            <p:nvPr/>
          </p:nvSpPr>
          <p:spPr>
            <a:xfrm>
              <a:off x="370363" y="2632325"/>
              <a:ext cx="104332" cy="104628"/>
            </a:xfrm>
            <a:custGeom>
              <a:avLst/>
              <a:gdLst/>
              <a:ahLst/>
              <a:cxnLst/>
              <a:rect l="l" t="t" r="r" b="b"/>
              <a:pathLst>
                <a:path w="1055" h="1058" extrusionOk="0">
                  <a:moveTo>
                    <a:pt x="420" y="1"/>
                  </a:moveTo>
                  <a:cubicBezTo>
                    <a:pt x="166" y="1"/>
                    <a:pt x="254" y="221"/>
                    <a:pt x="414" y="390"/>
                  </a:cubicBezTo>
                  <a:lnTo>
                    <a:pt x="414" y="390"/>
                  </a:lnTo>
                  <a:cubicBezTo>
                    <a:pt x="512" y="286"/>
                    <a:pt x="625" y="198"/>
                    <a:pt x="729" y="152"/>
                  </a:cubicBezTo>
                  <a:lnTo>
                    <a:pt x="729" y="152"/>
                  </a:lnTo>
                  <a:cubicBezTo>
                    <a:pt x="648" y="62"/>
                    <a:pt x="534" y="1"/>
                    <a:pt x="420" y="1"/>
                  </a:cubicBezTo>
                  <a:close/>
                  <a:moveTo>
                    <a:pt x="865" y="120"/>
                  </a:moveTo>
                  <a:cubicBezTo>
                    <a:pt x="823" y="120"/>
                    <a:pt x="777" y="131"/>
                    <a:pt x="729" y="152"/>
                  </a:cubicBezTo>
                  <a:lnTo>
                    <a:pt x="729" y="152"/>
                  </a:lnTo>
                  <a:cubicBezTo>
                    <a:pt x="798" y="229"/>
                    <a:pt x="843" y="326"/>
                    <a:pt x="843" y="423"/>
                  </a:cubicBezTo>
                  <a:cubicBezTo>
                    <a:pt x="843" y="538"/>
                    <a:pt x="798" y="583"/>
                    <a:pt x="733" y="583"/>
                  </a:cubicBezTo>
                  <a:cubicBezTo>
                    <a:pt x="643" y="583"/>
                    <a:pt x="514" y="497"/>
                    <a:pt x="414" y="390"/>
                  </a:cubicBezTo>
                  <a:lnTo>
                    <a:pt x="414" y="390"/>
                  </a:lnTo>
                  <a:cubicBezTo>
                    <a:pt x="154" y="667"/>
                    <a:pt x="1" y="1057"/>
                    <a:pt x="420" y="1057"/>
                  </a:cubicBezTo>
                  <a:cubicBezTo>
                    <a:pt x="737" y="1057"/>
                    <a:pt x="1054" y="740"/>
                    <a:pt x="1054" y="423"/>
                  </a:cubicBezTo>
                  <a:cubicBezTo>
                    <a:pt x="1054" y="204"/>
                    <a:pt x="975" y="120"/>
                    <a:pt x="865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7"/>
            <p:cNvSpPr/>
            <p:nvPr/>
          </p:nvSpPr>
          <p:spPr>
            <a:xfrm>
              <a:off x="37174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8" name="Google Shape;918;p7"/>
            <p:cNvGrpSpPr/>
            <p:nvPr/>
          </p:nvGrpSpPr>
          <p:grpSpPr>
            <a:xfrm>
              <a:off x="504825" y="295950"/>
              <a:ext cx="3016590" cy="198675"/>
              <a:chOff x="504825" y="295950"/>
              <a:chExt cx="3016590" cy="198675"/>
            </a:xfrm>
          </p:grpSpPr>
          <p:sp>
            <p:nvSpPr>
              <p:cNvPr id="919" name="Google Shape;919;p7"/>
              <p:cNvSpPr/>
              <p:nvPr/>
            </p:nvSpPr>
            <p:spPr>
              <a:xfrm>
                <a:off x="569351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7"/>
              <p:cNvSpPr/>
              <p:nvPr/>
            </p:nvSpPr>
            <p:spPr>
              <a:xfrm>
                <a:off x="667244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7"/>
              <p:cNvSpPr/>
              <p:nvPr/>
            </p:nvSpPr>
            <p:spPr>
              <a:xfrm>
                <a:off x="781171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7"/>
              <p:cNvSpPr/>
              <p:nvPr/>
            </p:nvSpPr>
            <p:spPr>
              <a:xfrm>
                <a:off x="878911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7"/>
              <p:cNvSpPr/>
              <p:nvPr/>
            </p:nvSpPr>
            <p:spPr>
              <a:xfrm>
                <a:off x="99299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7"/>
              <p:cNvSpPr/>
              <p:nvPr/>
            </p:nvSpPr>
            <p:spPr>
              <a:xfrm>
                <a:off x="109073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7"/>
              <p:cNvSpPr/>
              <p:nvPr/>
            </p:nvSpPr>
            <p:spPr>
              <a:xfrm>
                <a:off x="1204813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7"/>
              <p:cNvSpPr/>
              <p:nvPr/>
            </p:nvSpPr>
            <p:spPr>
              <a:xfrm>
                <a:off x="130255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7"/>
              <p:cNvSpPr/>
              <p:nvPr/>
            </p:nvSpPr>
            <p:spPr>
              <a:xfrm>
                <a:off x="529550" y="443225"/>
                <a:ext cx="2962747" cy="12375"/>
              </a:xfrm>
              <a:custGeom>
                <a:avLst/>
                <a:gdLst/>
                <a:ahLst/>
                <a:cxnLst/>
                <a:rect l="l" t="t" r="r" b="b"/>
                <a:pathLst>
                  <a:path w="41320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41319" y="106"/>
                    </a:lnTo>
                    <a:lnTo>
                      <a:pt x="4131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7"/>
              <p:cNvSpPr/>
              <p:nvPr/>
            </p:nvSpPr>
            <p:spPr>
              <a:xfrm>
                <a:off x="141972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7"/>
              <p:cNvSpPr/>
              <p:nvPr/>
            </p:nvSpPr>
            <p:spPr>
              <a:xfrm>
                <a:off x="153364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7"/>
              <p:cNvSpPr/>
              <p:nvPr/>
            </p:nvSpPr>
            <p:spPr>
              <a:xfrm>
                <a:off x="1631388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7"/>
              <p:cNvSpPr/>
              <p:nvPr/>
            </p:nvSpPr>
            <p:spPr>
              <a:xfrm>
                <a:off x="172928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7"/>
              <p:cNvSpPr/>
              <p:nvPr/>
            </p:nvSpPr>
            <p:spPr>
              <a:xfrm>
                <a:off x="184320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7"/>
              <p:cNvSpPr/>
              <p:nvPr/>
            </p:nvSpPr>
            <p:spPr>
              <a:xfrm>
                <a:off x="194094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7"/>
              <p:cNvSpPr/>
              <p:nvPr/>
            </p:nvSpPr>
            <p:spPr>
              <a:xfrm>
                <a:off x="205502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7"/>
              <p:cNvSpPr/>
              <p:nvPr/>
            </p:nvSpPr>
            <p:spPr>
              <a:xfrm>
                <a:off x="215276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7"/>
              <p:cNvSpPr/>
              <p:nvPr/>
            </p:nvSpPr>
            <p:spPr>
              <a:xfrm>
                <a:off x="226685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7"/>
              <p:cNvSpPr/>
              <p:nvPr/>
            </p:nvSpPr>
            <p:spPr>
              <a:xfrm>
                <a:off x="236459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7"/>
              <p:cNvSpPr/>
              <p:nvPr/>
            </p:nvSpPr>
            <p:spPr>
              <a:xfrm>
                <a:off x="2478517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257641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7"/>
              <p:cNvSpPr/>
              <p:nvPr/>
            </p:nvSpPr>
            <p:spPr>
              <a:xfrm>
                <a:off x="2690337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7"/>
              <p:cNvSpPr/>
              <p:nvPr/>
            </p:nvSpPr>
            <p:spPr>
              <a:xfrm>
                <a:off x="2788077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290215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7"/>
              <p:cNvSpPr/>
              <p:nvPr/>
            </p:nvSpPr>
            <p:spPr>
              <a:xfrm>
                <a:off x="299989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7"/>
              <p:cNvSpPr/>
              <p:nvPr/>
            </p:nvSpPr>
            <p:spPr>
              <a:xfrm>
                <a:off x="311397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321171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3325645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504825" y="295950"/>
                <a:ext cx="3016590" cy="31448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318" extrusionOk="0">
                    <a:moveTo>
                      <a:pt x="212" y="1"/>
                    </a:moveTo>
                    <a:cubicBezTo>
                      <a:pt x="1" y="1"/>
                      <a:pt x="1" y="212"/>
                      <a:pt x="212" y="318"/>
                    </a:cubicBezTo>
                    <a:lnTo>
                      <a:pt x="41530" y="318"/>
                    </a:lnTo>
                    <a:cubicBezTo>
                      <a:pt x="41741" y="318"/>
                      <a:pt x="41741" y="1"/>
                      <a:pt x="415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504825" y="473660"/>
                <a:ext cx="3016590" cy="20965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212" extrusionOk="0">
                    <a:moveTo>
                      <a:pt x="212" y="0"/>
                    </a:moveTo>
                    <a:cubicBezTo>
                      <a:pt x="1" y="0"/>
                      <a:pt x="1" y="211"/>
                      <a:pt x="212" y="211"/>
                    </a:cubicBezTo>
                    <a:lnTo>
                      <a:pt x="41530" y="211"/>
                    </a:lnTo>
                    <a:cubicBezTo>
                      <a:pt x="41741" y="211"/>
                      <a:pt x="41741" y="0"/>
                      <a:pt x="415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9" name="Google Shape;949;p7"/>
            <p:cNvSpPr/>
            <p:nvPr/>
          </p:nvSpPr>
          <p:spPr>
            <a:xfrm>
              <a:off x="3553098" y="347173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0" name="Google Shape;950;p7"/>
          <p:cNvGrpSpPr/>
          <p:nvPr/>
        </p:nvGrpSpPr>
        <p:grpSpPr>
          <a:xfrm flipH="1">
            <a:off x="5489925" y="298331"/>
            <a:ext cx="3338195" cy="2441003"/>
            <a:chOff x="317850" y="295950"/>
            <a:chExt cx="3338195" cy="2441003"/>
          </a:xfrm>
        </p:grpSpPr>
        <p:grpSp>
          <p:nvGrpSpPr>
            <p:cNvPr id="951" name="Google Shape;951;p7"/>
            <p:cNvGrpSpPr/>
            <p:nvPr/>
          </p:nvGrpSpPr>
          <p:grpSpPr>
            <a:xfrm>
              <a:off x="317850" y="510396"/>
              <a:ext cx="198575" cy="2061359"/>
              <a:chOff x="317850" y="510396"/>
              <a:chExt cx="198575" cy="2061359"/>
            </a:xfrm>
          </p:grpSpPr>
          <p:sp>
            <p:nvSpPr>
              <p:cNvPr id="952" name="Google Shape;952;p7"/>
              <p:cNvSpPr/>
              <p:nvPr/>
            </p:nvSpPr>
            <p:spPr>
              <a:xfrm>
                <a:off x="380553" y="249338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380553" y="243058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380553" y="235750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380553" y="22948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380553" y="22216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7"/>
              <p:cNvSpPr/>
              <p:nvPr/>
            </p:nvSpPr>
            <p:spPr>
              <a:xfrm>
                <a:off x="380553" y="215893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7"/>
              <p:cNvSpPr/>
              <p:nvPr/>
            </p:nvSpPr>
            <p:spPr>
              <a:xfrm>
                <a:off x="380553" y="208575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7"/>
              <p:cNvSpPr/>
              <p:nvPr/>
            </p:nvSpPr>
            <p:spPr>
              <a:xfrm>
                <a:off x="380553" y="202305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7"/>
              <p:cNvSpPr/>
              <p:nvPr/>
            </p:nvSpPr>
            <p:spPr>
              <a:xfrm>
                <a:off x="380553" y="194987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7"/>
              <p:cNvSpPr/>
              <p:nvPr/>
            </p:nvSpPr>
            <p:spPr>
              <a:xfrm>
                <a:off x="380553" y="188717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740" y="635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7"/>
              <p:cNvSpPr/>
              <p:nvPr/>
            </p:nvSpPr>
            <p:spPr>
              <a:xfrm>
                <a:off x="380553" y="182447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7"/>
              <p:cNvSpPr/>
              <p:nvPr/>
            </p:nvSpPr>
            <p:spPr>
              <a:xfrm>
                <a:off x="380553" y="175139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7"/>
              <p:cNvSpPr/>
              <p:nvPr/>
            </p:nvSpPr>
            <p:spPr>
              <a:xfrm>
                <a:off x="380553" y="16782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7"/>
              <p:cNvSpPr/>
              <p:nvPr/>
            </p:nvSpPr>
            <p:spPr>
              <a:xfrm>
                <a:off x="380553" y="16155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7"/>
              <p:cNvSpPr/>
              <p:nvPr/>
            </p:nvSpPr>
            <p:spPr>
              <a:xfrm>
                <a:off x="380553" y="154233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7"/>
              <p:cNvSpPr/>
              <p:nvPr/>
            </p:nvSpPr>
            <p:spPr>
              <a:xfrm>
                <a:off x="380553" y="147963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7"/>
              <p:cNvSpPr/>
              <p:nvPr/>
            </p:nvSpPr>
            <p:spPr>
              <a:xfrm>
                <a:off x="380553" y="140645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7"/>
              <p:cNvSpPr/>
              <p:nvPr/>
            </p:nvSpPr>
            <p:spPr>
              <a:xfrm>
                <a:off x="380553" y="13437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7"/>
              <p:cNvSpPr/>
              <p:nvPr/>
            </p:nvSpPr>
            <p:spPr>
              <a:xfrm>
                <a:off x="380553" y="12706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7"/>
              <p:cNvSpPr/>
              <p:nvPr/>
            </p:nvSpPr>
            <p:spPr>
              <a:xfrm>
                <a:off x="380553" y="120798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7"/>
              <p:cNvSpPr/>
              <p:nvPr/>
            </p:nvSpPr>
            <p:spPr>
              <a:xfrm>
                <a:off x="380553" y="113480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7"/>
              <p:cNvSpPr/>
              <p:nvPr/>
            </p:nvSpPr>
            <p:spPr>
              <a:xfrm>
                <a:off x="380553" y="107210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7"/>
              <p:cNvSpPr/>
              <p:nvPr/>
            </p:nvSpPr>
            <p:spPr>
              <a:xfrm>
                <a:off x="380553" y="99892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7"/>
              <p:cNvSpPr/>
              <p:nvPr/>
            </p:nvSpPr>
            <p:spPr>
              <a:xfrm>
                <a:off x="380553" y="93622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7"/>
              <p:cNvSpPr/>
              <p:nvPr/>
            </p:nvSpPr>
            <p:spPr>
              <a:xfrm>
                <a:off x="380553" y="863043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7"/>
              <p:cNvSpPr/>
              <p:nvPr/>
            </p:nvSpPr>
            <p:spPr>
              <a:xfrm>
                <a:off x="380553" y="80034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7"/>
              <p:cNvSpPr/>
              <p:nvPr/>
            </p:nvSpPr>
            <p:spPr>
              <a:xfrm>
                <a:off x="380553" y="72726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7"/>
              <p:cNvSpPr/>
              <p:nvPr/>
            </p:nvSpPr>
            <p:spPr>
              <a:xfrm>
                <a:off x="380553" y="66456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7"/>
              <p:cNvSpPr/>
              <p:nvPr/>
            </p:nvSpPr>
            <p:spPr>
              <a:xfrm>
                <a:off x="380553" y="59138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7"/>
              <p:cNvSpPr/>
              <p:nvPr/>
            </p:nvSpPr>
            <p:spPr>
              <a:xfrm>
                <a:off x="380553" y="52868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7"/>
              <p:cNvSpPr/>
              <p:nvPr/>
            </p:nvSpPr>
            <p:spPr>
              <a:xfrm>
                <a:off x="317850" y="510396"/>
                <a:ext cx="20965" cy="2061359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0" y="27"/>
                      <a:pt x="0" y="80"/>
                    </a:cubicBezTo>
                    <a:lnTo>
                      <a:pt x="0" y="41504"/>
                    </a:lnTo>
                    <a:cubicBezTo>
                      <a:pt x="0" y="41504"/>
                      <a:pt x="0" y="41609"/>
                      <a:pt x="106" y="41609"/>
                    </a:cubicBezTo>
                    <a:cubicBezTo>
                      <a:pt x="211" y="41609"/>
                      <a:pt x="211" y="41609"/>
                      <a:pt x="211" y="41504"/>
                    </a:cubicBezTo>
                    <a:lnTo>
                      <a:pt x="211" y="80"/>
                    </a:lnTo>
                    <a:cubicBezTo>
                      <a:pt x="211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7"/>
              <p:cNvSpPr/>
              <p:nvPr/>
            </p:nvSpPr>
            <p:spPr>
              <a:xfrm>
                <a:off x="495460" y="510396"/>
                <a:ext cx="20965" cy="2061359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1" y="27"/>
                      <a:pt x="1" y="80"/>
                    </a:cubicBezTo>
                    <a:lnTo>
                      <a:pt x="1" y="41504"/>
                    </a:lnTo>
                    <a:cubicBezTo>
                      <a:pt x="1" y="41504"/>
                      <a:pt x="1" y="41609"/>
                      <a:pt x="106" y="41609"/>
                    </a:cubicBezTo>
                    <a:cubicBezTo>
                      <a:pt x="212" y="41609"/>
                      <a:pt x="212" y="41609"/>
                      <a:pt x="212" y="41504"/>
                    </a:cubicBezTo>
                    <a:lnTo>
                      <a:pt x="212" y="80"/>
                    </a:lnTo>
                    <a:cubicBezTo>
                      <a:pt x="212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4" name="Google Shape;984;p7"/>
            <p:cNvSpPr/>
            <p:nvPr/>
          </p:nvSpPr>
          <p:spPr>
            <a:xfrm>
              <a:off x="370363" y="2632325"/>
              <a:ext cx="104332" cy="104628"/>
            </a:xfrm>
            <a:custGeom>
              <a:avLst/>
              <a:gdLst/>
              <a:ahLst/>
              <a:cxnLst/>
              <a:rect l="l" t="t" r="r" b="b"/>
              <a:pathLst>
                <a:path w="1055" h="1058" extrusionOk="0">
                  <a:moveTo>
                    <a:pt x="420" y="1"/>
                  </a:moveTo>
                  <a:cubicBezTo>
                    <a:pt x="166" y="1"/>
                    <a:pt x="254" y="221"/>
                    <a:pt x="414" y="390"/>
                  </a:cubicBezTo>
                  <a:lnTo>
                    <a:pt x="414" y="390"/>
                  </a:lnTo>
                  <a:cubicBezTo>
                    <a:pt x="512" y="286"/>
                    <a:pt x="625" y="198"/>
                    <a:pt x="729" y="152"/>
                  </a:cubicBezTo>
                  <a:lnTo>
                    <a:pt x="729" y="152"/>
                  </a:lnTo>
                  <a:cubicBezTo>
                    <a:pt x="648" y="62"/>
                    <a:pt x="534" y="1"/>
                    <a:pt x="420" y="1"/>
                  </a:cubicBezTo>
                  <a:close/>
                  <a:moveTo>
                    <a:pt x="865" y="120"/>
                  </a:moveTo>
                  <a:cubicBezTo>
                    <a:pt x="823" y="120"/>
                    <a:pt x="777" y="131"/>
                    <a:pt x="729" y="152"/>
                  </a:cubicBezTo>
                  <a:lnTo>
                    <a:pt x="729" y="152"/>
                  </a:lnTo>
                  <a:cubicBezTo>
                    <a:pt x="798" y="229"/>
                    <a:pt x="843" y="326"/>
                    <a:pt x="843" y="423"/>
                  </a:cubicBezTo>
                  <a:cubicBezTo>
                    <a:pt x="843" y="538"/>
                    <a:pt x="798" y="583"/>
                    <a:pt x="733" y="583"/>
                  </a:cubicBezTo>
                  <a:cubicBezTo>
                    <a:pt x="643" y="583"/>
                    <a:pt x="514" y="497"/>
                    <a:pt x="414" y="390"/>
                  </a:cubicBezTo>
                  <a:lnTo>
                    <a:pt x="414" y="390"/>
                  </a:lnTo>
                  <a:cubicBezTo>
                    <a:pt x="154" y="667"/>
                    <a:pt x="1" y="1057"/>
                    <a:pt x="420" y="1057"/>
                  </a:cubicBezTo>
                  <a:cubicBezTo>
                    <a:pt x="737" y="1057"/>
                    <a:pt x="1054" y="740"/>
                    <a:pt x="1054" y="423"/>
                  </a:cubicBezTo>
                  <a:cubicBezTo>
                    <a:pt x="1054" y="204"/>
                    <a:pt x="975" y="120"/>
                    <a:pt x="865" y="120"/>
                  </a:cubicBezTo>
                  <a:close/>
                </a:path>
              </a:pathLst>
            </a:custGeom>
            <a:gradFill>
              <a:gsLst>
                <a:gs pos="0">
                  <a:srgbClr val="786446"/>
                </a:gs>
                <a:gs pos="24000">
                  <a:srgbClr val="A68C63"/>
                </a:gs>
                <a:gs pos="45000">
                  <a:srgbClr val="A6946E"/>
                </a:gs>
                <a:gs pos="76000">
                  <a:srgbClr val="A68C63"/>
                </a:gs>
                <a:gs pos="100000">
                  <a:srgbClr val="78644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7"/>
            <p:cNvSpPr/>
            <p:nvPr/>
          </p:nvSpPr>
          <p:spPr>
            <a:xfrm>
              <a:off x="37174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gradFill>
              <a:gsLst>
                <a:gs pos="0">
                  <a:srgbClr val="786446"/>
                </a:gs>
                <a:gs pos="24000">
                  <a:srgbClr val="A68C63"/>
                </a:gs>
                <a:gs pos="45000">
                  <a:srgbClr val="A6946E"/>
                </a:gs>
                <a:gs pos="76000">
                  <a:srgbClr val="A68C63"/>
                </a:gs>
                <a:gs pos="100000">
                  <a:srgbClr val="78644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6" name="Google Shape;986;p7"/>
            <p:cNvGrpSpPr/>
            <p:nvPr/>
          </p:nvGrpSpPr>
          <p:grpSpPr>
            <a:xfrm>
              <a:off x="504825" y="295950"/>
              <a:ext cx="3016590" cy="198675"/>
              <a:chOff x="504825" y="295950"/>
              <a:chExt cx="3016590" cy="198675"/>
            </a:xfrm>
          </p:grpSpPr>
          <p:sp>
            <p:nvSpPr>
              <p:cNvPr id="987" name="Google Shape;987;p7"/>
              <p:cNvSpPr/>
              <p:nvPr/>
            </p:nvSpPr>
            <p:spPr>
              <a:xfrm>
                <a:off x="569351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7"/>
              <p:cNvSpPr/>
              <p:nvPr/>
            </p:nvSpPr>
            <p:spPr>
              <a:xfrm>
                <a:off x="667244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7"/>
              <p:cNvSpPr/>
              <p:nvPr/>
            </p:nvSpPr>
            <p:spPr>
              <a:xfrm>
                <a:off x="781171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7"/>
              <p:cNvSpPr/>
              <p:nvPr/>
            </p:nvSpPr>
            <p:spPr>
              <a:xfrm>
                <a:off x="878911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7"/>
              <p:cNvSpPr/>
              <p:nvPr/>
            </p:nvSpPr>
            <p:spPr>
              <a:xfrm>
                <a:off x="99299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7"/>
              <p:cNvSpPr/>
              <p:nvPr/>
            </p:nvSpPr>
            <p:spPr>
              <a:xfrm>
                <a:off x="109073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7"/>
              <p:cNvSpPr/>
              <p:nvPr/>
            </p:nvSpPr>
            <p:spPr>
              <a:xfrm>
                <a:off x="1204813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7"/>
              <p:cNvSpPr/>
              <p:nvPr/>
            </p:nvSpPr>
            <p:spPr>
              <a:xfrm>
                <a:off x="130255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7"/>
              <p:cNvSpPr/>
              <p:nvPr/>
            </p:nvSpPr>
            <p:spPr>
              <a:xfrm>
                <a:off x="529550" y="443225"/>
                <a:ext cx="2962747" cy="12375"/>
              </a:xfrm>
              <a:custGeom>
                <a:avLst/>
                <a:gdLst/>
                <a:ahLst/>
                <a:cxnLst/>
                <a:rect l="l" t="t" r="r" b="b"/>
                <a:pathLst>
                  <a:path w="41320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41319" y="106"/>
                    </a:lnTo>
                    <a:lnTo>
                      <a:pt x="4131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7"/>
              <p:cNvSpPr/>
              <p:nvPr/>
            </p:nvSpPr>
            <p:spPr>
              <a:xfrm>
                <a:off x="141972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7"/>
              <p:cNvSpPr/>
              <p:nvPr/>
            </p:nvSpPr>
            <p:spPr>
              <a:xfrm>
                <a:off x="153364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7"/>
              <p:cNvSpPr/>
              <p:nvPr/>
            </p:nvSpPr>
            <p:spPr>
              <a:xfrm>
                <a:off x="1631388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7"/>
              <p:cNvSpPr/>
              <p:nvPr/>
            </p:nvSpPr>
            <p:spPr>
              <a:xfrm>
                <a:off x="172928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7"/>
              <p:cNvSpPr/>
              <p:nvPr/>
            </p:nvSpPr>
            <p:spPr>
              <a:xfrm>
                <a:off x="184320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7"/>
              <p:cNvSpPr/>
              <p:nvPr/>
            </p:nvSpPr>
            <p:spPr>
              <a:xfrm>
                <a:off x="194094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7"/>
              <p:cNvSpPr/>
              <p:nvPr/>
            </p:nvSpPr>
            <p:spPr>
              <a:xfrm>
                <a:off x="205502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7"/>
              <p:cNvSpPr/>
              <p:nvPr/>
            </p:nvSpPr>
            <p:spPr>
              <a:xfrm>
                <a:off x="215276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7"/>
              <p:cNvSpPr/>
              <p:nvPr/>
            </p:nvSpPr>
            <p:spPr>
              <a:xfrm>
                <a:off x="226685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7"/>
              <p:cNvSpPr/>
              <p:nvPr/>
            </p:nvSpPr>
            <p:spPr>
              <a:xfrm>
                <a:off x="236459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7"/>
              <p:cNvSpPr/>
              <p:nvPr/>
            </p:nvSpPr>
            <p:spPr>
              <a:xfrm>
                <a:off x="2478517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7"/>
              <p:cNvSpPr/>
              <p:nvPr/>
            </p:nvSpPr>
            <p:spPr>
              <a:xfrm>
                <a:off x="257641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7"/>
              <p:cNvSpPr/>
              <p:nvPr/>
            </p:nvSpPr>
            <p:spPr>
              <a:xfrm>
                <a:off x="2690337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7"/>
              <p:cNvSpPr/>
              <p:nvPr/>
            </p:nvSpPr>
            <p:spPr>
              <a:xfrm>
                <a:off x="2788077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7"/>
              <p:cNvSpPr/>
              <p:nvPr/>
            </p:nvSpPr>
            <p:spPr>
              <a:xfrm>
                <a:off x="290215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7"/>
              <p:cNvSpPr/>
              <p:nvPr/>
            </p:nvSpPr>
            <p:spPr>
              <a:xfrm>
                <a:off x="299989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7"/>
              <p:cNvSpPr/>
              <p:nvPr/>
            </p:nvSpPr>
            <p:spPr>
              <a:xfrm>
                <a:off x="311397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7"/>
              <p:cNvSpPr/>
              <p:nvPr/>
            </p:nvSpPr>
            <p:spPr>
              <a:xfrm>
                <a:off x="321171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7"/>
              <p:cNvSpPr/>
              <p:nvPr/>
            </p:nvSpPr>
            <p:spPr>
              <a:xfrm>
                <a:off x="3325645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7"/>
              <p:cNvSpPr/>
              <p:nvPr/>
            </p:nvSpPr>
            <p:spPr>
              <a:xfrm>
                <a:off x="504825" y="295950"/>
                <a:ext cx="3016590" cy="31448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318" extrusionOk="0">
                    <a:moveTo>
                      <a:pt x="212" y="1"/>
                    </a:moveTo>
                    <a:cubicBezTo>
                      <a:pt x="1" y="1"/>
                      <a:pt x="1" y="212"/>
                      <a:pt x="212" y="318"/>
                    </a:cubicBezTo>
                    <a:lnTo>
                      <a:pt x="41530" y="318"/>
                    </a:lnTo>
                    <a:cubicBezTo>
                      <a:pt x="41741" y="318"/>
                      <a:pt x="41741" y="1"/>
                      <a:pt x="415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7"/>
              <p:cNvSpPr/>
              <p:nvPr/>
            </p:nvSpPr>
            <p:spPr>
              <a:xfrm>
                <a:off x="504825" y="473660"/>
                <a:ext cx="3016590" cy="20965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212" extrusionOk="0">
                    <a:moveTo>
                      <a:pt x="212" y="0"/>
                    </a:moveTo>
                    <a:cubicBezTo>
                      <a:pt x="1" y="0"/>
                      <a:pt x="1" y="211"/>
                      <a:pt x="212" y="211"/>
                    </a:cubicBezTo>
                    <a:lnTo>
                      <a:pt x="41530" y="211"/>
                    </a:lnTo>
                    <a:cubicBezTo>
                      <a:pt x="41741" y="211"/>
                      <a:pt x="41741" y="0"/>
                      <a:pt x="415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7" name="Google Shape;1017;p7"/>
            <p:cNvSpPr/>
            <p:nvPr/>
          </p:nvSpPr>
          <p:spPr>
            <a:xfrm>
              <a:off x="3553098" y="347173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gradFill>
              <a:gsLst>
                <a:gs pos="0">
                  <a:srgbClr val="786446"/>
                </a:gs>
                <a:gs pos="24000">
                  <a:srgbClr val="A68C63"/>
                </a:gs>
                <a:gs pos="45000">
                  <a:srgbClr val="A6946E"/>
                </a:gs>
                <a:gs pos="76000">
                  <a:srgbClr val="A68C63"/>
                </a:gs>
                <a:gs pos="100000">
                  <a:srgbClr val="78644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8" name="Google Shape;1018;p7"/>
          <p:cNvSpPr txBox="1">
            <a:spLocks noGrp="1"/>
          </p:cNvSpPr>
          <p:nvPr>
            <p:ph type="body" idx="1"/>
          </p:nvPr>
        </p:nvSpPr>
        <p:spPr>
          <a:xfrm>
            <a:off x="720000" y="1995681"/>
            <a:ext cx="4117800" cy="23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◈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019" name="Google Shape;1019;p7"/>
          <p:cNvSpPr txBox="1">
            <a:spLocks noGrp="1"/>
          </p:cNvSpPr>
          <p:nvPr>
            <p:ph type="title"/>
          </p:nvPr>
        </p:nvSpPr>
        <p:spPr>
          <a:xfrm>
            <a:off x="713225" y="840519"/>
            <a:ext cx="4117800" cy="11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" name="Google Shape;1679;p13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0" name="Google Shape;1680;p13"/>
          <p:cNvGrpSpPr/>
          <p:nvPr/>
        </p:nvGrpSpPr>
        <p:grpSpPr>
          <a:xfrm>
            <a:off x="317855" y="295950"/>
            <a:ext cx="8508290" cy="4551600"/>
            <a:chOff x="317855" y="295950"/>
            <a:chExt cx="8508290" cy="4551600"/>
          </a:xfrm>
        </p:grpSpPr>
        <p:sp>
          <p:nvSpPr>
            <p:cNvPr id="1681" name="Google Shape;1681;p13"/>
            <p:cNvSpPr/>
            <p:nvPr/>
          </p:nvSpPr>
          <p:spPr>
            <a:xfrm>
              <a:off x="8686802" y="361460"/>
              <a:ext cx="97607" cy="94146"/>
            </a:xfrm>
            <a:custGeom>
              <a:avLst/>
              <a:gdLst/>
              <a:ahLst/>
              <a:cxnLst/>
              <a:rect l="l" t="t" r="r" b="b"/>
              <a:pathLst>
                <a:path w="987" h="952" extrusionOk="0">
                  <a:moveTo>
                    <a:pt x="458" y="1"/>
                  </a:moveTo>
                  <a:cubicBezTo>
                    <a:pt x="170" y="1"/>
                    <a:pt x="209" y="196"/>
                    <a:pt x="337" y="361"/>
                  </a:cubicBezTo>
                  <a:lnTo>
                    <a:pt x="337" y="361"/>
                  </a:lnTo>
                  <a:cubicBezTo>
                    <a:pt x="441" y="249"/>
                    <a:pt x="570" y="155"/>
                    <a:pt x="687" y="120"/>
                  </a:cubicBezTo>
                  <a:lnTo>
                    <a:pt x="687" y="120"/>
                  </a:lnTo>
                  <a:cubicBezTo>
                    <a:pt x="634" y="48"/>
                    <a:pt x="558" y="1"/>
                    <a:pt x="458" y="1"/>
                  </a:cubicBezTo>
                  <a:close/>
                  <a:moveTo>
                    <a:pt x="780" y="104"/>
                  </a:moveTo>
                  <a:cubicBezTo>
                    <a:pt x="750" y="104"/>
                    <a:pt x="719" y="110"/>
                    <a:pt x="687" y="120"/>
                  </a:cubicBezTo>
                  <a:lnTo>
                    <a:pt x="687" y="120"/>
                  </a:lnTo>
                  <a:cubicBezTo>
                    <a:pt x="745" y="200"/>
                    <a:pt x="775" y="312"/>
                    <a:pt x="775" y="423"/>
                  </a:cubicBezTo>
                  <a:cubicBezTo>
                    <a:pt x="775" y="538"/>
                    <a:pt x="730" y="583"/>
                    <a:pt x="666" y="583"/>
                  </a:cubicBezTo>
                  <a:cubicBezTo>
                    <a:pt x="569" y="583"/>
                    <a:pt x="429" y="480"/>
                    <a:pt x="337" y="361"/>
                  </a:cubicBezTo>
                  <a:lnTo>
                    <a:pt x="337" y="361"/>
                  </a:lnTo>
                  <a:cubicBezTo>
                    <a:pt x="105" y="610"/>
                    <a:pt x="1" y="952"/>
                    <a:pt x="458" y="952"/>
                  </a:cubicBezTo>
                  <a:cubicBezTo>
                    <a:pt x="775" y="952"/>
                    <a:pt x="986" y="740"/>
                    <a:pt x="986" y="423"/>
                  </a:cubicBezTo>
                  <a:cubicBezTo>
                    <a:pt x="986" y="192"/>
                    <a:pt x="899" y="104"/>
                    <a:pt x="780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2" name="Google Shape;1682;p13"/>
            <p:cNvGrpSpPr/>
            <p:nvPr/>
          </p:nvGrpSpPr>
          <p:grpSpPr>
            <a:xfrm>
              <a:off x="317855" y="295950"/>
              <a:ext cx="8508290" cy="4551600"/>
              <a:chOff x="317855" y="295950"/>
              <a:chExt cx="8508290" cy="4551600"/>
            </a:xfrm>
          </p:grpSpPr>
          <p:grpSp>
            <p:nvGrpSpPr>
              <p:cNvPr id="1683" name="Google Shape;1683;p13"/>
              <p:cNvGrpSpPr/>
              <p:nvPr/>
            </p:nvGrpSpPr>
            <p:grpSpPr>
              <a:xfrm>
                <a:off x="317855" y="510392"/>
                <a:ext cx="198576" cy="4114917"/>
                <a:chOff x="9353514" y="751142"/>
                <a:chExt cx="198576" cy="4114917"/>
              </a:xfrm>
            </p:grpSpPr>
            <p:sp>
              <p:nvSpPr>
                <p:cNvPr id="1684" name="Google Shape;1684;p13"/>
                <p:cNvSpPr/>
                <p:nvPr/>
              </p:nvSpPr>
              <p:spPr>
                <a:xfrm>
                  <a:off x="9416212" y="47719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5" name="Google Shape;1685;p13"/>
                <p:cNvSpPr/>
                <p:nvPr/>
              </p:nvSpPr>
              <p:spPr>
                <a:xfrm>
                  <a:off x="9416212" y="47092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6" name="Google Shape;1686;p13"/>
                <p:cNvSpPr/>
                <p:nvPr/>
              </p:nvSpPr>
              <p:spPr>
                <a:xfrm>
                  <a:off x="9416212" y="46360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7" name="Google Shape;1687;p13"/>
                <p:cNvSpPr/>
                <p:nvPr/>
              </p:nvSpPr>
              <p:spPr>
                <a:xfrm>
                  <a:off x="9416212" y="457333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8" name="Google Shape;1688;p13"/>
                <p:cNvSpPr/>
                <p:nvPr/>
              </p:nvSpPr>
              <p:spPr>
                <a:xfrm>
                  <a:off x="9416212" y="450015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9" name="Google Shape;1689;p13"/>
                <p:cNvSpPr/>
                <p:nvPr/>
              </p:nvSpPr>
              <p:spPr>
                <a:xfrm>
                  <a:off x="9416212" y="443745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0" name="Google Shape;1690;p13"/>
                <p:cNvSpPr/>
                <p:nvPr/>
              </p:nvSpPr>
              <p:spPr>
                <a:xfrm>
                  <a:off x="9416212" y="436437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1" name="Google Shape;1691;p13"/>
                <p:cNvSpPr/>
                <p:nvPr/>
              </p:nvSpPr>
              <p:spPr>
                <a:xfrm>
                  <a:off x="9416212" y="4301581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2" name="Google Shape;1692;p13"/>
                <p:cNvSpPr/>
                <p:nvPr/>
              </p:nvSpPr>
              <p:spPr>
                <a:xfrm>
                  <a:off x="9416212" y="422849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3" name="Google Shape;1693;p13"/>
                <p:cNvSpPr/>
                <p:nvPr/>
              </p:nvSpPr>
              <p:spPr>
                <a:xfrm>
                  <a:off x="9416212" y="416580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4" name="Google Shape;1694;p13"/>
                <p:cNvSpPr/>
                <p:nvPr/>
              </p:nvSpPr>
              <p:spPr>
                <a:xfrm>
                  <a:off x="9416212" y="409262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5" name="Google Shape;1695;p13"/>
                <p:cNvSpPr/>
                <p:nvPr/>
              </p:nvSpPr>
              <p:spPr>
                <a:xfrm>
                  <a:off x="9416212" y="402992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6" name="Google Shape;1696;p13"/>
                <p:cNvSpPr/>
                <p:nvPr/>
              </p:nvSpPr>
              <p:spPr>
                <a:xfrm>
                  <a:off x="9416212" y="395674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0" y="1"/>
                      </a:moveTo>
                      <a:lnTo>
                        <a:pt x="740" y="635"/>
                      </a:lnTo>
                      <a:lnTo>
                        <a:pt x="740" y="52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7" name="Google Shape;1697;p13"/>
                <p:cNvSpPr/>
                <p:nvPr/>
              </p:nvSpPr>
              <p:spPr>
                <a:xfrm>
                  <a:off x="9416212" y="389404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8" name="Google Shape;1698;p13"/>
                <p:cNvSpPr/>
                <p:nvPr/>
              </p:nvSpPr>
              <p:spPr>
                <a:xfrm>
                  <a:off x="9416212" y="382096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9" name="Google Shape;1699;p13"/>
                <p:cNvSpPr/>
                <p:nvPr/>
              </p:nvSpPr>
              <p:spPr>
                <a:xfrm>
                  <a:off x="9416212" y="3758167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0" name="Google Shape;1700;p13"/>
                <p:cNvSpPr/>
                <p:nvPr/>
              </p:nvSpPr>
              <p:spPr>
                <a:xfrm>
                  <a:off x="9416212" y="369546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0" y="1"/>
                      </a:moveTo>
                      <a:lnTo>
                        <a:pt x="740" y="635"/>
                      </a:lnTo>
                      <a:lnTo>
                        <a:pt x="740" y="52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1" name="Google Shape;1701;p13"/>
                <p:cNvSpPr/>
                <p:nvPr/>
              </p:nvSpPr>
              <p:spPr>
                <a:xfrm>
                  <a:off x="9416212" y="362238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2" name="Google Shape;1702;p13"/>
                <p:cNvSpPr/>
                <p:nvPr/>
              </p:nvSpPr>
              <p:spPr>
                <a:xfrm>
                  <a:off x="9416212" y="354920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3" name="Google Shape;1703;p13"/>
                <p:cNvSpPr/>
                <p:nvPr/>
              </p:nvSpPr>
              <p:spPr>
                <a:xfrm>
                  <a:off x="9416212" y="348650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4" name="Google Shape;1704;p13"/>
                <p:cNvSpPr/>
                <p:nvPr/>
              </p:nvSpPr>
              <p:spPr>
                <a:xfrm>
                  <a:off x="9416212" y="341332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5" name="Google Shape;1705;p13"/>
                <p:cNvSpPr/>
                <p:nvPr/>
              </p:nvSpPr>
              <p:spPr>
                <a:xfrm>
                  <a:off x="9416212" y="335063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6" name="Google Shape;1706;p13"/>
                <p:cNvSpPr/>
                <p:nvPr/>
              </p:nvSpPr>
              <p:spPr>
                <a:xfrm>
                  <a:off x="9416212" y="327754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7" name="Google Shape;1707;p13"/>
                <p:cNvSpPr/>
                <p:nvPr/>
              </p:nvSpPr>
              <p:spPr>
                <a:xfrm>
                  <a:off x="9416212" y="3214752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8" name="Google Shape;1708;p13"/>
                <p:cNvSpPr/>
                <p:nvPr/>
              </p:nvSpPr>
              <p:spPr>
                <a:xfrm>
                  <a:off x="9416212" y="314167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9" name="Google Shape;1709;p13"/>
                <p:cNvSpPr/>
                <p:nvPr/>
              </p:nvSpPr>
              <p:spPr>
                <a:xfrm>
                  <a:off x="9416212" y="307897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0" name="Google Shape;1710;p13"/>
                <p:cNvSpPr/>
                <p:nvPr/>
              </p:nvSpPr>
              <p:spPr>
                <a:xfrm>
                  <a:off x="9416212" y="300579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1" name="Google Shape;1711;p13"/>
                <p:cNvSpPr/>
                <p:nvPr/>
              </p:nvSpPr>
              <p:spPr>
                <a:xfrm>
                  <a:off x="9416212" y="294309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2" name="Google Shape;1712;p13"/>
                <p:cNvSpPr/>
                <p:nvPr/>
              </p:nvSpPr>
              <p:spPr>
                <a:xfrm>
                  <a:off x="9416212" y="28699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3" name="Google Shape;1713;p13"/>
                <p:cNvSpPr/>
                <p:nvPr/>
              </p:nvSpPr>
              <p:spPr>
                <a:xfrm>
                  <a:off x="9416212" y="28072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4" name="Google Shape;1714;p13"/>
                <p:cNvSpPr/>
                <p:nvPr/>
              </p:nvSpPr>
              <p:spPr>
                <a:xfrm>
                  <a:off x="9416212" y="27341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5" name="Google Shape;1715;p13"/>
                <p:cNvSpPr/>
                <p:nvPr/>
              </p:nvSpPr>
              <p:spPr>
                <a:xfrm>
                  <a:off x="9416212" y="267133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6" name="Google Shape;1716;p13"/>
                <p:cNvSpPr/>
                <p:nvPr/>
              </p:nvSpPr>
              <p:spPr>
                <a:xfrm>
                  <a:off x="9416212" y="259825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7" name="Google Shape;1717;p13"/>
                <p:cNvSpPr/>
                <p:nvPr/>
              </p:nvSpPr>
              <p:spPr>
                <a:xfrm>
                  <a:off x="9416212" y="253555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8" name="Google Shape;1718;p13"/>
                <p:cNvSpPr/>
                <p:nvPr/>
              </p:nvSpPr>
              <p:spPr>
                <a:xfrm>
                  <a:off x="9416212" y="246237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9" name="Google Shape;1719;p13"/>
                <p:cNvSpPr/>
                <p:nvPr/>
              </p:nvSpPr>
              <p:spPr>
                <a:xfrm>
                  <a:off x="9416212" y="239968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0" name="Google Shape;1720;p13"/>
                <p:cNvSpPr/>
                <p:nvPr/>
              </p:nvSpPr>
              <p:spPr>
                <a:xfrm>
                  <a:off x="9416212" y="232650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1" name="Google Shape;1721;p13"/>
                <p:cNvSpPr/>
                <p:nvPr/>
              </p:nvSpPr>
              <p:spPr>
                <a:xfrm>
                  <a:off x="9416212" y="226380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2" name="Google Shape;1722;p13"/>
                <p:cNvSpPr/>
                <p:nvPr/>
              </p:nvSpPr>
              <p:spPr>
                <a:xfrm>
                  <a:off x="9416212" y="2190622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3" name="Google Shape;1723;p13"/>
                <p:cNvSpPr/>
                <p:nvPr/>
              </p:nvSpPr>
              <p:spPr>
                <a:xfrm>
                  <a:off x="9416212" y="212792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740" y="635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4" name="Google Shape;1724;p13"/>
                <p:cNvSpPr/>
                <p:nvPr/>
              </p:nvSpPr>
              <p:spPr>
                <a:xfrm>
                  <a:off x="9416212" y="206522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5" name="Google Shape;1725;p13"/>
                <p:cNvSpPr/>
                <p:nvPr/>
              </p:nvSpPr>
              <p:spPr>
                <a:xfrm>
                  <a:off x="9416212" y="199214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6" name="Google Shape;1726;p13"/>
                <p:cNvSpPr/>
                <p:nvPr/>
              </p:nvSpPr>
              <p:spPr>
                <a:xfrm>
                  <a:off x="9416212" y="191896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7" name="Google Shape;1727;p13"/>
                <p:cNvSpPr/>
                <p:nvPr/>
              </p:nvSpPr>
              <p:spPr>
                <a:xfrm>
                  <a:off x="9416212" y="185626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8" name="Google Shape;1728;p13"/>
                <p:cNvSpPr/>
                <p:nvPr/>
              </p:nvSpPr>
              <p:spPr>
                <a:xfrm>
                  <a:off x="9416212" y="178308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9" name="Google Shape;1729;p13"/>
                <p:cNvSpPr/>
                <p:nvPr/>
              </p:nvSpPr>
              <p:spPr>
                <a:xfrm>
                  <a:off x="9416212" y="172038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0" name="Google Shape;1730;p13"/>
                <p:cNvSpPr/>
                <p:nvPr/>
              </p:nvSpPr>
              <p:spPr>
                <a:xfrm>
                  <a:off x="9416212" y="1647207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1" name="Google Shape;1731;p13"/>
                <p:cNvSpPr/>
                <p:nvPr/>
              </p:nvSpPr>
              <p:spPr>
                <a:xfrm>
                  <a:off x="9416212" y="158450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2" name="Google Shape;1732;p13"/>
                <p:cNvSpPr/>
                <p:nvPr/>
              </p:nvSpPr>
              <p:spPr>
                <a:xfrm>
                  <a:off x="9416212" y="151142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3" name="Google Shape;1733;p13"/>
                <p:cNvSpPr/>
                <p:nvPr/>
              </p:nvSpPr>
              <p:spPr>
                <a:xfrm>
                  <a:off x="9416212" y="144873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4" name="Google Shape;1734;p13"/>
                <p:cNvSpPr/>
                <p:nvPr/>
              </p:nvSpPr>
              <p:spPr>
                <a:xfrm>
                  <a:off x="9416212" y="137555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5" name="Google Shape;1735;p13"/>
                <p:cNvSpPr/>
                <p:nvPr/>
              </p:nvSpPr>
              <p:spPr>
                <a:xfrm>
                  <a:off x="9416212" y="131285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6" name="Google Shape;1736;p13"/>
                <p:cNvSpPr/>
                <p:nvPr/>
              </p:nvSpPr>
              <p:spPr>
                <a:xfrm>
                  <a:off x="9416212" y="123967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7" name="Google Shape;1737;p13"/>
                <p:cNvSpPr/>
                <p:nvPr/>
              </p:nvSpPr>
              <p:spPr>
                <a:xfrm>
                  <a:off x="9416212" y="117697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8" name="Google Shape;1738;p13"/>
                <p:cNvSpPr/>
                <p:nvPr/>
              </p:nvSpPr>
              <p:spPr>
                <a:xfrm>
                  <a:off x="9416212" y="1103793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9" name="Google Shape;1739;p13"/>
                <p:cNvSpPr/>
                <p:nvPr/>
              </p:nvSpPr>
              <p:spPr>
                <a:xfrm>
                  <a:off x="9416212" y="104109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0" name="Google Shape;1740;p13"/>
                <p:cNvSpPr/>
                <p:nvPr/>
              </p:nvSpPr>
              <p:spPr>
                <a:xfrm>
                  <a:off x="9416212" y="9680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1" name="Google Shape;1741;p13"/>
                <p:cNvSpPr/>
                <p:nvPr/>
              </p:nvSpPr>
              <p:spPr>
                <a:xfrm>
                  <a:off x="9416212" y="9053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2" name="Google Shape;1742;p13"/>
                <p:cNvSpPr/>
                <p:nvPr/>
              </p:nvSpPr>
              <p:spPr>
                <a:xfrm>
                  <a:off x="9416212" y="8321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3" name="Google Shape;1743;p13"/>
                <p:cNvSpPr/>
                <p:nvPr/>
              </p:nvSpPr>
              <p:spPr>
                <a:xfrm>
                  <a:off x="9416212" y="76943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4" name="Google Shape;1744;p13"/>
                <p:cNvSpPr/>
                <p:nvPr/>
              </p:nvSpPr>
              <p:spPr>
                <a:xfrm>
                  <a:off x="9353514" y="751142"/>
                  <a:ext cx="20965" cy="4114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41610" extrusionOk="0">
                      <a:moveTo>
                        <a:pt x="106" y="1"/>
                      </a:moveTo>
                      <a:cubicBezTo>
                        <a:pt x="53" y="1"/>
                        <a:pt x="0" y="27"/>
                        <a:pt x="0" y="80"/>
                      </a:cubicBezTo>
                      <a:lnTo>
                        <a:pt x="0" y="41504"/>
                      </a:lnTo>
                      <a:cubicBezTo>
                        <a:pt x="0" y="41504"/>
                        <a:pt x="0" y="41609"/>
                        <a:pt x="106" y="41609"/>
                      </a:cubicBezTo>
                      <a:cubicBezTo>
                        <a:pt x="211" y="41609"/>
                        <a:pt x="211" y="41609"/>
                        <a:pt x="211" y="41504"/>
                      </a:cubicBezTo>
                      <a:lnTo>
                        <a:pt x="211" y="80"/>
                      </a:lnTo>
                      <a:cubicBezTo>
                        <a:pt x="211" y="27"/>
                        <a:pt x="159" y="1"/>
                        <a:pt x="10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5" name="Google Shape;1745;p13"/>
                <p:cNvSpPr/>
                <p:nvPr/>
              </p:nvSpPr>
              <p:spPr>
                <a:xfrm>
                  <a:off x="9531125" y="751142"/>
                  <a:ext cx="20965" cy="4114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41610" extrusionOk="0">
                      <a:moveTo>
                        <a:pt x="106" y="1"/>
                      </a:moveTo>
                      <a:cubicBezTo>
                        <a:pt x="53" y="1"/>
                        <a:pt x="1" y="27"/>
                        <a:pt x="1" y="80"/>
                      </a:cubicBezTo>
                      <a:lnTo>
                        <a:pt x="1" y="41504"/>
                      </a:lnTo>
                      <a:cubicBezTo>
                        <a:pt x="1" y="41504"/>
                        <a:pt x="1" y="41609"/>
                        <a:pt x="106" y="41609"/>
                      </a:cubicBezTo>
                      <a:cubicBezTo>
                        <a:pt x="212" y="41609"/>
                        <a:pt x="212" y="41609"/>
                        <a:pt x="212" y="41504"/>
                      </a:cubicBezTo>
                      <a:lnTo>
                        <a:pt x="212" y="80"/>
                      </a:lnTo>
                      <a:cubicBezTo>
                        <a:pt x="212" y="27"/>
                        <a:pt x="159" y="1"/>
                        <a:pt x="10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46" name="Google Shape;1746;p13"/>
              <p:cNvSpPr/>
              <p:nvPr/>
            </p:nvSpPr>
            <p:spPr>
              <a:xfrm>
                <a:off x="8685319" y="4708775"/>
                <a:ext cx="99090" cy="104628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1058" extrusionOk="0">
                    <a:moveTo>
                      <a:pt x="473" y="1"/>
                    </a:moveTo>
                    <a:cubicBezTo>
                      <a:pt x="168" y="1"/>
                      <a:pt x="229" y="220"/>
                      <a:pt x="375" y="390"/>
                    </a:cubicBezTo>
                    <a:lnTo>
                      <a:pt x="375" y="390"/>
                    </a:lnTo>
                    <a:cubicBezTo>
                      <a:pt x="479" y="274"/>
                      <a:pt x="603" y="178"/>
                      <a:pt x="714" y="138"/>
                    </a:cubicBezTo>
                    <a:lnTo>
                      <a:pt x="714" y="138"/>
                    </a:lnTo>
                    <a:cubicBezTo>
                      <a:pt x="661" y="56"/>
                      <a:pt x="581" y="1"/>
                      <a:pt x="473" y="1"/>
                    </a:cubicBezTo>
                    <a:close/>
                    <a:moveTo>
                      <a:pt x="813" y="120"/>
                    </a:moveTo>
                    <a:cubicBezTo>
                      <a:pt x="782" y="120"/>
                      <a:pt x="749" y="126"/>
                      <a:pt x="714" y="138"/>
                    </a:cubicBezTo>
                    <a:lnTo>
                      <a:pt x="714" y="138"/>
                    </a:lnTo>
                    <a:cubicBezTo>
                      <a:pt x="765" y="217"/>
                      <a:pt x="790" y="320"/>
                      <a:pt x="790" y="423"/>
                    </a:cubicBezTo>
                    <a:cubicBezTo>
                      <a:pt x="790" y="538"/>
                      <a:pt x="745" y="583"/>
                      <a:pt x="681" y="583"/>
                    </a:cubicBezTo>
                    <a:cubicBezTo>
                      <a:pt x="592" y="583"/>
                      <a:pt x="467" y="496"/>
                      <a:pt x="375" y="390"/>
                    </a:cubicBezTo>
                    <a:lnTo>
                      <a:pt x="375" y="390"/>
                    </a:lnTo>
                    <a:cubicBezTo>
                      <a:pt x="128" y="667"/>
                      <a:pt x="1" y="1057"/>
                      <a:pt x="473" y="1057"/>
                    </a:cubicBezTo>
                    <a:cubicBezTo>
                      <a:pt x="790" y="1057"/>
                      <a:pt x="1001" y="740"/>
                      <a:pt x="1001" y="423"/>
                    </a:cubicBezTo>
                    <a:cubicBezTo>
                      <a:pt x="1001" y="204"/>
                      <a:pt x="922" y="120"/>
                      <a:pt x="813" y="1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13"/>
              <p:cNvSpPr/>
              <p:nvPr/>
            </p:nvSpPr>
            <p:spPr>
              <a:xfrm>
                <a:off x="370363" y="4708775"/>
                <a:ext cx="104332" cy="104628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058" extrusionOk="0">
                    <a:moveTo>
                      <a:pt x="420" y="1"/>
                    </a:moveTo>
                    <a:cubicBezTo>
                      <a:pt x="166" y="1"/>
                      <a:pt x="254" y="221"/>
                      <a:pt x="414" y="390"/>
                    </a:cubicBezTo>
                    <a:lnTo>
                      <a:pt x="414" y="390"/>
                    </a:lnTo>
                    <a:cubicBezTo>
                      <a:pt x="512" y="286"/>
                      <a:pt x="625" y="198"/>
                      <a:pt x="729" y="152"/>
                    </a:cubicBezTo>
                    <a:lnTo>
                      <a:pt x="729" y="152"/>
                    </a:lnTo>
                    <a:cubicBezTo>
                      <a:pt x="648" y="62"/>
                      <a:pt x="534" y="1"/>
                      <a:pt x="420" y="1"/>
                    </a:cubicBezTo>
                    <a:close/>
                    <a:moveTo>
                      <a:pt x="865" y="120"/>
                    </a:moveTo>
                    <a:cubicBezTo>
                      <a:pt x="823" y="120"/>
                      <a:pt x="777" y="131"/>
                      <a:pt x="729" y="152"/>
                    </a:cubicBezTo>
                    <a:lnTo>
                      <a:pt x="729" y="152"/>
                    </a:lnTo>
                    <a:cubicBezTo>
                      <a:pt x="798" y="229"/>
                      <a:pt x="843" y="326"/>
                      <a:pt x="843" y="423"/>
                    </a:cubicBezTo>
                    <a:cubicBezTo>
                      <a:pt x="843" y="538"/>
                      <a:pt x="798" y="583"/>
                      <a:pt x="733" y="583"/>
                    </a:cubicBezTo>
                    <a:cubicBezTo>
                      <a:pt x="643" y="583"/>
                      <a:pt x="514" y="497"/>
                      <a:pt x="414" y="390"/>
                    </a:cubicBezTo>
                    <a:lnTo>
                      <a:pt x="414" y="390"/>
                    </a:lnTo>
                    <a:cubicBezTo>
                      <a:pt x="154" y="667"/>
                      <a:pt x="1" y="1057"/>
                      <a:pt x="420" y="1057"/>
                    </a:cubicBezTo>
                    <a:cubicBezTo>
                      <a:pt x="737" y="1057"/>
                      <a:pt x="1054" y="740"/>
                      <a:pt x="1054" y="423"/>
                    </a:cubicBezTo>
                    <a:cubicBezTo>
                      <a:pt x="1054" y="204"/>
                      <a:pt x="975" y="120"/>
                      <a:pt x="865" y="1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13"/>
              <p:cNvSpPr/>
              <p:nvPr/>
            </p:nvSpPr>
            <p:spPr>
              <a:xfrm>
                <a:off x="371748" y="361460"/>
                <a:ext cx="102947" cy="94146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952" extrusionOk="0">
                    <a:moveTo>
                      <a:pt x="406" y="1"/>
                    </a:moveTo>
                    <a:cubicBezTo>
                      <a:pt x="166" y="1"/>
                      <a:pt x="232" y="197"/>
                      <a:pt x="374" y="362"/>
                    </a:cubicBezTo>
                    <a:lnTo>
                      <a:pt x="374" y="362"/>
                    </a:lnTo>
                    <a:cubicBezTo>
                      <a:pt x="473" y="262"/>
                      <a:pt x="590" y="176"/>
                      <a:pt x="698" y="134"/>
                    </a:cubicBezTo>
                    <a:lnTo>
                      <a:pt x="698" y="134"/>
                    </a:lnTo>
                    <a:cubicBezTo>
                      <a:pt x="618" y="54"/>
                      <a:pt x="512" y="1"/>
                      <a:pt x="406" y="1"/>
                    </a:cubicBezTo>
                    <a:close/>
                    <a:moveTo>
                      <a:pt x="832" y="104"/>
                    </a:moveTo>
                    <a:cubicBezTo>
                      <a:pt x="791" y="104"/>
                      <a:pt x="745" y="115"/>
                      <a:pt x="698" y="134"/>
                    </a:cubicBezTo>
                    <a:lnTo>
                      <a:pt x="698" y="134"/>
                    </a:lnTo>
                    <a:cubicBezTo>
                      <a:pt x="776" y="213"/>
                      <a:pt x="829" y="318"/>
                      <a:pt x="829" y="423"/>
                    </a:cubicBezTo>
                    <a:cubicBezTo>
                      <a:pt x="829" y="538"/>
                      <a:pt x="784" y="583"/>
                      <a:pt x="719" y="583"/>
                    </a:cubicBezTo>
                    <a:cubicBezTo>
                      <a:pt x="621" y="583"/>
                      <a:pt x="478" y="481"/>
                      <a:pt x="374" y="362"/>
                    </a:cubicBezTo>
                    <a:lnTo>
                      <a:pt x="374" y="362"/>
                    </a:lnTo>
                    <a:cubicBezTo>
                      <a:pt x="130" y="611"/>
                      <a:pt x="1" y="952"/>
                      <a:pt x="406" y="952"/>
                    </a:cubicBezTo>
                    <a:cubicBezTo>
                      <a:pt x="723" y="952"/>
                      <a:pt x="1040" y="740"/>
                      <a:pt x="1040" y="423"/>
                    </a:cubicBezTo>
                    <a:cubicBezTo>
                      <a:pt x="1040" y="192"/>
                      <a:pt x="953" y="104"/>
                      <a:pt x="832" y="1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49" name="Google Shape;1749;p13"/>
              <p:cNvGrpSpPr/>
              <p:nvPr/>
            </p:nvGrpSpPr>
            <p:grpSpPr>
              <a:xfrm>
                <a:off x="8627569" y="510392"/>
                <a:ext cx="198576" cy="4114917"/>
                <a:chOff x="13700828" y="751142"/>
                <a:chExt cx="198576" cy="4114917"/>
              </a:xfrm>
            </p:grpSpPr>
            <p:sp>
              <p:nvSpPr>
                <p:cNvPr id="1750" name="Google Shape;1750;p13"/>
                <p:cNvSpPr/>
                <p:nvPr/>
              </p:nvSpPr>
              <p:spPr>
                <a:xfrm>
                  <a:off x="13763526" y="47719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751;p13"/>
                <p:cNvSpPr/>
                <p:nvPr/>
              </p:nvSpPr>
              <p:spPr>
                <a:xfrm>
                  <a:off x="13763526" y="47092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752;p13"/>
                <p:cNvSpPr/>
                <p:nvPr/>
              </p:nvSpPr>
              <p:spPr>
                <a:xfrm>
                  <a:off x="13763526" y="46360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753;p13"/>
                <p:cNvSpPr/>
                <p:nvPr/>
              </p:nvSpPr>
              <p:spPr>
                <a:xfrm>
                  <a:off x="13763526" y="457333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754;p13"/>
                <p:cNvSpPr/>
                <p:nvPr/>
              </p:nvSpPr>
              <p:spPr>
                <a:xfrm>
                  <a:off x="13763526" y="450015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755;p13"/>
                <p:cNvSpPr/>
                <p:nvPr/>
              </p:nvSpPr>
              <p:spPr>
                <a:xfrm>
                  <a:off x="13763526" y="443745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1756;p13"/>
                <p:cNvSpPr/>
                <p:nvPr/>
              </p:nvSpPr>
              <p:spPr>
                <a:xfrm>
                  <a:off x="13763526" y="436437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7" name="Google Shape;1757;p13"/>
                <p:cNvSpPr/>
                <p:nvPr/>
              </p:nvSpPr>
              <p:spPr>
                <a:xfrm>
                  <a:off x="13763526" y="4301581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8" name="Google Shape;1758;p13"/>
                <p:cNvSpPr/>
                <p:nvPr/>
              </p:nvSpPr>
              <p:spPr>
                <a:xfrm>
                  <a:off x="13763526" y="422849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759;p13"/>
                <p:cNvSpPr/>
                <p:nvPr/>
              </p:nvSpPr>
              <p:spPr>
                <a:xfrm>
                  <a:off x="13763526" y="416580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1760;p13"/>
                <p:cNvSpPr/>
                <p:nvPr/>
              </p:nvSpPr>
              <p:spPr>
                <a:xfrm>
                  <a:off x="13763526" y="409262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1761;p13"/>
                <p:cNvSpPr/>
                <p:nvPr/>
              </p:nvSpPr>
              <p:spPr>
                <a:xfrm>
                  <a:off x="13763526" y="402992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762;p13"/>
                <p:cNvSpPr/>
                <p:nvPr/>
              </p:nvSpPr>
              <p:spPr>
                <a:xfrm>
                  <a:off x="13763526" y="395674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763;p13"/>
                <p:cNvSpPr/>
                <p:nvPr/>
              </p:nvSpPr>
              <p:spPr>
                <a:xfrm>
                  <a:off x="13763526" y="389404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764;p13"/>
                <p:cNvSpPr/>
                <p:nvPr/>
              </p:nvSpPr>
              <p:spPr>
                <a:xfrm>
                  <a:off x="13763526" y="382096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13"/>
                <p:cNvSpPr/>
                <p:nvPr/>
              </p:nvSpPr>
              <p:spPr>
                <a:xfrm>
                  <a:off x="13763526" y="3758167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13"/>
                <p:cNvSpPr/>
                <p:nvPr/>
              </p:nvSpPr>
              <p:spPr>
                <a:xfrm>
                  <a:off x="13763526" y="368508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13"/>
                <p:cNvSpPr/>
                <p:nvPr/>
              </p:nvSpPr>
              <p:spPr>
                <a:xfrm>
                  <a:off x="13763526" y="362238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13"/>
                <p:cNvSpPr/>
                <p:nvPr/>
              </p:nvSpPr>
              <p:spPr>
                <a:xfrm>
                  <a:off x="13763526" y="354920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13"/>
                <p:cNvSpPr/>
                <p:nvPr/>
              </p:nvSpPr>
              <p:spPr>
                <a:xfrm>
                  <a:off x="13763526" y="348650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13"/>
                <p:cNvSpPr/>
                <p:nvPr/>
              </p:nvSpPr>
              <p:spPr>
                <a:xfrm>
                  <a:off x="13763526" y="341332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13"/>
                <p:cNvSpPr/>
                <p:nvPr/>
              </p:nvSpPr>
              <p:spPr>
                <a:xfrm>
                  <a:off x="13763526" y="335063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13"/>
                <p:cNvSpPr/>
                <p:nvPr/>
              </p:nvSpPr>
              <p:spPr>
                <a:xfrm>
                  <a:off x="13763526" y="327754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13"/>
                <p:cNvSpPr/>
                <p:nvPr/>
              </p:nvSpPr>
              <p:spPr>
                <a:xfrm>
                  <a:off x="13763526" y="3214752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13"/>
                <p:cNvSpPr/>
                <p:nvPr/>
              </p:nvSpPr>
              <p:spPr>
                <a:xfrm>
                  <a:off x="13763526" y="314167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13"/>
                <p:cNvSpPr/>
                <p:nvPr/>
              </p:nvSpPr>
              <p:spPr>
                <a:xfrm>
                  <a:off x="13763526" y="307897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1776;p13"/>
                <p:cNvSpPr/>
                <p:nvPr/>
              </p:nvSpPr>
              <p:spPr>
                <a:xfrm>
                  <a:off x="13763526" y="300579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1777;p13"/>
                <p:cNvSpPr/>
                <p:nvPr/>
              </p:nvSpPr>
              <p:spPr>
                <a:xfrm>
                  <a:off x="13763526" y="294309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13"/>
                <p:cNvSpPr/>
                <p:nvPr/>
              </p:nvSpPr>
              <p:spPr>
                <a:xfrm>
                  <a:off x="13763526" y="28699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13"/>
                <p:cNvSpPr/>
                <p:nvPr/>
              </p:nvSpPr>
              <p:spPr>
                <a:xfrm>
                  <a:off x="13763526" y="28072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13"/>
                <p:cNvSpPr/>
                <p:nvPr/>
              </p:nvSpPr>
              <p:spPr>
                <a:xfrm>
                  <a:off x="13763526" y="27341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1" name="Google Shape;1781;p13"/>
                <p:cNvSpPr/>
                <p:nvPr/>
              </p:nvSpPr>
              <p:spPr>
                <a:xfrm>
                  <a:off x="13763526" y="267133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2" name="Google Shape;1782;p13"/>
                <p:cNvSpPr/>
                <p:nvPr/>
              </p:nvSpPr>
              <p:spPr>
                <a:xfrm>
                  <a:off x="13763526" y="259825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13"/>
                <p:cNvSpPr/>
                <p:nvPr/>
              </p:nvSpPr>
              <p:spPr>
                <a:xfrm>
                  <a:off x="13763526" y="253555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13"/>
                <p:cNvSpPr/>
                <p:nvPr/>
              </p:nvSpPr>
              <p:spPr>
                <a:xfrm>
                  <a:off x="13763526" y="246237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13"/>
                <p:cNvSpPr/>
                <p:nvPr/>
              </p:nvSpPr>
              <p:spPr>
                <a:xfrm>
                  <a:off x="13763526" y="239968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13"/>
                <p:cNvSpPr/>
                <p:nvPr/>
              </p:nvSpPr>
              <p:spPr>
                <a:xfrm>
                  <a:off x="13763526" y="232650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13"/>
                <p:cNvSpPr/>
                <p:nvPr/>
              </p:nvSpPr>
              <p:spPr>
                <a:xfrm>
                  <a:off x="13763526" y="226380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13"/>
                <p:cNvSpPr/>
                <p:nvPr/>
              </p:nvSpPr>
              <p:spPr>
                <a:xfrm>
                  <a:off x="13763526" y="2190622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9" name="Google Shape;1789;p13"/>
                <p:cNvSpPr/>
                <p:nvPr/>
              </p:nvSpPr>
              <p:spPr>
                <a:xfrm>
                  <a:off x="13763526" y="212792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790;p13"/>
                <p:cNvSpPr/>
                <p:nvPr/>
              </p:nvSpPr>
              <p:spPr>
                <a:xfrm>
                  <a:off x="13763526" y="206522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1" name="Google Shape;1791;p13"/>
                <p:cNvSpPr/>
                <p:nvPr/>
              </p:nvSpPr>
              <p:spPr>
                <a:xfrm>
                  <a:off x="13763526" y="199214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792;p13"/>
                <p:cNvSpPr/>
                <p:nvPr/>
              </p:nvSpPr>
              <p:spPr>
                <a:xfrm>
                  <a:off x="13763526" y="191896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3" name="Google Shape;1793;p13"/>
                <p:cNvSpPr/>
                <p:nvPr/>
              </p:nvSpPr>
              <p:spPr>
                <a:xfrm>
                  <a:off x="13763526" y="185626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4" name="Google Shape;1794;p13"/>
                <p:cNvSpPr/>
                <p:nvPr/>
              </p:nvSpPr>
              <p:spPr>
                <a:xfrm>
                  <a:off x="13763526" y="178308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5" name="Google Shape;1795;p13"/>
                <p:cNvSpPr/>
                <p:nvPr/>
              </p:nvSpPr>
              <p:spPr>
                <a:xfrm>
                  <a:off x="13763526" y="172038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796;p13"/>
                <p:cNvSpPr/>
                <p:nvPr/>
              </p:nvSpPr>
              <p:spPr>
                <a:xfrm>
                  <a:off x="13763526" y="1647207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13"/>
                <p:cNvSpPr/>
                <p:nvPr/>
              </p:nvSpPr>
              <p:spPr>
                <a:xfrm>
                  <a:off x="13763526" y="158450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798;p13"/>
                <p:cNvSpPr/>
                <p:nvPr/>
              </p:nvSpPr>
              <p:spPr>
                <a:xfrm>
                  <a:off x="13763526" y="151142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13"/>
                <p:cNvSpPr/>
                <p:nvPr/>
              </p:nvSpPr>
              <p:spPr>
                <a:xfrm>
                  <a:off x="13763526" y="144873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00;p13"/>
                <p:cNvSpPr/>
                <p:nvPr/>
              </p:nvSpPr>
              <p:spPr>
                <a:xfrm>
                  <a:off x="13763526" y="137555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1" name="Google Shape;1801;p13"/>
                <p:cNvSpPr/>
                <p:nvPr/>
              </p:nvSpPr>
              <p:spPr>
                <a:xfrm>
                  <a:off x="13763526" y="131285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2" name="Google Shape;1802;p13"/>
                <p:cNvSpPr/>
                <p:nvPr/>
              </p:nvSpPr>
              <p:spPr>
                <a:xfrm>
                  <a:off x="13763526" y="123967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3" name="Google Shape;1803;p13"/>
                <p:cNvSpPr/>
                <p:nvPr/>
              </p:nvSpPr>
              <p:spPr>
                <a:xfrm>
                  <a:off x="13763526" y="117697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13"/>
                <p:cNvSpPr/>
                <p:nvPr/>
              </p:nvSpPr>
              <p:spPr>
                <a:xfrm>
                  <a:off x="13763526" y="1103793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5" name="Google Shape;1805;p13"/>
                <p:cNvSpPr/>
                <p:nvPr/>
              </p:nvSpPr>
              <p:spPr>
                <a:xfrm>
                  <a:off x="13763526" y="104109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6" name="Google Shape;1806;p13"/>
                <p:cNvSpPr/>
                <p:nvPr/>
              </p:nvSpPr>
              <p:spPr>
                <a:xfrm>
                  <a:off x="13763526" y="9680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7" name="Google Shape;1807;p13"/>
                <p:cNvSpPr/>
                <p:nvPr/>
              </p:nvSpPr>
              <p:spPr>
                <a:xfrm>
                  <a:off x="13763526" y="9053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13"/>
                <p:cNvSpPr/>
                <p:nvPr/>
              </p:nvSpPr>
              <p:spPr>
                <a:xfrm>
                  <a:off x="13763526" y="8321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9" name="Google Shape;1809;p13"/>
                <p:cNvSpPr/>
                <p:nvPr/>
              </p:nvSpPr>
              <p:spPr>
                <a:xfrm>
                  <a:off x="13763526" y="76943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0" name="Google Shape;1810;p13"/>
                <p:cNvSpPr/>
                <p:nvPr/>
              </p:nvSpPr>
              <p:spPr>
                <a:xfrm>
                  <a:off x="13700828" y="751142"/>
                  <a:ext cx="20965" cy="4114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41610" extrusionOk="0">
                      <a:moveTo>
                        <a:pt x="106" y="1"/>
                      </a:moveTo>
                      <a:cubicBezTo>
                        <a:pt x="53" y="1"/>
                        <a:pt x="0" y="27"/>
                        <a:pt x="0" y="80"/>
                      </a:cubicBezTo>
                      <a:lnTo>
                        <a:pt x="0" y="41504"/>
                      </a:lnTo>
                      <a:cubicBezTo>
                        <a:pt x="0" y="41504"/>
                        <a:pt x="106" y="41609"/>
                        <a:pt x="106" y="41609"/>
                      </a:cubicBezTo>
                      <a:cubicBezTo>
                        <a:pt x="211" y="41609"/>
                        <a:pt x="211" y="41609"/>
                        <a:pt x="211" y="41504"/>
                      </a:cubicBezTo>
                      <a:lnTo>
                        <a:pt x="211" y="80"/>
                      </a:lnTo>
                      <a:cubicBezTo>
                        <a:pt x="211" y="27"/>
                        <a:pt x="159" y="1"/>
                        <a:pt x="10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1" name="Google Shape;1811;p13"/>
                <p:cNvSpPr/>
                <p:nvPr/>
              </p:nvSpPr>
              <p:spPr>
                <a:xfrm>
                  <a:off x="13878439" y="751142"/>
                  <a:ext cx="20965" cy="4114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41610" extrusionOk="0">
                      <a:moveTo>
                        <a:pt x="106" y="1"/>
                      </a:moveTo>
                      <a:cubicBezTo>
                        <a:pt x="53" y="1"/>
                        <a:pt x="1" y="27"/>
                        <a:pt x="1" y="80"/>
                      </a:cubicBezTo>
                      <a:lnTo>
                        <a:pt x="1" y="41504"/>
                      </a:lnTo>
                      <a:cubicBezTo>
                        <a:pt x="1" y="41504"/>
                        <a:pt x="1" y="41609"/>
                        <a:pt x="106" y="41609"/>
                      </a:cubicBezTo>
                      <a:cubicBezTo>
                        <a:pt x="106" y="41609"/>
                        <a:pt x="212" y="41609"/>
                        <a:pt x="212" y="41504"/>
                      </a:cubicBezTo>
                      <a:lnTo>
                        <a:pt x="212" y="80"/>
                      </a:lnTo>
                      <a:cubicBezTo>
                        <a:pt x="212" y="27"/>
                        <a:pt x="159" y="1"/>
                        <a:pt x="10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12" name="Google Shape;1812;p13"/>
              <p:cNvGrpSpPr/>
              <p:nvPr/>
            </p:nvGrpSpPr>
            <p:grpSpPr>
              <a:xfrm>
                <a:off x="504825" y="295950"/>
                <a:ext cx="8122726" cy="198675"/>
                <a:chOff x="504825" y="298750"/>
                <a:chExt cx="8122726" cy="198675"/>
              </a:xfrm>
            </p:grpSpPr>
            <p:grpSp>
              <p:nvGrpSpPr>
                <p:cNvPr id="1813" name="Google Shape;1813;p13"/>
                <p:cNvGrpSpPr/>
                <p:nvPr/>
              </p:nvGrpSpPr>
              <p:grpSpPr>
                <a:xfrm>
                  <a:off x="504825" y="298750"/>
                  <a:ext cx="8122726" cy="198675"/>
                  <a:chOff x="9017419" y="539512"/>
                  <a:chExt cx="5210550" cy="198675"/>
                </a:xfrm>
              </p:grpSpPr>
              <p:sp>
                <p:nvSpPr>
                  <p:cNvPr id="1814" name="Google Shape;1814;p13"/>
                  <p:cNvSpPr/>
                  <p:nvPr/>
                </p:nvSpPr>
                <p:spPr>
                  <a:xfrm>
                    <a:off x="9038813" y="685962"/>
                    <a:ext cx="5150745" cy="4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320" h="107" extrusionOk="0">
                        <a:moveTo>
                          <a:pt x="1" y="0"/>
                        </a:moveTo>
                        <a:lnTo>
                          <a:pt x="1" y="106"/>
                        </a:lnTo>
                        <a:lnTo>
                          <a:pt x="41319" y="106"/>
                        </a:lnTo>
                        <a:lnTo>
                          <a:pt x="4131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5" name="Google Shape;1815;p13"/>
                  <p:cNvSpPr/>
                  <p:nvPr/>
                </p:nvSpPr>
                <p:spPr>
                  <a:xfrm>
                    <a:off x="96043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6" name="Google Shape;1816;p13"/>
                  <p:cNvSpPr/>
                  <p:nvPr/>
                </p:nvSpPr>
                <p:spPr>
                  <a:xfrm>
                    <a:off x="967738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7" name="Google Shape;1817;p13"/>
                  <p:cNvSpPr/>
                  <p:nvPr/>
                </p:nvSpPr>
                <p:spPr>
                  <a:xfrm>
                    <a:off x="9740085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8" name="Google Shape;1818;p13"/>
                  <p:cNvSpPr/>
                  <p:nvPr/>
                </p:nvSpPr>
                <p:spPr>
                  <a:xfrm>
                    <a:off x="98028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19" name="Google Shape;1819;p13"/>
                  <p:cNvSpPr/>
                  <p:nvPr/>
                </p:nvSpPr>
                <p:spPr>
                  <a:xfrm>
                    <a:off x="987596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0" name="Google Shape;1820;p13"/>
                  <p:cNvSpPr/>
                  <p:nvPr/>
                </p:nvSpPr>
                <p:spPr>
                  <a:xfrm>
                    <a:off x="993866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1" name="Google Shape;1821;p13"/>
                  <p:cNvSpPr/>
                  <p:nvPr/>
                </p:nvSpPr>
                <p:spPr>
                  <a:xfrm>
                    <a:off x="1001184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2" name="Google Shape;1822;p13"/>
                  <p:cNvSpPr/>
                  <p:nvPr/>
                </p:nvSpPr>
                <p:spPr>
                  <a:xfrm>
                    <a:off x="10074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3" name="Google Shape;1823;p13"/>
                  <p:cNvSpPr/>
                  <p:nvPr/>
                </p:nvSpPr>
                <p:spPr>
                  <a:xfrm>
                    <a:off x="101477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4" name="Google Shape;1824;p13"/>
                  <p:cNvSpPr/>
                  <p:nvPr/>
                </p:nvSpPr>
                <p:spPr>
                  <a:xfrm>
                    <a:off x="1021041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5" name="Google Shape;1825;p13"/>
                  <p:cNvSpPr/>
                  <p:nvPr/>
                </p:nvSpPr>
                <p:spPr>
                  <a:xfrm>
                    <a:off x="10283499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6" name="Google Shape;1826;p13"/>
                  <p:cNvSpPr/>
                  <p:nvPr/>
                </p:nvSpPr>
                <p:spPr>
                  <a:xfrm>
                    <a:off x="1034629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7" name="Google Shape;1827;p13"/>
                  <p:cNvSpPr/>
                  <p:nvPr/>
                </p:nvSpPr>
                <p:spPr>
                  <a:xfrm>
                    <a:off x="1041937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8" name="Google Shape;1828;p13"/>
                  <p:cNvSpPr/>
                  <p:nvPr/>
                </p:nvSpPr>
                <p:spPr>
                  <a:xfrm>
                    <a:off x="1048207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29" name="Google Shape;1829;p13"/>
                  <p:cNvSpPr/>
                  <p:nvPr/>
                </p:nvSpPr>
                <p:spPr>
                  <a:xfrm>
                    <a:off x="1055525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0" name="Google Shape;1830;p13"/>
                  <p:cNvSpPr/>
                  <p:nvPr/>
                </p:nvSpPr>
                <p:spPr>
                  <a:xfrm>
                    <a:off x="1061795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1" name="Google Shape;1831;p13"/>
                  <p:cNvSpPr/>
                  <p:nvPr/>
                </p:nvSpPr>
                <p:spPr>
                  <a:xfrm>
                    <a:off x="1069113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2" name="Google Shape;1832;p13"/>
                  <p:cNvSpPr/>
                  <p:nvPr/>
                </p:nvSpPr>
                <p:spPr>
                  <a:xfrm>
                    <a:off x="1075383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3" name="Google Shape;1833;p13"/>
                  <p:cNvSpPr/>
                  <p:nvPr/>
                </p:nvSpPr>
                <p:spPr>
                  <a:xfrm>
                    <a:off x="10826913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4" name="Google Shape;1834;p13"/>
                  <p:cNvSpPr/>
                  <p:nvPr/>
                </p:nvSpPr>
                <p:spPr>
                  <a:xfrm>
                    <a:off x="1088971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5" name="Google Shape;1835;p13"/>
                  <p:cNvSpPr/>
                  <p:nvPr/>
                </p:nvSpPr>
                <p:spPr>
                  <a:xfrm>
                    <a:off x="1096279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6" name="Google Shape;1836;p13"/>
                  <p:cNvSpPr/>
                  <p:nvPr/>
                </p:nvSpPr>
                <p:spPr>
                  <a:xfrm>
                    <a:off x="1102548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7" name="Google Shape;1837;p13"/>
                  <p:cNvSpPr/>
                  <p:nvPr/>
                </p:nvSpPr>
                <p:spPr>
                  <a:xfrm>
                    <a:off x="110986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8" name="Google Shape;1838;p13"/>
                  <p:cNvSpPr/>
                  <p:nvPr/>
                </p:nvSpPr>
                <p:spPr>
                  <a:xfrm>
                    <a:off x="1116136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39" name="Google Shape;1839;p13"/>
                  <p:cNvSpPr/>
                  <p:nvPr/>
                </p:nvSpPr>
                <p:spPr>
                  <a:xfrm>
                    <a:off x="1123454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0" name="Google Shape;1840;p13"/>
                  <p:cNvSpPr/>
                  <p:nvPr/>
                </p:nvSpPr>
                <p:spPr>
                  <a:xfrm>
                    <a:off x="1129724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1" name="Google Shape;1841;p13"/>
                  <p:cNvSpPr/>
                  <p:nvPr/>
                </p:nvSpPr>
                <p:spPr>
                  <a:xfrm>
                    <a:off x="11370327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2" name="Google Shape;1842;p13"/>
                  <p:cNvSpPr/>
                  <p:nvPr/>
                </p:nvSpPr>
                <p:spPr>
                  <a:xfrm>
                    <a:off x="1143312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3" name="Google Shape;1843;p13"/>
                  <p:cNvSpPr/>
                  <p:nvPr/>
                </p:nvSpPr>
                <p:spPr>
                  <a:xfrm>
                    <a:off x="1150620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4" name="Google Shape;1844;p13"/>
                  <p:cNvSpPr/>
                  <p:nvPr/>
                </p:nvSpPr>
                <p:spPr>
                  <a:xfrm>
                    <a:off x="1156890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5" name="Google Shape;1845;p13"/>
                  <p:cNvSpPr/>
                  <p:nvPr/>
                </p:nvSpPr>
                <p:spPr>
                  <a:xfrm>
                    <a:off x="1164208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6" name="Google Shape;1846;p13"/>
                  <p:cNvSpPr/>
                  <p:nvPr/>
                </p:nvSpPr>
                <p:spPr>
                  <a:xfrm>
                    <a:off x="1170478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7" name="Google Shape;1847;p13"/>
                  <p:cNvSpPr/>
                  <p:nvPr/>
                </p:nvSpPr>
                <p:spPr>
                  <a:xfrm>
                    <a:off x="1177796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8" name="Google Shape;1848;p13"/>
                  <p:cNvSpPr/>
                  <p:nvPr/>
                </p:nvSpPr>
                <p:spPr>
                  <a:xfrm>
                    <a:off x="1184066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49" name="Google Shape;1849;p13"/>
                  <p:cNvSpPr/>
                  <p:nvPr/>
                </p:nvSpPr>
                <p:spPr>
                  <a:xfrm>
                    <a:off x="1191374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0" name="Google Shape;1850;p13"/>
                  <p:cNvSpPr/>
                  <p:nvPr/>
                </p:nvSpPr>
                <p:spPr>
                  <a:xfrm>
                    <a:off x="11976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1" name="Google Shape;1851;p13"/>
                  <p:cNvSpPr/>
                  <p:nvPr/>
                </p:nvSpPr>
                <p:spPr>
                  <a:xfrm>
                    <a:off x="120496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2" name="Google Shape;1852;p13"/>
                  <p:cNvSpPr/>
                  <p:nvPr/>
                </p:nvSpPr>
                <p:spPr>
                  <a:xfrm>
                    <a:off x="1211231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3" name="Google Shape;1853;p13"/>
                  <p:cNvSpPr/>
                  <p:nvPr/>
                </p:nvSpPr>
                <p:spPr>
                  <a:xfrm>
                    <a:off x="1218549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4" name="Google Shape;1854;p13"/>
                  <p:cNvSpPr/>
                  <p:nvPr/>
                </p:nvSpPr>
                <p:spPr>
                  <a:xfrm>
                    <a:off x="1224819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5" name="Google Shape;1855;p13"/>
                  <p:cNvSpPr/>
                  <p:nvPr/>
                </p:nvSpPr>
                <p:spPr>
                  <a:xfrm>
                    <a:off x="1232137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6" name="Google Shape;1856;p13"/>
                  <p:cNvSpPr/>
                  <p:nvPr/>
                </p:nvSpPr>
                <p:spPr>
                  <a:xfrm>
                    <a:off x="1238407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7" name="Google Shape;1857;p13"/>
                  <p:cNvSpPr/>
                  <p:nvPr/>
                </p:nvSpPr>
                <p:spPr>
                  <a:xfrm>
                    <a:off x="1245715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8" name="Google Shape;1858;p13"/>
                  <p:cNvSpPr/>
                  <p:nvPr/>
                </p:nvSpPr>
                <p:spPr>
                  <a:xfrm>
                    <a:off x="1251995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59" name="Google Shape;1859;p13"/>
                  <p:cNvSpPr/>
                  <p:nvPr/>
                </p:nvSpPr>
                <p:spPr>
                  <a:xfrm>
                    <a:off x="1259303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0" name="Google Shape;1860;p13"/>
                  <p:cNvSpPr/>
                  <p:nvPr/>
                </p:nvSpPr>
                <p:spPr>
                  <a:xfrm>
                    <a:off x="1265573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1" name="Google Shape;1861;p13"/>
                  <p:cNvSpPr/>
                  <p:nvPr/>
                </p:nvSpPr>
                <p:spPr>
                  <a:xfrm>
                    <a:off x="1272891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2" name="Google Shape;1862;p13"/>
                  <p:cNvSpPr/>
                  <p:nvPr/>
                </p:nvSpPr>
                <p:spPr>
                  <a:xfrm>
                    <a:off x="1279161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3" name="Google Shape;1863;p13"/>
                  <p:cNvSpPr/>
                  <p:nvPr/>
                </p:nvSpPr>
                <p:spPr>
                  <a:xfrm>
                    <a:off x="1286479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4" name="Google Shape;1864;p13"/>
                  <p:cNvSpPr/>
                  <p:nvPr/>
                </p:nvSpPr>
                <p:spPr>
                  <a:xfrm>
                    <a:off x="1292748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5" name="Google Shape;1865;p13"/>
                  <p:cNvSpPr/>
                  <p:nvPr/>
                </p:nvSpPr>
                <p:spPr>
                  <a:xfrm>
                    <a:off x="130005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6" name="Google Shape;1866;p13"/>
                  <p:cNvSpPr/>
                  <p:nvPr/>
                </p:nvSpPr>
                <p:spPr>
                  <a:xfrm>
                    <a:off x="13073751" y="612693"/>
                    <a:ext cx="52413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529" y="0"/>
                        </a:lnTo>
                        <a:lnTo>
                          <a:pt x="52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7" name="Google Shape;1867;p13"/>
                  <p:cNvSpPr/>
                  <p:nvPr/>
                </p:nvSpPr>
                <p:spPr>
                  <a:xfrm>
                    <a:off x="1313644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8" name="Google Shape;1868;p13"/>
                  <p:cNvSpPr/>
                  <p:nvPr/>
                </p:nvSpPr>
                <p:spPr>
                  <a:xfrm>
                    <a:off x="1319914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69" name="Google Shape;1869;p13"/>
                  <p:cNvSpPr/>
                  <p:nvPr/>
                </p:nvSpPr>
                <p:spPr>
                  <a:xfrm>
                    <a:off x="1327232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0" name="Google Shape;1870;p13"/>
                  <p:cNvSpPr/>
                  <p:nvPr/>
                </p:nvSpPr>
                <p:spPr>
                  <a:xfrm>
                    <a:off x="1333502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1" name="Google Shape;1871;p13"/>
                  <p:cNvSpPr/>
                  <p:nvPr/>
                </p:nvSpPr>
                <p:spPr>
                  <a:xfrm>
                    <a:off x="134082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2" name="Google Shape;1872;p13"/>
                  <p:cNvSpPr/>
                  <p:nvPr/>
                </p:nvSpPr>
                <p:spPr>
                  <a:xfrm>
                    <a:off x="1347090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3" name="Google Shape;1873;p13"/>
                  <p:cNvSpPr/>
                  <p:nvPr/>
                </p:nvSpPr>
                <p:spPr>
                  <a:xfrm>
                    <a:off x="1354398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4" name="Google Shape;1874;p13"/>
                  <p:cNvSpPr/>
                  <p:nvPr/>
                </p:nvSpPr>
                <p:spPr>
                  <a:xfrm>
                    <a:off x="136067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5" name="Google Shape;1875;p13"/>
                  <p:cNvSpPr/>
                  <p:nvPr/>
                </p:nvSpPr>
                <p:spPr>
                  <a:xfrm>
                    <a:off x="9017419" y="539512"/>
                    <a:ext cx="5210550" cy="3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42" h="318" extrusionOk="0">
                        <a:moveTo>
                          <a:pt x="212" y="1"/>
                        </a:moveTo>
                        <a:cubicBezTo>
                          <a:pt x="1" y="1"/>
                          <a:pt x="1" y="212"/>
                          <a:pt x="212" y="318"/>
                        </a:cubicBezTo>
                        <a:lnTo>
                          <a:pt x="41530" y="318"/>
                        </a:lnTo>
                        <a:cubicBezTo>
                          <a:pt x="41741" y="318"/>
                          <a:pt x="41741" y="1"/>
                          <a:pt x="41530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6" name="Google Shape;1876;p13"/>
                  <p:cNvSpPr/>
                  <p:nvPr/>
                </p:nvSpPr>
                <p:spPr>
                  <a:xfrm>
                    <a:off x="9017419" y="717222"/>
                    <a:ext cx="5210550" cy="20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42" h="212" extrusionOk="0">
                        <a:moveTo>
                          <a:pt x="212" y="0"/>
                        </a:moveTo>
                        <a:cubicBezTo>
                          <a:pt x="1" y="0"/>
                          <a:pt x="1" y="211"/>
                          <a:pt x="212" y="211"/>
                        </a:cubicBezTo>
                        <a:lnTo>
                          <a:pt x="41530" y="211"/>
                        </a:lnTo>
                        <a:cubicBezTo>
                          <a:pt x="41741" y="211"/>
                          <a:pt x="41741" y="0"/>
                          <a:pt x="4153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77" name="Google Shape;1877;p13"/>
                <p:cNvGrpSpPr/>
                <p:nvPr/>
              </p:nvGrpSpPr>
              <p:grpSpPr>
                <a:xfrm>
                  <a:off x="569351" y="371931"/>
                  <a:ext cx="831096" cy="73279"/>
                  <a:chOff x="9740085" y="612693"/>
                  <a:chExt cx="533129" cy="73279"/>
                </a:xfrm>
              </p:grpSpPr>
              <p:sp>
                <p:nvSpPr>
                  <p:cNvPr id="1878" name="Google Shape;1878;p13"/>
                  <p:cNvSpPr/>
                  <p:nvPr/>
                </p:nvSpPr>
                <p:spPr>
                  <a:xfrm>
                    <a:off x="9740085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79" name="Google Shape;1879;p13"/>
                  <p:cNvSpPr/>
                  <p:nvPr/>
                </p:nvSpPr>
                <p:spPr>
                  <a:xfrm>
                    <a:off x="98028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0" name="Google Shape;1880;p13"/>
                  <p:cNvSpPr/>
                  <p:nvPr/>
                </p:nvSpPr>
                <p:spPr>
                  <a:xfrm>
                    <a:off x="987596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1" name="Google Shape;1881;p13"/>
                  <p:cNvSpPr/>
                  <p:nvPr/>
                </p:nvSpPr>
                <p:spPr>
                  <a:xfrm>
                    <a:off x="993866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2" name="Google Shape;1882;p13"/>
                  <p:cNvSpPr/>
                  <p:nvPr/>
                </p:nvSpPr>
                <p:spPr>
                  <a:xfrm>
                    <a:off x="1001184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3" name="Google Shape;1883;p13"/>
                  <p:cNvSpPr/>
                  <p:nvPr/>
                </p:nvSpPr>
                <p:spPr>
                  <a:xfrm>
                    <a:off x="10074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4" name="Google Shape;1884;p13"/>
                  <p:cNvSpPr/>
                  <p:nvPr/>
                </p:nvSpPr>
                <p:spPr>
                  <a:xfrm>
                    <a:off x="101477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5" name="Google Shape;1885;p13"/>
                  <p:cNvSpPr/>
                  <p:nvPr/>
                </p:nvSpPr>
                <p:spPr>
                  <a:xfrm>
                    <a:off x="1021041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86" name="Google Shape;1886;p13"/>
                <p:cNvGrpSpPr/>
                <p:nvPr/>
              </p:nvGrpSpPr>
              <p:grpSpPr>
                <a:xfrm>
                  <a:off x="7658325" y="371931"/>
                  <a:ext cx="945022" cy="73279"/>
                  <a:chOff x="13000570" y="612693"/>
                  <a:chExt cx="606211" cy="73279"/>
                </a:xfrm>
              </p:grpSpPr>
              <p:sp>
                <p:nvSpPr>
                  <p:cNvPr id="1887" name="Google Shape;1887;p13"/>
                  <p:cNvSpPr/>
                  <p:nvPr/>
                </p:nvSpPr>
                <p:spPr>
                  <a:xfrm>
                    <a:off x="130005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8" name="Google Shape;1888;p13"/>
                  <p:cNvSpPr/>
                  <p:nvPr/>
                </p:nvSpPr>
                <p:spPr>
                  <a:xfrm>
                    <a:off x="13073751" y="612693"/>
                    <a:ext cx="52413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529" y="0"/>
                        </a:lnTo>
                        <a:lnTo>
                          <a:pt x="52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89" name="Google Shape;1889;p13"/>
                  <p:cNvSpPr/>
                  <p:nvPr/>
                </p:nvSpPr>
                <p:spPr>
                  <a:xfrm>
                    <a:off x="1313644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0" name="Google Shape;1890;p13"/>
                  <p:cNvSpPr/>
                  <p:nvPr/>
                </p:nvSpPr>
                <p:spPr>
                  <a:xfrm>
                    <a:off x="1319914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1" name="Google Shape;1891;p13"/>
                  <p:cNvSpPr/>
                  <p:nvPr/>
                </p:nvSpPr>
                <p:spPr>
                  <a:xfrm>
                    <a:off x="1327232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2" name="Google Shape;1892;p13"/>
                  <p:cNvSpPr/>
                  <p:nvPr/>
                </p:nvSpPr>
                <p:spPr>
                  <a:xfrm>
                    <a:off x="1333502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3" name="Google Shape;1893;p13"/>
                  <p:cNvSpPr/>
                  <p:nvPr/>
                </p:nvSpPr>
                <p:spPr>
                  <a:xfrm>
                    <a:off x="134082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4" name="Google Shape;1894;p13"/>
                  <p:cNvSpPr/>
                  <p:nvPr/>
                </p:nvSpPr>
                <p:spPr>
                  <a:xfrm>
                    <a:off x="1347090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5" name="Google Shape;1895;p13"/>
                  <p:cNvSpPr/>
                  <p:nvPr/>
                </p:nvSpPr>
                <p:spPr>
                  <a:xfrm>
                    <a:off x="1354398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896" name="Google Shape;1896;p13"/>
              <p:cNvGrpSpPr/>
              <p:nvPr/>
            </p:nvGrpSpPr>
            <p:grpSpPr>
              <a:xfrm>
                <a:off x="504825" y="4648875"/>
                <a:ext cx="8122726" cy="198675"/>
                <a:chOff x="504825" y="298750"/>
                <a:chExt cx="8122726" cy="198675"/>
              </a:xfrm>
            </p:grpSpPr>
            <p:grpSp>
              <p:nvGrpSpPr>
                <p:cNvPr id="1897" name="Google Shape;1897;p13"/>
                <p:cNvGrpSpPr/>
                <p:nvPr/>
              </p:nvGrpSpPr>
              <p:grpSpPr>
                <a:xfrm>
                  <a:off x="504825" y="298750"/>
                  <a:ext cx="8122726" cy="198675"/>
                  <a:chOff x="9017419" y="539512"/>
                  <a:chExt cx="5210550" cy="198675"/>
                </a:xfrm>
              </p:grpSpPr>
              <p:sp>
                <p:nvSpPr>
                  <p:cNvPr id="1898" name="Google Shape;1898;p13"/>
                  <p:cNvSpPr/>
                  <p:nvPr/>
                </p:nvSpPr>
                <p:spPr>
                  <a:xfrm>
                    <a:off x="9038813" y="685962"/>
                    <a:ext cx="5150745" cy="4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320" h="107" extrusionOk="0">
                        <a:moveTo>
                          <a:pt x="1" y="0"/>
                        </a:moveTo>
                        <a:lnTo>
                          <a:pt x="1" y="106"/>
                        </a:lnTo>
                        <a:lnTo>
                          <a:pt x="41319" y="106"/>
                        </a:lnTo>
                        <a:lnTo>
                          <a:pt x="4131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9" name="Google Shape;1899;p13"/>
                  <p:cNvSpPr/>
                  <p:nvPr/>
                </p:nvSpPr>
                <p:spPr>
                  <a:xfrm>
                    <a:off x="96043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0" name="Google Shape;1900;p13"/>
                  <p:cNvSpPr/>
                  <p:nvPr/>
                </p:nvSpPr>
                <p:spPr>
                  <a:xfrm>
                    <a:off x="967738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1" name="Google Shape;1901;p13"/>
                  <p:cNvSpPr/>
                  <p:nvPr/>
                </p:nvSpPr>
                <p:spPr>
                  <a:xfrm>
                    <a:off x="9740085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2" name="Google Shape;1902;p13"/>
                  <p:cNvSpPr/>
                  <p:nvPr/>
                </p:nvSpPr>
                <p:spPr>
                  <a:xfrm>
                    <a:off x="98028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3" name="Google Shape;1903;p13"/>
                  <p:cNvSpPr/>
                  <p:nvPr/>
                </p:nvSpPr>
                <p:spPr>
                  <a:xfrm>
                    <a:off x="987596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4" name="Google Shape;1904;p13"/>
                  <p:cNvSpPr/>
                  <p:nvPr/>
                </p:nvSpPr>
                <p:spPr>
                  <a:xfrm>
                    <a:off x="993866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5" name="Google Shape;1905;p13"/>
                  <p:cNvSpPr/>
                  <p:nvPr/>
                </p:nvSpPr>
                <p:spPr>
                  <a:xfrm>
                    <a:off x="1001184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6" name="Google Shape;1906;p13"/>
                  <p:cNvSpPr/>
                  <p:nvPr/>
                </p:nvSpPr>
                <p:spPr>
                  <a:xfrm>
                    <a:off x="10074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7" name="Google Shape;1907;p13"/>
                  <p:cNvSpPr/>
                  <p:nvPr/>
                </p:nvSpPr>
                <p:spPr>
                  <a:xfrm>
                    <a:off x="101477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8" name="Google Shape;1908;p13"/>
                  <p:cNvSpPr/>
                  <p:nvPr/>
                </p:nvSpPr>
                <p:spPr>
                  <a:xfrm>
                    <a:off x="1021041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9" name="Google Shape;1909;p13"/>
                  <p:cNvSpPr/>
                  <p:nvPr/>
                </p:nvSpPr>
                <p:spPr>
                  <a:xfrm>
                    <a:off x="10283499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0" name="Google Shape;1910;p13"/>
                  <p:cNvSpPr/>
                  <p:nvPr/>
                </p:nvSpPr>
                <p:spPr>
                  <a:xfrm>
                    <a:off x="1034629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1" name="Google Shape;1911;p13"/>
                  <p:cNvSpPr/>
                  <p:nvPr/>
                </p:nvSpPr>
                <p:spPr>
                  <a:xfrm>
                    <a:off x="1041937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2" name="Google Shape;1912;p13"/>
                  <p:cNvSpPr/>
                  <p:nvPr/>
                </p:nvSpPr>
                <p:spPr>
                  <a:xfrm>
                    <a:off x="1048207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3" name="Google Shape;1913;p13"/>
                  <p:cNvSpPr/>
                  <p:nvPr/>
                </p:nvSpPr>
                <p:spPr>
                  <a:xfrm>
                    <a:off x="1055525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4" name="Google Shape;1914;p13"/>
                  <p:cNvSpPr/>
                  <p:nvPr/>
                </p:nvSpPr>
                <p:spPr>
                  <a:xfrm>
                    <a:off x="1061795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5" name="Google Shape;1915;p13"/>
                  <p:cNvSpPr/>
                  <p:nvPr/>
                </p:nvSpPr>
                <p:spPr>
                  <a:xfrm>
                    <a:off x="1069113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6" name="Google Shape;1916;p13"/>
                  <p:cNvSpPr/>
                  <p:nvPr/>
                </p:nvSpPr>
                <p:spPr>
                  <a:xfrm>
                    <a:off x="1075383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7" name="Google Shape;1917;p13"/>
                  <p:cNvSpPr/>
                  <p:nvPr/>
                </p:nvSpPr>
                <p:spPr>
                  <a:xfrm>
                    <a:off x="10826913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8" name="Google Shape;1918;p13"/>
                  <p:cNvSpPr/>
                  <p:nvPr/>
                </p:nvSpPr>
                <p:spPr>
                  <a:xfrm>
                    <a:off x="1088971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9" name="Google Shape;1919;p13"/>
                  <p:cNvSpPr/>
                  <p:nvPr/>
                </p:nvSpPr>
                <p:spPr>
                  <a:xfrm>
                    <a:off x="1096279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0" name="Google Shape;1920;p13"/>
                  <p:cNvSpPr/>
                  <p:nvPr/>
                </p:nvSpPr>
                <p:spPr>
                  <a:xfrm>
                    <a:off x="1102548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1" name="Google Shape;1921;p13"/>
                  <p:cNvSpPr/>
                  <p:nvPr/>
                </p:nvSpPr>
                <p:spPr>
                  <a:xfrm>
                    <a:off x="110986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2" name="Google Shape;1922;p13"/>
                  <p:cNvSpPr/>
                  <p:nvPr/>
                </p:nvSpPr>
                <p:spPr>
                  <a:xfrm>
                    <a:off x="1116136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3" name="Google Shape;1923;p13"/>
                  <p:cNvSpPr/>
                  <p:nvPr/>
                </p:nvSpPr>
                <p:spPr>
                  <a:xfrm>
                    <a:off x="1123454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4" name="Google Shape;1924;p13"/>
                  <p:cNvSpPr/>
                  <p:nvPr/>
                </p:nvSpPr>
                <p:spPr>
                  <a:xfrm>
                    <a:off x="1129724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5" name="Google Shape;1925;p13"/>
                  <p:cNvSpPr/>
                  <p:nvPr/>
                </p:nvSpPr>
                <p:spPr>
                  <a:xfrm>
                    <a:off x="11370327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6" name="Google Shape;1926;p13"/>
                  <p:cNvSpPr/>
                  <p:nvPr/>
                </p:nvSpPr>
                <p:spPr>
                  <a:xfrm>
                    <a:off x="1143312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7" name="Google Shape;1927;p13"/>
                  <p:cNvSpPr/>
                  <p:nvPr/>
                </p:nvSpPr>
                <p:spPr>
                  <a:xfrm>
                    <a:off x="1150620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8" name="Google Shape;1928;p13"/>
                  <p:cNvSpPr/>
                  <p:nvPr/>
                </p:nvSpPr>
                <p:spPr>
                  <a:xfrm>
                    <a:off x="1156890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9" name="Google Shape;1929;p13"/>
                  <p:cNvSpPr/>
                  <p:nvPr/>
                </p:nvSpPr>
                <p:spPr>
                  <a:xfrm>
                    <a:off x="1164208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0" name="Google Shape;1930;p13"/>
                  <p:cNvSpPr/>
                  <p:nvPr/>
                </p:nvSpPr>
                <p:spPr>
                  <a:xfrm>
                    <a:off x="1170478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1" name="Google Shape;1931;p13"/>
                  <p:cNvSpPr/>
                  <p:nvPr/>
                </p:nvSpPr>
                <p:spPr>
                  <a:xfrm>
                    <a:off x="1177796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2" name="Google Shape;1932;p13"/>
                  <p:cNvSpPr/>
                  <p:nvPr/>
                </p:nvSpPr>
                <p:spPr>
                  <a:xfrm>
                    <a:off x="1184066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3" name="Google Shape;1933;p13"/>
                  <p:cNvSpPr/>
                  <p:nvPr/>
                </p:nvSpPr>
                <p:spPr>
                  <a:xfrm>
                    <a:off x="1191374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4" name="Google Shape;1934;p13"/>
                  <p:cNvSpPr/>
                  <p:nvPr/>
                </p:nvSpPr>
                <p:spPr>
                  <a:xfrm>
                    <a:off x="11976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5" name="Google Shape;1935;p13"/>
                  <p:cNvSpPr/>
                  <p:nvPr/>
                </p:nvSpPr>
                <p:spPr>
                  <a:xfrm>
                    <a:off x="120496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6" name="Google Shape;1936;p13"/>
                  <p:cNvSpPr/>
                  <p:nvPr/>
                </p:nvSpPr>
                <p:spPr>
                  <a:xfrm>
                    <a:off x="1211231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7" name="Google Shape;1937;p13"/>
                  <p:cNvSpPr/>
                  <p:nvPr/>
                </p:nvSpPr>
                <p:spPr>
                  <a:xfrm>
                    <a:off x="1218549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8" name="Google Shape;1938;p13"/>
                  <p:cNvSpPr/>
                  <p:nvPr/>
                </p:nvSpPr>
                <p:spPr>
                  <a:xfrm>
                    <a:off x="1224819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9" name="Google Shape;1939;p13"/>
                  <p:cNvSpPr/>
                  <p:nvPr/>
                </p:nvSpPr>
                <p:spPr>
                  <a:xfrm>
                    <a:off x="1232137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0" name="Google Shape;1940;p13"/>
                  <p:cNvSpPr/>
                  <p:nvPr/>
                </p:nvSpPr>
                <p:spPr>
                  <a:xfrm>
                    <a:off x="1238407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1" name="Google Shape;1941;p13"/>
                  <p:cNvSpPr/>
                  <p:nvPr/>
                </p:nvSpPr>
                <p:spPr>
                  <a:xfrm>
                    <a:off x="1245715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2" name="Google Shape;1942;p13"/>
                  <p:cNvSpPr/>
                  <p:nvPr/>
                </p:nvSpPr>
                <p:spPr>
                  <a:xfrm>
                    <a:off x="1251995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3" name="Google Shape;1943;p13"/>
                  <p:cNvSpPr/>
                  <p:nvPr/>
                </p:nvSpPr>
                <p:spPr>
                  <a:xfrm>
                    <a:off x="1259303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4" name="Google Shape;1944;p13"/>
                  <p:cNvSpPr/>
                  <p:nvPr/>
                </p:nvSpPr>
                <p:spPr>
                  <a:xfrm>
                    <a:off x="1265573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5" name="Google Shape;1945;p13"/>
                  <p:cNvSpPr/>
                  <p:nvPr/>
                </p:nvSpPr>
                <p:spPr>
                  <a:xfrm>
                    <a:off x="1272891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6" name="Google Shape;1946;p13"/>
                  <p:cNvSpPr/>
                  <p:nvPr/>
                </p:nvSpPr>
                <p:spPr>
                  <a:xfrm>
                    <a:off x="1279161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7" name="Google Shape;1947;p13"/>
                  <p:cNvSpPr/>
                  <p:nvPr/>
                </p:nvSpPr>
                <p:spPr>
                  <a:xfrm>
                    <a:off x="1286479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8" name="Google Shape;1948;p13"/>
                  <p:cNvSpPr/>
                  <p:nvPr/>
                </p:nvSpPr>
                <p:spPr>
                  <a:xfrm>
                    <a:off x="1292748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9" name="Google Shape;1949;p13"/>
                  <p:cNvSpPr/>
                  <p:nvPr/>
                </p:nvSpPr>
                <p:spPr>
                  <a:xfrm>
                    <a:off x="130005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0" name="Google Shape;1950;p13"/>
                  <p:cNvSpPr/>
                  <p:nvPr/>
                </p:nvSpPr>
                <p:spPr>
                  <a:xfrm>
                    <a:off x="13073751" y="612693"/>
                    <a:ext cx="52413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529" y="0"/>
                        </a:lnTo>
                        <a:lnTo>
                          <a:pt x="52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1" name="Google Shape;1951;p13"/>
                  <p:cNvSpPr/>
                  <p:nvPr/>
                </p:nvSpPr>
                <p:spPr>
                  <a:xfrm>
                    <a:off x="1313644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2" name="Google Shape;1952;p13"/>
                  <p:cNvSpPr/>
                  <p:nvPr/>
                </p:nvSpPr>
                <p:spPr>
                  <a:xfrm>
                    <a:off x="1319914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3" name="Google Shape;1953;p13"/>
                  <p:cNvSpPr/>
                  <p:nvPr/>
                </p:nvSpPr>
                <p:spPr>
                  <a:xfrm>
                    <a:off x="1327232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4" name="Google Shape;1954;p13"/>
                  <p:cNvSpPr/>
                  <p:nvPr/>
                </p:nvSpPr>
                <p:spPr>
                  <a:xfrm>
                    <a:off x="1333502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5" name="Google Shape;1955;p13"/>
                  <p:cNvSpPr/>
                  <p:nvPr/>
                </p:nvSpPr>
                <p:spPr>
                  <a:xfrm>
                    <a:off x="134082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6" name="Google Shape;1956;p13"/>
                  <p:cNvSpPr/>
                  <p:nvPr/>
                </p:nvSpPr>
                <p:spPr>
                  <a:xfrm>
                    <a:off x="1347090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7" name="Google Shape;1957;p13"/>
                  <p:cNvSpPr/>
                  <p:nvPr/>
                </p:nvSpPr>
                <p:spPr>
                  <a:xfrm>
                    <a:off x="1354398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8" name="Google Shape;1958;p13"/>
                  <p:cNvSpPr/>
                  <p:nvPr/>
                </p:nvSpPr>
                <p:spPr>
                  <a:xfrm>
                    <a:off x="136067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9" name="Google Shape;1959;p13"/>
                  <p:cNvSpPr/>
                  <p:nvPr/>
                </p:nvSpPr>
                <p:spPr>
                  <a:xfrm>
                    <a:off x="9017419" y="539512"/>
                    <a:ext cx="5210550" cy="3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42" h="318" extrusionOk="0">
                        <a:moveTo>
                          <a:pt x="212" y="1"/>
                        </a:moveTo>
                        <a:cubicBezTo>
                          <a:pt x="1" y="1"/>
                          <a:pt x="1" y="212"/>
                          <a:pt x="212" y="318"/>
                        </a:cubicBezTo>
                        <a:lnTo>
                          <a:pt x="41530" y="318"/>
                        </a:lnTo>
                        <a:cubicBezTo>
                          <a:pt x="41741" y="318"/>
                          <a:pt x="41741" y="1"/>
                          <a:pt x="41530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0" name="Google Shape;1960;p13"/>
                  <p:cNvSpPr/>
                  <p:nvPr/>
                </p:nvSpPr>
                <p:spPr>
                  <a:xfrm>
                    <a:off x="9017419" y="717222"/>
                    <a:ext cx="5210550" cy="20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42" h="212" extrusionOk="0">
                        <a:moveTo>
                          <a:pt x="212" y="0"/>
                        </a:moveTo>
                        <a:cubicBezTo>
                          <a:pt x="1" y="0"/>
                          <a:pt x="1" y="211"/>
                          <a:pt x="212" y="211"/>
                        </a:cubicBezTo>
                        <a:lnTo>
                          <a:pt x="41530" y="211"/>
                        </a:lnTo>
                        <a:cubicBezTo>
                          <a:pt x="41741" y="211"/>
                          <a:pt x="41741" y="0"/>
                          <a:pt x="4153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1" name="Google Shape;1961;p13"/>
                <p:cNvGrpSpPr/>
                <p:nvPr/>
              </p:nvGrpSpPr>
              <p:grpSpPr>
                <a:xfrm>
                  <a:off x="569351" y="371931"/>
                  <a:ext cx="831096" cy="73279"/>
                  <a:chOff x="9740085" y="612693"/>
                  <a:chExt cx="533129" cy="73279"/>
                </a:xfrm>
              </p:grpSpPr>
              <p:sp>
                <p:nvSpPr>
                  <p:cNvPr id="1962" name="Google Shape;1962;p13"/>
                  <p:cNvSpPr/>
                  <p:nvPr/>
                </p:nvSpPr>
                <p:spPr>
                  <a:xfrm>
                    <a:off x="9740085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3" name="Google Shape;1963;p13"/>
                  <p:cNvSpPr/>
                  <p:nvPr/>
                </p:nvSpPr>
                <p:spPr>
                  <a:xfrm>
                    <a:off x="98028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4" name="Google Shape;1964;p13"/>
                  <p:cNvSpPr/>
                  <p:nvPr/>
                </p:nvSpPr>
                <p:spPr>
                  <a:xfrm>
                    <a:off x="987596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5" name="Google Shape;1965;p13"/>
                  <p:cNvSpPr/>
                  <p:nvPr/>
                </p:nvSpPr>
                <p:spPr>
                  <a:xfrm>
                    <a:off x="993866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6" name="Google Shape;1966;p13"/>
                  <p:cNvSpPr/>
                  <p:nvPr/>
                </p:nvSpPr>
                <p:spPr>
                  <a:xfrm>
                    <a:off x="1001184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7" name="Google Shape;1967;p13"/>
                  <p:cNvSpPr/>
                  <p:nvPr/>
                </p:nvSpPr>
                <p:spPr>
                  <a:xfrm>
                    <a:off x="10074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8" name="Google Shape;1968;p13"/>
                  <p:cNvSpPr/>
                  <p:nvPr/>
                </p:nvSpPr>
                <p:spPr>
                  <a:xfrm>
                    <a:off x="101477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9" name="Google Shape;1969;p13"/>
                  <p:cNvSpPr/>
                  <p:nvPr/>
                </p:nvSpPr>
                <p:spPr>
                  <a:xfrm>
                    <a:off x="1021041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70" name="Google Shape;1970;p13"/>
                <p:cNvGrpSpPr/>
                <p:nvPr/>
              </p:nvGrpSpPr>
              <p:grpSpPr>
                <a:xfrm>
                  <a:off x="7658325" y="371931"/>
                  <a:ext cx="945022" cy="73279"/>
                  <a:chOff x="13000570" y="612693"/>
                  <a:chExt cx="606211" cy="73279"/>
                </a:xfrm>
              </p:grpSpPr>
              <p:sp>
                <p:nvSpPr>
                  <p:cNvPr id="1971" name="Google Shape;1971;p13"/>
                  <p:cNvSpPr/>
                  <p:nvPr/>
                </p:nvSpPr>
                <p:spPr>
                  <a:xfrm>
                    <a:off x="130005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2" name="Google Shape;1972;p13"/>
                  <p:cNvSpPr/>
                  <p:nvPr/>
                </p:nvSpPr>
                <p:spPr>
                  <a:xfrm>
                    <a:off x="13073751" y="612693"/>
                    <a:ext cx="52413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529" y="0"/>
                        </a:lnTo>
                        <a:lnTo>
                          <a:pt x="52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3" name="Google Shape;1973;p13"/>
                  <p:cNvSpPr/>
                  <p:nvPr/>
                </p:nvSpPr>
                <p:spPr>
                  <a:xfrm>
                    <a:off x="1313644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4" name="Google Shape;1974;p13"/>
                  <p:cNvSpPr/>
                  <p:nvPr/>
                </p:nvSpPr>
                <p:spPr>
                  <a:xfrm>
                    <a:off x="1319914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5" name="Google Shape;1975;p13"/>
                  <p:cNvSpPr/>
                  <p:nvPr/>
                </p:nvSpPr>
                <p:spPr>
                  <a:xfrm>
                    <a:off x="1327232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6" name="Google Shape;1976;p13"/>
                  <p:cNvSpPr/>
                  <p:nvPr/>
                </p:nvSpPr>
                <p:spPr>
                  <a:xfrm>
                    <a:off x="1333502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7" name="Google Shape;1977;p13"/>
                  <p:cNvSpPr/>
                  <p:nvPr/>
                </p:nvSpPr>
                <p:spPr>
                  <a:xfrm>
                    <a:off x="134082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8" name="Google Shape;1978;p13"/>
                  <p:cNvSpPr/>
                  <p:nvPr/>
                </p:nvSpPr>
                <p:spPr>
                  <a:xfrm>
                    <a:off x="1347090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9" name="Google Shape;1979;p13"/>
                  <p:cNvSpPr/>
                  <p:nvPr/>
                </p:nvSpPr>
                <p:spPr>
                  <a:xfrm>
                    <a:off x="1354398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1980" name="Google Shape;1980;p13"/>
          <p:cNvSpPr txBox="1">
            <a:spLocks noGrp="1"/>
          </p:cNvSpPr>
          <p:nvPr>
            <p:ph type="ctrTitle"/>
          </p:nvPr>
        </p:nvSpPr>
        <p:spPr>
          <a:xfrm>
            <a:off x="3286325" y="1940813"/>
            <a:ext cx="25761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81" name="Google Shape;1981;p13"/>
          <p:cNvSpPr txBox="1">
            <a:spLocks noGrp="1"/>
          </p:cNvSpPr>
          <p:nvPr>
            <p:ph type="subTitle" idx="1"/>
          </p:nvPr>
        </p:nvSpPr>
        <p:spPr>
          <a:xfrm>
            <a:off x="3286325" y="2356975"/>
            <a:ext cx="25761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2" name="Google Shape;1982;p13"/>
          <p:cNvSpPr txBox="1">
            <a:spLocks noGrp="1"/>
          </p:cNvSpPr>
          <p:nvPr>
            <p:ph type="ctrTitle" idx="2"/>
          </p:nvPr>
        </p:nvSpPr>
        <p:spPr>
          <a:xfrm>
            <a:off x="5848249" y="1940762"/>
            <a:ext cx="25785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83" name="Google Shape;1983;p13"/>
          <p:cNvSpPr txBox="1">
            <a:spLocks noGrp="1"/>
          </p:cNvSpPr>
          <p:nvPr>
            <p:ph type="subTitle" idx="3"/>
          </p:nvPr>
        </p:nvSpPr>
        <p:spPr>
          <a:xfrm>
            <a:off x="5848250" y="2356975"/>
            <a:ext cx="25785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4" name="Google Shape;1984;p13"/>
          <p:cNvSpPr txBox="1">
            <a:spLocks noGrp="1"/>
          </p:cNvSpPr>
          <p:nvPr>
            <p:ph type="ctrTitle" idx="4"/>
          </p:nvPr>
        </p:nvSpPr>
        <p:spPr>
          <a:xfrm>
            <a:off x="5848245" y="3551600"/>
            <a:ext cx="25785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85" name="Google Shape;1985;p13"/>
          <p:cNvSpPr txBox="1">
            <a:spLocks noGrp="1"/>
          </p:cNvSpPr>
          <p:nvPr>
            <p:ph type="subTitle" idx="5"/>
          </p:nvPr>
        </p:nvSpPr>
        <p:spPr>
          <a:xfrm>
            <a:off x="5848248" y="3966788"/>
            <a:ext cx="25785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6" name="Google Shape;1986;p13"/>
          <p:cNvSpPr txBox="1">
            <a:spLocks noGrp="1"/>
          </p:cNvSpPr>
          <p:nvPr>
            <p:ph type="ctrTitle" idx="6"/>
          </p:nvPr>
        </p:nvSpPr>
        <p:spPr>
          <a:xfrm>
            <a:off x="720400" y="3551600"/>
            <a:ext cx="25785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87" name="Google Shape;1987;p13"/>
          <p:cNvSpPr txBox="1">
            <a:spLocks noGrp="1"/>
          </p:cNvSpPr>
          <p:nvPr>
            <p:ph type="subTitle" idx="7"/>
          </p:nvPr>
        </p:nvSpPr>
        <p:spPr>
          <a:xfrm>
            <a:off x="720400" y="3966788"/>
            <a:ext cx="25785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88" name="Google Shape;1988;p13"/>
          <p:cNvSpPr txBox="1">
            <a:spLocks noGrp="1"/>
          </p:cNvSpPr>
          <p:nvPr>
            <p:ph type="ctrTitle" idx="8"/>
          </p:nvPr>
        </p:nvSpPr>
        <p:spPr>
          <a:xfrm>
            <a:off x="3285117" y="3551600"/>
            <a:ext cx="25785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989" name="Google Shape;1989;p13"/>
          <p:cNvSpPr txBox="1">
            <a:spLocks noGrp="1"/>
          </p:cNvSpPr>
          <p:nvPr>
            <p:ph type="subTitle" idx="9"/>
          </p:nvPr>
        </p:nvSpPr>
        <p:spPr>
          <a:xfrm>
            <a:off x="3285118" y="3966788"/>
            <a:ext cx="25785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90" name="Google Shape;1990;p13"/>
          <p:cNvSpPr txBox="1">
            <a:spLocks noGrp="1"/>
          </p:cNvSpPr>
          <p:nvPr>
            <p:ph type="title" idx="13" hasCustomPrompt="1"/>
          </p:nvPr>
        </p:nvSpPr>
        <p:spPr>
          <a:xfrm>
            <a:off x="4266567" y="1476125"/>
            <a:ext cx="6156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1" name="Google Shape;1991;p13"/>
          <p:cNvSpPr txBox="1">
            <a:spLocks noGrp="1"/>
          </p:cNvSpPr>
          <p:nvPr>
            <p:ph type="title" idx="14" hasCustomPrompt="1"/>
          </p:nvPr>
        </p:nvSpPr>
        <p:spPr>
          <a:xfrm>
            <a:off x="6831190" y="1474025"/>
            <a:ext cx="612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2" name="Google Shape;1992;p13"/>
          <p:cNvSpPr txBox="1">
            <a:spLocks noGrp="1"/>
          </p:cNvSpPr>
          <p:nvPr>
            <p:ph type="title" idx="15" hasCustomPrompt="1"/>
          </p:nvPr>
        </p:nvSpPr>
        <p:spPr>
          <a:xfrm>
            <a:off x="6831190" y="3073072"/>
            <a:ext cx="612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3" name="Google Shape;1993;p13"/>
          <p:cNvSpPr txBox="1">
            <a:spLocks noGrp="1"/>
          </p:cNvSpPr>
          <p:nvPr>
            <p:ph type="title" idx="16" hasCustomPrompt="1"/>
          </p:nvPr>
        </p:nvSpPr>
        <p:spPr>
          <a:xfrm>
            <a:off x="1703355" y="3073072"/>
            <a:ext cx="612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4" name="Google Shape;1994;p13"/>
          <p:cNvSpPr txBox="1">
            <a:spLocks noGrp="1"/>
          </p:cNvSpPr>
          <p:nvPr>
            <p:ph type="title" idx="17" hasCustomPrompt="1"/>
          </p:nvPr>
        </p:nvSpPr>
        <p:spPr>
          <a:xfrm>
            <a:off x="4268067" y="3073072"/>
            <a:ext cx="612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95" name="Google Shape;1995;p13"/>
          <p:cNvSpPr txBox="1">
            <a:spLocks noGrp="1"/>
          </p:cNvSpPr>
          <p:nvPr>
            <p:ph type="title" idx="18"/>
          </p:nvPr>
        </p:nvSpPr>
        <p:spPr>
          <a:xfrm>
            <a:off x="3212525" y="540275"/>
            <a:ext cx="522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7"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7" name="Google Shape;1997;p14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10800000"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8" name="Google Shape;1998;p14"/>
          <p:cNvGrpSpPr/>
          <p:nvPr/>
        </p:nvGrpSpPr>
        <p:grpSpPr>
          <a:xfrm>
            <a:off x="317855" y="361460"/>
            <a:ext cx="198576" cy="4451943"/>
            <a:chOff x="317855" y="361460"/>
            <a:chExt cx="198576" cy="4451943"/>
          </a:xfrm>
        </p:grpSpPr>
        <p:grpSp>
          <p:nvGrpSpPr>
            <p:cNvPr id="1999" name="Google Shape;1999;p14"/>
            <p:cNvGrpSpPr/>
            <p:nvPr/>
          </p:nvGrpSpPr>
          <p:grpSpPr>
            <a:xfrm>
              <a:off x="317855" y="510392"/>
              <a:ext cx="198576" cy="4114917"/>
              <a:chOff x="9353514" y="751142"/>
              <a:chExt cx="198576" cy="4114917"/>
            </a:xfrm>
          </p:grpSpPr>
          <p:sp>
            <p:nvSpPr>
              <p:cNvPr id="2000" name="Google Shape;2000;p14"/>
              <p:cNvSpPr/>
              <p:nvPr/>
            </p:nvSpPr>
            <p:spPr>
              <a:xfrm>
                <a:off x="9416212" y="4771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14"/>
              <p:cNvSpPr/>
              <p:nvPr/>
            </p:nvSpPr>
            <p:spPr>
              <a:xfrm>
                <a:off x="9416212" y="4709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14"/>
              <p:cNvSpPr/>
              <p:nvPr/>
            </p:nvSpPr>
            <p:spPr>
              <a:xfrm>
                <a:off x="9416212" y="46360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14"/>
              <p:cNvSpPr/>
              <p:nvPr/>
            </p:nvSpPr>
            <p:spPr>
              <a:xfrm>
                <a:off x="9416212" y="45733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14"/>
              <p:cNvSpPr/>
              <p:nvPr/>
            </p:nvSpPr>
            <p:spPr>
              <a:xfrm>
                <a:off x="9416212" y="450015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14"/>
              <p:cNvSpPr/>
              <p:nvPr/>
            </p:nvSpPr>
            <p:spPr>
              <a:xfrm>
                <a:off x="9416212" y="44374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14"/>
              <p:cNvSpPr/>
              <p:nvPr/>
            </p:nvSpPr>
            <p:spPr>
              <a:xfrm>
                <a:off x="9416212" y="4364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14"/>
              <p:cNvSpPr/>
              <p:nvPr/>
            </p:nvSpPr>
            <p:spPr>
              <a:xfrm>
                <a:off x="9416212" y="4301581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14"/>
              <p:cNvSpPr/>
              <p:nvPr/>
            </p:nvSpPr>
            <p:spPr>
              <a:xfrm>
                <a:off x="9416212" y="422849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14"/>
              <p:cNvSpPr/>
              <p:nvPr/>
            </p:nvSpPr>
            <p:spPr>
              <a:xfrm>
                <a:off x="9416212" y="416580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14"/>
              <p:cNvSpPr/>
              <p:nvPr/>
            </p:nvSpPr>
            <p:spPr>
              <a:xfrm>
                <a:off x="9416212" y="409262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14"/>
              <p:cNvSpPr/>
              <p:nvPr/>
            </p:nvSpPr>
            <p:spPr>
              <a:xfrm>
                <a:off x="9416212" y="402992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14"/>
              <p:cNvSpPr/>
              <p:nvPr/>
            </p:nvSpPr>
            <p:spPr>
              <a:xfrm>
                <a:off x="9416212" y="395674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0" y="1"/>
                    </a:moveTo>
                    <a:lnTo>
                      <a:pt x="740" y="635"/>
                    </a:lnTo>
                    <a:lnTo>
                      <a:pt x="740" y="529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14"/>
              <p:cNvSpPr/>
              <p:nvPr/>
            </p:nvSpPr>
            <p:spPr>
              <a:xfrm>
                <a:off x="9416212" y="389404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14"/>
              <p:cNvSpPr/>
              <p:nvPr/>
            </p:nvSpPr>
            <p:spPr>
              <a:xfrm>
                <a:off x="9416212" y="382096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14"/>
              <p:cNvSpPr/>
              <p:nvPr/>
            </p:nvSpPr>
            <p:spPr>
              <a:xfrm>
                <a:off x="9416212" y="375816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14"/>
              <p:cNvSpPr/>
              <p:nvPr/>
            </p:nvSpPr>
            <p:spPr>
              <a:xfrm>
                <a:off x="9416212" y="369546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0" y="1"/>
                    </a:moveTo>
                    <a:lnTo>
                      <a:pt x="740" y="635"/>
                    </a:lnTo>
                    <a:lnTo>
                      <a:pt x="740" y="529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14"/>
              <p:cNvSpPr/>
              <p:nvPr/>
            </p:nvSpPr>
            <p:spPr>
              <a:xfrm>
                <a:off x="9416212" y="362238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14"/>
              <p:cNvSpPr/>
              <p:nvPr/>
            </p:nvSpPr>
            <p:spPr>
              <a:xfrm>
                <a:off x="9416212" y="354920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14"/>
              <p:cNvSpPr/>
              <p:nvPr/>
            </p:nvSpPr>
            <p:spPr>
              <a:xfrm>
                <a:off x="9416212" y="3486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14"/>
              <p:cNvSpPr/>
              <p:nvPr/>
            </p:nvSpPr>
            <p:spPr>
              <a:xfrm>
                <a:off x="9416212" y="34133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14"/>
              <p:cNvSpPr/>
              <p:nvPr/>
            </p:nvSpPr>
            <p:spPr>
              <a:xfrm>
                <a:off x="9416212" y="335063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14"/>
              <p:cNvSpPr/>
              <p:nvPr/>
            </p:nvSpPr>
            <p:spPr>
              <a:xfrm>
                <a:off x="9416212" y="327754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14"/>
              <p:cNvSpPr/>
              <p:nvPr/>
            </p:nvSpPr>
            <p:spPr>
              <a:xfrm>
                <a:off x="9416212" y="321475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14"/>
              <p:cNvSpPr/>
              <p:nvPr/>
            </p:nvSpPr>
            <p:spPr>
              <a:xfrm>
                <a:off x="9416212" y="3141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14"/>
              <p:cNvSpPr/>
              <p:nvPr/>
            </p:nvSpPr>
            <p:spPr>
              <a:xfrm>
                <a:off x="9416212" y="3078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14"/>
              <p:cNvSpPr/>
              <p:nvPr/>
            </p:nvSpPr>
            <p:spPr>
              <a:xfrm>
                <a:off x="9416212" y="300579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14"/>
              <p:cNvSpPr/>
              <p:nvPr/>
            </p:nvSpPr>
            <p:spPr>
              <a:xfrm>
                <a:off x="9416212" y="2943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14"/>
              <p:cNvSpPr/>
              <p:nvPr/>
            </p:nvSpPr>
            <p:spPr>
              <a:xfrm>
                <a:off x="9416212" y="2869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14"/>
              <p:cNvSpPr/>
              <p:nvPr/>
            </p:nvSpPr>
            <p:spPr>
              <a:xfrm>
                <a:off x="9416212" y="2807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14"/>
              <p:cNvSpPr/>
              <p:nvPr/>
            </p:nvSpPr>
            <p:spPr>
              <a:xfrm>
                <a:off x="9416212" y="2734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14"/>
              <p:cNvSpPr/>
              <p:nvPr/>
            </p:nvSpPr>
            <p:spPr>
              <a:xfrm>
                <a:off x="9416212" y="267133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14"/>
              <p:cNvSpPr/>
              <p:nvPr/>
            </p:nvSpPr>
            <p:spPr>
              <a:xfrm>
                <a:off x="9416212" y="259825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14"/>
              <p:cNvSpPr/>
              <p:nvPr/>
            </p:nvSpPr>
            <p:spPr>
              <a:xfrm>
                <a:off x="9416212" y="25355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14"/>
              <p:cNvSpPr/>
              <p:nvPr/>
            </p:nvSpPr>
            <p:spPr>
              <a:xfrm>
                <a:off x="9416212" y="2462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14"/>
              <p:cNvSpPr/>
              <p:nvPr/>
            </p:nvSpPr>
            <p:spPr>
              <a:xfrm>
                <a:off x="9416212" y="239968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14"/>
              <p:cNvSpPr/>
              <p:nvPr/>
            </p:nvSpPr>
            <p:spPr>
              <a:xfrm>
                <a:off x="9416212" y="232650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14"/>
              <p:cNvSpPr/>
              <p:nvPr/>
            </p:nvSpPr>
            <p:spPr>
              <a:xfrm>
                <a:off x="9416212" y="226380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14"/>
              <p:cNvSpPr/>
              <p:nvPr/>
            </p:nvSpPr>
            <p:spPr>
              <a:xfrm>
                <a:off x="9416212" y="219062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14"/>
              <p:cNvSpPr/>
              <p:nvPr/>
            </p:nvSpPr>
            <p:spPr>
              <a:xfrm>
                <a:off x="9416212" y="212792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740" y="635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14"/>
              <p:cNvSpPr/>
              <p:nvPr/>
            </p:nvSpPr>
            <p:spPr>
              <a:xfrm>
                <a:off x="9416212" y="206522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14"/>
              <p:cNvSpPr/>
              <p:nvPr/>
            </p:nvSpPr>
            <p:spPr>
              <a:xfrm>
                <a:off x="9416212" y="199214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14"/>
              <p:cNvSpPr/>
              <p:nvPr/>
            </p:nvSpPr>
            <p:spPr>
              <a:xfrm>
                <a:off x="9416212" y="191896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14"/>
              <p:cNvSpPr/>
              <p:nvPr/>
            </p:nvSpPr>
            <p:spPr>
              <a:xfrm>
                <a:off x="9416212" y="185626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14"/>
              <p:cNvSpPr/>
              <p:nvPr/>
            </p:nvSpPr>
            <p:spPr>
              <a:xfrm>
                <a:off x="9416212" y="178308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14"/>
              <p:cNvSpPr/>
              <p:nvPr/>
            </p:nvSpPr>
            <p:spPr>
              <a:xfrm>
                <a:off x="9416212" y="172038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14"/>
              <p:cNvSpPr/>
              <p:nvPr/>
            </p:nvSpPr>
            <p:spPr>
              <a:xfrm>
                <a:off x="9416212" y="164720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14"/>
              <p:cNvSpPr/>
              <p:nvPr/>
            </p:nvSpPr>
            <p:spPr>
              <a:xfrm>
                <a:off x="9416212" y="1584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14"/>
              <p:cNvSpPr/>
              <p:nvPr/>
            </p:nvSpPr>
            <p:spPr>
              <a:xfrm>
                <a:off x="9416212" y="15114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14"/>
              <p:cNvSpPr/>
              <p:nvPr/>
            </p:nvSpPr>
            <p:spPr>
              <a:xfrm>
                <a:off x="9416212" y="144873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14"/>
              <p:cNvSpPr/>
              <p:nvPr/>
            </p:nvSpPr>
            <p:spPr>
              <a:xfrm>
                <a:off x="9416212" y="137555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14"/>
              <p:cNvSpPr/>
              <p:nvPr/>
            </p:nvSpPr>
            <p:spPr>
              <a:xfrm>
                <a:off x="9416212" y="131285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14"/>
              <p:cNvSpPr/>
              <p:nvPr/>
            </p:nvSpPr>
            <p:spPr>
              <a:xfrm>
                <a:off x="9416212" y="1239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14"/>
              <p:cNvSpPr/>
              <p:nvPr/>
            </p:nvSpPr>
            <p:spPr>
              <a:xfrm>
                <a:off x="9416212" y="1176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14"/>
              <p:cNvSpPr/>
              <p:nvPr/>
            </p:nvSpPr>
            <p:spPr>
              <a:xfrm>
                <a:off x="9416212" y="1103793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14"/>
              <p:cNvSpPr/>
              <p:nvPr/>
            </p:nvSpPr>
            <p:spPr>
              <a:xfrm>
                <a:off x="9416212" y="1041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14"/>
              <p:cNvSpPr/>
              <p:nvPr/>
            </p:nvSpPr>
            <p:spPr>
              <a:xfrm>
                <a:off x="9416212" y="9680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14"/>
              <p:cNvSpPr/>
              <p:nvPr/>
            </p:nvSpPr>
            <p:spPr>
              <a:xfrm>
                <a:off x="9416212" y="9053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14"/>
              <p:cNvSpPr/>
              <p:nvPr/>
            </p:nvSpPr>
            <p:spPr>
              <a:xfrm>
                <a:off x="9416212" y="832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14"/>
              <p:cNvSpPr/>
              <p:nvPr/>
            </p:nvSpPr>
            <p:spPr>
              <a:xfrm>
                <a:off x="9416212" y="7694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14"/>
              <p:cNvSpPr/>
              <p:nvPr/>
            </p:nvSpPr>
            <p:spPr>
              <a:xfrm>
                <a:off x="9353514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0" y="27"/>
                      <a:pt x="0" y="80"/>
                    </a:cubicBezTo>
                    <a:lnTo>
                      <a:pt x="0" y="41504"/>
                    </a:lnTo>
                    <a:cubicBezTo>
                      <a:pt x="0" y="41504"/>
                      <a:pt x="0" y="41609"/>
                      <a:pt x="106" y="41609"/>
                    </a:cubicBezTo>
                    <a:cubicBezTo>
                      <a:pt x="211" y="41609"/>
                      <a:pt x="211" y="41609"/>
                      <a:pt x="211" y="41504"/>
                    </a:cubicBezTo>
                    <a:lnTo>
                      <a:pt x="211" y="80"/>
                    </a:lnTo>
                    <a:cubicBezTo>
                      <a:pt x="211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14"/>
              <p:cNvSpPr/>
              <p:nvPr/>
            </p:nvSpPr>
            <p:spPr>
              <a:xfrm>
                <a:off x="9531125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1" y="27"/>
                      <a:pt x="1" y="80"/>
                    </a:cubicBezTo>
                    <a:lnTo>
                      <a:pt x="1" y="41504"/>
                    </a:lnTo>
                    <a:cubicBezTo>
                      <a:pt x="1" y="41504"/>
                      <a:pt x="1" y="41609"/>
                      <a:pt x="106" y="41609"/>
                    </a:cubicBezTo>
                    <a:cubicBezTo>
                      <a:pt x="212" y="41609"/>
                      <a:pt x="212" y="41609"/>
                      <a:pt x="212" y="41504"/>
                    </a:cubicBezTo>
                    <a:lnTo>
                      <a:pt x="212" y="80"/>
                    </a:lnTo>
                    <a:cubicBezTo>
                      <a:pt x="212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62" name="Google Shape;2062;p14"/>
            <p:cNvSpPr/>
            <p:nvPr/>
          </p:nvSpPr>
          <p:spPr>
            <a:xfrm>
              <a:off x="370363" y="4708775"/>
              <a:ext cx="104332" cy="104628"/>
            </a:xfrm>
            <a:custGeom>
              <a:avLst/>
              <a:gdLst/>
              <a:ahLst/>
              <a:cxnLst/>
              <a:rect l="l" t="t" r="r" b="b"/>
              <a:pathLst>
                <a:path w="1055" h="1058" extrusionOk="0">
                  <a:moveTo>
                    <a:pt x="420" y="1"/>
                  </a:moveTo>
                  <a:cubicBezTo>
                    <a:pt x="166" y="1"/>
                    <a:pt x="254" y="221"/>
                    <a:pt x="414" y="390"/>
                  </a:cubicBezTo>
                  <a:lnTo>
                    <a:pt x="414" y="390"/>
                  </a:lnTo>
                  <a:cubicBezTo>
                    <a:pt x="512" y="286"/>
                    <a:pt x="625" y="198"/>
                    <a:pt x="729" y="152"/>
                  </a:cubicBezTo>
                  <a:lnTo>
                    <a:pt x="729" y="152"/>
                  </a:lnTo>
                  <a:cubicBezTo>
                    <a:pt x="648" y="62"/>
                    <a:pt x="534" y="1"/>
                    <a:pt x="420" y="1"/>
                  </a:cubicBezTo>
                  <a:close/>
                  <a:moveTo>
                    <a:pt x="865" y="120"/>
                  </a:moveTo>
                  <a:cubicBezTo>
                    <a:pt x="823" y="120"/>
                    <a:pt x="777" y="131"/>
                    <a:pt x="729" y="152"/>
                  </a:cubicBezTo>
                  <a:lnTo>
                    <a:pt x="729" y="152"/>
                  </a:lnTo>
                  <a:cubicBezTo>
                    <a:pt x="798" y="229"/>
                    <a:pt x="843" y="326"/>
                    <a:pt x="843" y="423"/>
                  </a:cubicBezTo>
                  <a:cubicBezTo>
                    <a:pt x="843" y="538"/>
                    <a:pt x="798" y="583"/>
                    <a:pt x="733" y="583"/>
                  </a:cubicBezTo>
                  <a:cubicBezTo>
                    <a:pt x="643" y="583"/>
                    <a:pt x="514" y="497"/>
                    <a:pt x="414" y="390"/>
                  </a:cubicBezTo>
                  <a:lnTo>
                    <a:pt x="414" y="390"/>
                  </a:lnTo>
                  <a:cubicBezTo>
                    <a:pt x="154" y="667"/>
                    <a:pt x="1" y="1057"/>
                    <a:pt x="420" y="1057"/>
                  </a:cubicBezTo>
                  <a:cubicBezTo>
                    <a:pt x="737" y="1057"/>
                    <a:pt x="1054" y="740"/>
                    <a:pt x="1054" y="423"/>
                  </a:cubicBezTo>
                  <a:cubicBezTo>
                    <a:pt x="1054" y="204"/>
                    <a:pt x="975" y="120"/>
                    <a:pt x="865" y="120"/>
                  </a:cubicBezTo>
                  <a:close/>
                </a:path>
              </a:pathLst>
            </a:custGeom>
            <a:gradFill>
              <a:gsLst>
                <a:gs pos="0">
                  <a:srgbClr val="786446"/>
                </a:gs>
                <a:gs pos="24000">
                  <a:srgbClr val="A68C63"/>
                </a:gs>
                <a:gs pos="45000">
                  <a:srgbClr val="A6946E"/>
                </a:gs>
                <a:gs pos="76000">
                  <a:srgbClr val="A68C63"/>
                </a:gs>
                <a:gs pos="100000">
                  <a:srgbClr val="78644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4"/>
            <p:cNvSpPr/>
            <p:nvPr/>
          </p:nvSpPr>
          <p:spPr>
            <a:xfrm>
              <a:off x="37174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4" name="Google Shape;2064;p14"/>
          <p:cNvGrpSpPr/>
          <p:nvPr/>
        </p:nvGrpSpPr>
        <p:grpSpPr>
          <a:xfrm>
            <a:off x="8627569" y="361460"/>
            <a:ext cx="198576" cy="4451943"/>
            <a:chOff x="8627569" y="361460"/>
            <a:chExt cx="198576" cy="4451943"/>
          </a:xfrm>
        </p:grpSpPr>
        <p:sp>
          <p:nvSpPr>
            <p:cNvPr id="2065" name="Google Shape;2065;p14"/>
            <p:cNvSpPr/>
            <p:nvPr/>
          </p:nvSpPr>
          <p:spPr>
            <a:xfrm>
              <a:off x="8685319" y="4708775"/>
              <a:ext cx="99090" cy="104628"/>
            </a:xfrm>
            <a:custGeom>
              <a:avLst/>
              <a:gdLst/>
              <a:ahLst/>
              <a:cxnLst/>
              <a:rect l="l" t="t" r="r" b="b"/>
              <a:pathLst>
                <a:path w="1002" h="1058" extrusionOk="0">
                  <a:moveTo>
                    <a:pt x="473" y="1"/>
                  </a:moveTo>
                  <a:cubicBezTo>
                    <a:pt x="168" y="1"/>
                    <a:pt x="229" y="220"/>
                    <a:pt x="375" y="390"/>
                  </a:cubicBezTo>
                  <a:lnTo>
                    <a:pt x="375" y="390"/>
                  </a:lnTo>
                  <a:cubicBezTo>
                    <a:pt x="479" y="274"/>
                    <a:pt x="603" y="178"/>
                    <a:pt x="714" y="138"/>
                  </a:cubicBezTo>
                  <a:lnTo>
                    <a:pt x="714" y="138"/>
                  </a:lnTo>
                  <a:cubicBezTo>
                    <a:pt x="661" y="56"/>
                    <a:pt x="581" y="1"/>
                    <a:pt x="473" y="1"/>
                  </a:cubicBezTo>
                  <a:close/>
                  <a:moveTo>
                    <a:pt x="813" y="120"/>
                  </a:moveTo>
                  <a:cubicBezTo>
                    <a:pt x="782" y="120"/>
                    <a:pt x="749" y="126"/>
                    <a:pt x="714" y="138"/>
                  </a:cubicBezTo>
                  <a:lnTo>
                    <a:pt x="714" y="138"/>
                  </a:lnTo>
                  <a:cubicBezTo>
                    <a:pt x="765" y="217"/>
                    <a:pt x="790" y="320"/>
                    <a:pt x="790" y="423"/>
                  </a:cubicBezTo>
                  <a:cubicBezTo>
                    <a:pt x="790" y="538"/>
                    <a:pt x="745" y="583"/>
                    <a:pt x="681" y="583"/>
                  </a:cubicBezTo>
                  <a:cubicBezTo>
                    <a:pt x="592" y="583"/>
                    <a:pt x="467" y="496"/>
                    <a:pt x="375" y="390"/>
                  </a:cubicBezTo>
                  <a:lnTo>
                    <a:pt x="375" y="390"/>
                  </a:lnTo>
                  <a:cubicBezTo>
                    <a:pt x="128" y="667"/>
                    <a:pt x="1" y="1057"/>
                    <a:pt x="473" y="1057"/>
                  </a:cubicBezTo>
                  <a:cubicBezTo>
                    <a:pt x="790" y="1057"/>
                    <a:pt x="1001" y="740"/>
                    <a:pt x="1001" y="423"/>
                  </a:cubicBezTo>
                  <a:cubicBezTo>
                    <a:pt x="1001" y="204"/>
                    <a:pt x="922" y="120"/>
                    <a:pt x="81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6" name="Google Shape;2066;p14"/>
            <p:cNvGrpSpPr/>
            <p:nvPr/>
          </p:nvGrpSpPr>
          <p:grpSpPr>
            <a:xfrm>
              <a:off x="8627569" y="510392"/>
              <a:ext cx="198576" cy="4114917"/>
              <a:chOff x="13700828" y="751142"/>
              <a:chExt cx="198576" cy="4114917"/>
            </a:xfrm>
          </p:grpSpPr>
          <p:sp>
            <p:nvSpPr>
              <p:cNvPr id="2067" name="Google Shape;2067;p14"/>
              <p:cNvSpPr/>
              <p:nvPr/>
            </p:nvSpPr>
            <p:spPr>
              <a:xfrm>
                <a:off x="13763526" y="4771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4"/>
              <p:cNvSpPr/>
              <p:nvPr/>
            </p:nvSpPr>
            <p:spPr>
              <a:xfrm>
                <a:off x="13763526" y="4709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4"/>
              <p:cNvSpPr/>
              <p:nvPr/>
            </p:nvSpPr>
            <p:spPr>
              <a:xfrm>
                <a:off x="13763526" y="46360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4"/>
              <p:cNvSpPr/>
              <p:nvPr/>
            </p:nvSpPr>
            <p:spPr>
              <a:xfrm>
                <a:off x="13763526" y="45733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4"/>
              <p:cNvSpPr/>
              <p:nvPr/>
            </p:nvSpPr>
            <p:spPr>
              <a:xfrm>
                <a:off x="13763526" y="450015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4"/>
              <p:cNvSpPr/>
              <p:nvPr/>
            </p:nvSpPr>
            <p:spPr>
              <a:xfrm>
                <a:off x="13763526" y="44374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4"/>
              <p:cNvSpPr/>
              <p:nvPr/>
            </p:nvSpPr>
            <p:spPr>
              <a:xfrm>
                <a:off x="13763526" y="4364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4"/>
              <p:cNvSpPr/>
              <p:nvPr/>
            </p:nvSpPr>
            <p:spPr>
              <a:xfrm>
                <a:off x="13763526" y="4301581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4"/>
              <p:cNvSpPr/>
              <p:nvPr/>
            </p:nvSpPr>
            <p:spPr>
              <a:xfrm>
                <a:off x="13763526" y="422849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4"/>
              <p:cNvSpPr/>
              <p:nvPr/>
            </p:nvSpPr>
            <p:spPr>
              <a:xfrm>
                <a:off x="13763526" y="416580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4"/>
              <p:cNvSpPr/>
              <p:nvPr/>
            </p:nvSpPr>
            <p:spPr>
              <a:xfrm>
                <a:off x="13763526" y="409262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4"/>
              <p:cNvSpPr/>
              <p:nvPr/>
            </p:nvSpPr>
            <p:spPr>
              <a:xfrm>
                <a:off x="13763526" y="402992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4"/>
              <p:cNvSpPr/>
              <p:nvPr/>
            </p:nvSpPr>
            <p:spPr>
              <a:xfrm>
                <a:off x="13763526" y="395674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4"/>
              <p:cNvSpPr/>
              <p:nvPr/>
            </p:nvSpPr>
            <p:spPr>
              <a:xfrm>
                <a:off x="13763526" y="389404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4"/>
              <p:cNvSpPr/>
              <p:nvPr/>
            </p:nvSpPr>
            <p:spPr>
              <a:xfrm>
                <a:off x="13763526" y="382096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4"/>
              <p:cNvSpPr/>
              <p:nvPr/>
            </p:nvSpPr>
            <p:spPr>
              <a:xfrm>
                <a:off x="13763526" y="375816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4"/>
              <p:cNvSpPr/>
              <p:nvPr/>
            </p:nvSpPr>
            <p:spPr>
              <a:xfrm>
                <a:off x="13763526" y="368508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4"/>
              <p:cNvSpPr/>
              <p:nvPr/>
            </p:nvSpPr>
            <p:spPr>
              <a:xfrm>
                <a:off x="13763526" y="362238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4"/>
              <p:cNvSpPr/>
              <p:nvPr/>
            </p:nvSpPr>
            <p:spPr>
              <a:xfrm>
                <a:off x="13763526" y="354920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4"/>
              <p:cNvSpPr/>
              <p:nvPr/>
            </p:nvSpPr>
            <p:spPr>
              <a:xfrm>
                <a:off x="13763526" y="3486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4"/>
              <p:cNvSpPr/>
              <p:nvPr/>
            </p:nvSpPr>
            <p:spPr>
              <a:xfrm>
                <a:off x="13763526" y="34133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4"/>
              <p:cNvSpPr/>
              <p:nvPr/>
            </p:nvSpPr>
            <p:spPr>
              <a:xfrm>
                <a:off x="13763526" y="335063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4"/>
              <p:cNvSpPr/>
              <p:nvPr/>
            </p:nvSpPr>
            <p:spPr>
              <a:xfrm>
                <a:off x="13763526" y="327754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4"/>
              <p:cNvSpPr/>
              <p:nvPr/>
            </p:nvSpPr>
            <p:spPr>
              <a:xfrm>
                <a:off x="13763526" y="321475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4"/>
              <p:cNvSpPr/>
              <p:nvPr/>
            </p:nvSpPr>
            <p:spPr>
              <a:xfrm>
                <a:off x="13763526" y="3141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4"/>
              <p:cNvSpPr/>
              <p:nvPr/>
            </p:nvSpPr>
            <p:spPr>
              <a:xfrm>
                <a:off x="13763526" y="3078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4"/>
              <p:cNvSpPr/>
              <p:nvPr/>
            </p:nvSpPr>
            <p:spPr>
              <a:xfrm>
                <a:off x="13763526" y="300579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4"/>
              <p:cNvSpPr/>
              <p:nvPr/>
            </p:nvSpPr>
            <p:spPr>
              <a:xfrm>
                <a:off x="13763526" y="2943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14"/>
              <p:cNvSpPr/>
              <p:nvPr/>
            </p:nvSpPr>
            <p:spPr>
              <a:xfrm>
                <a:off x="13763526" y="2869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14"/>
              <p:cNvSpPr/>
              <p:nvPr/>
            </p:nvSpPr>
            <p:spPr>
              <a:xfrm>
                <a:off x="13763526" y="2807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14"/>
              <p:cNvSpPr/>
              <p:nvPr/>
            </p:nvSpPr>
            <p:spPr>
              <a:xfrm>
                <a:off x="13763526" y="2734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14"/>
              <p:cNvSpPr/>
              <p:nvPr/>
            </p:nvSpPr>
            <p:spPr>
              <a:xfrm>
                <a:off x="13763526" y="267133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14"/>
              <p:cNvSpPr/>
              <p:nvPr/>
            </p:nvSpPr>
            <p:spPr>
              <a:xfrm>
                <a:off x="13763526" y="259825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14"/>
              <p:cNvSpPr/>
              <p:nvPr/>
            </p:nvSpPr>
            <p:spPr>
              <a:xfrm>
                <a:off x="13763526" y="25355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14"/>
              <p:cNvSpPr/>
              <p:nvPr/>
            </p:nvSpPr>
            <p:spPr>
              <a:xfrm>
                <a:off x="13763526" y="2462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14"/>
              <p:cNvSpPr/>
              <p:nvPr/>
            </p:nvSpPr>
            <p:spPr>
              <a:xfrm>
                <a:off x="13763526" y="239968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14"/>
              <p:cNvSpPr/>
              <p:nvPr/>
            </p:nvSpPr>
            <p:spPr>
              <a:xfrm>
                <a:off x="13763526" y="232650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14"/>
              <p:cNvSpPr/>
              <p:nvPr/>
            </p:nvSpPr>
            <p:spPr>
              <a:xfrm>
                <a:off x="13763526" y="226380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14"/>
              <p:cNvSpPr/>
              <p:nvPr/>
            </p:nvSpPr>
            <p:spPr>
              <a:xfrm>
                <a:off x="13763526" y="219062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14"/>
              <p:cNvSpPr/>
              <p:nvPr/>
            </p:nvSpPr>
            <p:spPr>
              <a:xfrm>
                <a:off x="13763526" y="212792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14"/>
              <p:cNvSpPr/>
              <p:nvPr/>
            </p:nvSpPr>
            <p:spPr>
              <a:xfrm>
                <a:off x="13763526" y="206522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14"/>
              <p:cNvSpPr/>
              <p:nvPr/>
            </p:nvSpPr>
            <p:spPr>
              <a:xfrm>
                <a:off x="13763526" y="199214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14"/>
              <p:cNvSpPr/>
              <p:nvPr/>
            </p:nvSpPr>
            <p:spPr>
              <a:xfrm>
                <a:off x="13763526" y="191896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14"/>
              <p:cNvSpPr/>
              <p:nvPr/>
            </p:nvSpPr>
            <p:spPr>
              <a:xfrm>
                <a:off x="13763526" y="185626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14"/>
              <p:cNvSpPr/>
              <p:nvPr/>
            </p:nvSpPr>
            <p:spPr>
              <a:xfrm>
                <a:off x="13763526" y="178308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14"/>
              <p:cNvSpPr/>
              <p:nvPr/>
            </p:nvSpPr>
            <p:spPr>
              <a:xfrm>
                <a:off x="13763526" y="172038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14"/>
              <p:cNvSpPr/>
              <p:nvPr/>
            </p:nvSpPr>
            <p:spPr>
              <a:xfrm>
                <a:off x="13763526" y="164720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14"/>
              <p:cNvSpPr/>
              <p:nvPr/>
            </p:nvSpPr>
            <p:spPr>
              <a:xfrm>
                <a:off x="13763526" y="1584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14"/>
              <p:cNvSpPr/>
              <p:nvPr/>
            </p:nvSpPr>
            <p:spPr>
              <a:xfrm>
                <a:off x="13763526" y="15114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14"/>
              <p:cNvSpPr/>
              <p:nvPr/>
            </p:nvSpPr>
            <p:spPr>
              <a:xfrm>
                <a:off x="13763526" y="144873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14"/>
              <p:cNvSpPr/>
              <p:nvPr/>
            </p:nvSpPr>
            <p:spPr>
              <a:xfrm>
                <a:off x="13763526" y="137555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14"/>
              <p:cNvSpPr/>
              <p:nvPr/>
            </p:nvSpPr>
            <p:spPr>
              <a:xfrm>
                <a:off x="13763526" y="131285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14"/>
              <p:cNvSpPr/>
              <p:nvPr/>
            </p:nvSpPr>
            <p:spPr>
              <a:xfrm>
                <a:off x="13763526" y="1239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14"/>
              <p:cNvSpPr/>
              <p:nvPr/>
            </p:nvSpPr>
            <p:spPr>
              <a:xfrm>
                <a:off x="13763526" y="1176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14"/>
              <p:cNvSpPr/>
              <p:nvPr/>
            </p:nvSpPr>
            <p:spPr>
              <a:xfrm>
                <a:off x="13763526" y="1103793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14"/>
              <p:cNvSpPr/>
              <p:nvPr/>
            </p:nvSpPr>
            <p:spPr>
              <a:xfrm>
                <a:off x="13763526" y="1041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14"/>
              <p:cNvSpPr/>
              <p:nvPr/>
            </p:nvSpPr>
            <p:spPr>
              <a:xfrm>
                <a:off x="13763526" y="9680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14"/>
              <p:cNvSpPr/>
              <p:nvPr/>
            </p:nvSpPr>
            <p:spPr>
              <a:xfrm>
                <a:off x="13763526" y="9053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14"/>
              <p:cNvSpPr/>
              <p:nvPr/>
            </p:nvSpPr>
            <p:spPr>
              <a:xfrm>
                <a:off x="13763526" y="832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14"/>
              <p:cNvSpPr/>
              <p:nvPr/>
            </p:nvSpPr>
            <p:spPr>
              <a:xfrm>
                <a:off x="13763526" y="7694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14"/>
              <p:cNvSpPr/>
              <p:nvPr/>
            </p:nvSpPr>
            <p:spPr>
              <a:xfrm>
                <a:off x="13700828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0" y="27"/>
                      <a:pt x="0" y="80"/>
                    </a:cubicBezTo>
                    <a:lnTo>
                      <a:pt x="0" y="41504"/>
                    </a:lnTo>
                    <a:cubicBezTo>
                      <a:pt x="0" y="41504"/>
                      <a:pt x="106" y="41609"/>
                      <a:pt x="106" y="41609"/>
                    </a:cubicBezTo>
                    <a:cubicBezTo>
                      <a:pt x="211" y="41609"/>
                      <a:pt x="211" y="41609"/>
                      <a:pt x="211" y="41504"/>
                    </a:cubicBezTo>
                    <a:lnTo>
                      <a:pt x="211" y="80"/>
                    </a:lnTo>
                    <a:cubicBezTo>
                      <a:pt x="211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14"/>
              <p:cNvSpPr/>
              <p:nvPr/>
            </p:nvSpPr>
            <p:spPr>
              <a:xfrm>
                <a:off x="13878439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1" y="27"/>
                      <a:pt x="1" y="80"/>
                    </a:cubicBezTo>
                    <a:lnTo>
                      <a:pt x="1" y="41504"/>
                    </a:lnTo>
                    <a:cubicBezTo>
                      <a:pt x="1" y="41504"/>
                      <a:pt x="1" y="41609"/>
                      <a:pt x="106" y="41609"/>
                    </a:cubicBezTo>
                    <a:cubicBezTo>
                      <a:pt x="106" y="41609"/>
                      <a:pt x="212" y="41609"/>
                      <a:pt x="212" y="41504"/>
                    </a:cubicBezTo>
                    <a:lnTo>
                      <a:pt x="212" y="80"/>
                    </a:lnTo>
                    <a:cubicBezTo>
                      <a:pt x="212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29" name="Google Shape;2129;p14"/>
            <p:cNvSpPr/>
            <p:nvPr/>
          </p:nvSpPr>
          <p:spPr>
            <a:xfrm>
              <a:off x="8686802" y="361460"/>
              <a:ext cx="97607" cy="94146"/>
            </a:xfrm>
            <a:custGeom>
              <a:avLst/>
              <a:gdLst/>
              <a:ahLst/>
              <a:cxnLst/>
              <a:rect l="l" t="t" r="r" b="b"/>
              <a:pathLst>
                <a:path w="987" h="952" extrusionOk="0">
                  <a:moveTo>
                    <a:pt x="458" y="1"/>
                  </a:moveTo>
                  <a:cubicBezTo>
                    <a:pt x="170" y="1"/>
                    <a:pt x="209" y="196"/>
                    <a:pt x="337" y="361"/>
                  </a:cubicBezTo>
                  <a:lnTo>
                    <a:pt x="337" y="361"/>
                  </a:lnTo>
                  <a:cubicBezTo>
                    <a:pt x="441" y="249"/>
                    <a:pt x="570" y="155"/>
                    <a:pt x="687" y="120"/>
                  </a:cubicBezTo>
                  <a:lnTo>
                    <a:pt x="687" y="120"/>
                  </a:lnTo>
                  <a:cubicBezTo>
                    <a:pt x="634" y="48"/>
                    <a:pt x="558" y="1"/>
                    <a:pt x="458" y="1"/>
                  </a:cubicBezTo>
                  <a:close/>
                  <a:moveTo>
                    <a:pt x="780" y="104"/>
                  </a:moveTo>
                  <a:cubicBezTo>
                    <a:pt x="750" y="104"/>
                    <a:pt x="719" y="110"/>
                    <a:pt x="687" y="120"/>
                  </a:cubicBezTo>
                  <a:lnTo>
                    <a:pt x="687" y="120"/>
                  </a:lnTo>
                  <a:cubicBezTo>
                    <a:pt x="745" y="200"/>
                    <a:pt x="775" y="312"/>
                    <a:pt x="775" y="423"/>
                  </a:cubicBezTo>
                  <a:cubicBezTo>
                    <a:pt x="775" y="538"/>
                    <a:pt x="730" y="583"/>
                    <a:pt x="666" y="583"/>
                  </a:cubicBezTo>
                  <a:cubicBezTo>
                    <a:pt x="569" y="583"/>
                    <a:pt x="429" y="480"/>
                    <a:pt x="337" y="361"/>
                  </a:cubicBezTo>
                  <a:lnTo>
                    <a:pt x="337" y="361"/>
                  </a:lnTo>
                  <a:cubicBezTo>
                    <a:pt x="105" y="610"/>
                    <a:pt x="1" y="952"/>
                    <a:pt x="458" y="952"/>
                  </a:cubicBezTo>
                  <a:cubicBezTo>
                    <a:pt x="775" y="952"/>
                    <a:pt x="986" y="740"/>
                    <a:pt x="986" y="423"/>
                  </a:cubicBezTo>
                  <a:cubicBezTo>
                    <a:pt x="986" y="192"/>
                    <a:pt x="899" y="104"/>
                    <a:pt x="780" y="104"/>
                  </a:cubicBezTo>
                  <a:close/>
                </a:path>
              </a:pathLst>
            </a:custGeom>
            <a:gradFill>
              <a:gsLst>
                <a:gs pos="0">
                  <a:srgbClr val="786446"/>
                </a:gs>
                <a:gs pos="24000">
                  <a:srgbClr val="A68C63"/>
                </a:gs>
                <a:gs pos="45000">
                  <a:srgbClr val="A6946E"/>
                </a:gs>
                <a:gs pos="76000">
                  <a:srgbClr val="A68C63"/>
                </a:gs>
                <a:gs pos="100000">
                  <a:srgbClr val="78644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0" name="Google Shape;2130;p14"/>
          <p:cNvGrpSpPr/>
          <p:nvPr/>
        </p:nvGrpSpPr>
        <p:grpSpPr>
          <a:xfrm rot="-611176">
            <a:off x="7713589" y="176394"/>
            <a:ext cx="1277196" cy="406806"/>
            <a:chOff x="4440625" y="1955050"/>
            <a:chExt cx="825550" cy="262950"/>
          </a:xfrm>
        </p:grpSpPr>
        <p:sp>
          <p:nvSpPr>
            <p:cNvPr id="2131" name="Google Shape;2131;p14"/>
            <p:cNvSpPr/>
            <p:nvPr/>
          </p:nvSpPr>
          <p:spPr>
            <a:xfrm>
              <a:off x="4440625" y="1955050"/>
              <a:ext cx="825550" cy="262950"/>
            </a:xfrm>
            <a:custGeom>
              <a:avLst/>
              <a:gdLst/>
              <a:ahLst/>
              <a:cxnLst/>
              <a:rect l="l" t="t" r="r" b="b"/>
              <a:pathLst>
                <a:path w="33022" h="10518" extrusionOk="0">
                  <a:moveTo>
                    <a:pt x="21149" y="0"/>
                  </a:moveTo>
                  <a:cubicBezTo>
                    <a:pt x="21003" y="0"/>
                    <a:pt x="20856" y="17"/>
                    <a:pt x="20711" y="52"/>
                  </a:cubicBezTo>
                  <a:lnTo>
                    <a:pt x="20560" y="90"/>
                  </a:lnTo>
                  <a:lnTo>
                    <a:pt x="20484" y="103"/>
                  </a:lnTo>
                  <a:cubicBezTo>
                    <a:pt x="20371" y="140"/>
                    <a:pt x="20208" y="191"/>
                    <a:pt x="20019" y="254"/>
                  </a:cubicBezTo>
                  <a:lnTo>
                    <a:pt x="19956" y="279"/>
                  </a:lnTo>
                  <a:cubicBezTo>
                    <a:pt x="19780" y="342"/>
                    <a:pt x="19579" y="430"/>
                    <a:pt x="19365" y="530"/>
                  </a:cubicBezTo>
                  <a:lnTo>
                    <a:pt x="19290" y="568"/>
                  </a:lnTo>
                  <a:cubicBezTo>
                    <a:pt x="19152" y="643"/>
                    <a:pt x="19026" y="706"/>
                    <a:pt x="18887" y="794"/>
                  </a:cubicBezTo>
                  <a:lnTo>
                    <a:pt x="18774" y="794"/>
                  </a:lnTo>
                  <a:cubicBezTo>
                    <a:pt x="18334" y="832"/>
                    <a:pt x="17894" y="882"/>
                    <a:pt x="17454" y="970"/>
                  </a:cubicBezTo>
                  <a:cubicBezTo>
                    <a:pt x="17341" y="945"/>
                    <a:pt x="17240" y="945"/>
                    <a:pt x="17140" y="945"/>
                  </a:cubicBezTo>
                  <a:lnTo>
                    <a:pt x="16762" y="945"/>
                  </a:lnTo>
                  <a:cubicBezTo>
                    <a:pt x="16486" y="970"/>
                    <a:pt x="16209" y="1021"/>
                    <a:pt x="15932" y="1084"/>
                  </a:cubicBezTo>
                  <a:lnTo>
                    <a:pt x="15882" y="1096"/>
                  </a:lnTo>
                  <a:cubicBezTo>
                    <a:pt x="15543" y="1184"/>
                    <a:pt x="15228" y="1285"/>
                    <a:pt x="14901" y="1423"/>
                  </a:cubicBezTo>
                  <a:lnTo>
                    <a:pt x="14864" y="1436"/>
                  </a:lnTo>
                  <a:cubicBezTo>
                    <a:pt x="14612" y="1549"/>
                    <a:pt x="14373" y="1662"/>
                    <a:pt x="14159" y="1775"/>
                  </a:cubicBezTo>
                  <a:cubicBezTo>
                    <a:pt x="14065" y="1764"/>
                    <a:pt x="13971" y="1758"/>
                    <a:pt x="13877" y="1758"/>
                  </a:cubicBezTo>
                  <a:cubicBezTo>
                    <a:pt x="13657" y="1758"/>
                    <a:pt x="13440" y="1789"/>
                    <a:pt x="13229" y="1851"/>
                  </a:cubicBezTo>
                  <a:cubicBezTo>
                    <a:pt x="12927" y="1939"/>
                    <a:pt x="12600" y="1989"/>
                    <a:pt x="12286" y="2002"/>
                  </a:cubicBezTo>
                  <a:lnTo>
                    <a:pt x="12248" y="2002"/>
                  </a:lnTo>
                  <a:cubicBezTo>
                    <a:pt x="11883" y="1939"/>
                    <a:pt x="11506" y="1914"/>
                    <a:pt x="11141" y="1914"/>
                  </a:cubicBezTo>
                  <a:cubicBezTo>
                    <a:pt x="10613" y="1914"/>
                    <a:pt x="10085" y="1989"/>
                    <a:pt x="9582" y="2115"/>
                  </a:cubicBezTo>
                  <a:cubicBezTo>
                    <a:pt x="9392" y="2051"/>
                    <a:pt x="9196" y="2021"/>
                    <a:pt x="9000" y="2021"/>
                  </a:cubicBezTo>
                  <a:cubicBezTo>
                    <a:pt x="8652" y="2021"/>
                    <a:pt x="8308" y="2118"/>
                    <a:pt x="8010" y="2303"/>
                  </a:cubicBezTo>
                  <a:lnTo>
                    <a:pt x="7897" y="2366"/>
                  </a:lnTo>
                  <a:lnTo>
                    <a:pt x="7809" y="2429"/>
                  </a:lnTo>
                  <a:cubicBezTo>
                    <a:pt x="7784" y="2454"/>
                    <a:pt x="7708" y="2492"/>
                    <a:pt x="7620" y="2542"/>
                  </a:cubicBezTo>
                  <a:cubicBezTo>
                    <a:pt x="7583" y="2567"/>
                    <a:pt x="7545" y="2593"/>
                    <a:pt x="7507" y="2605"/>
                  </a:cubicBezTo>
                  <a:cubicBezTo>
                    <a:pt x="7482" y="2630"/>
                    <a:pt x="7394" y="2681"/>
                    <a:pt x="7231" y="2781"/>
                  </a:cubicBezTo>
                  <a:lnTo>
                    <a:pt x="7180" y="2806"/>
                  </a:lnTo>
                  <a:cubicBezTo>
                    <a:pt x="7055" y="2882"/>
                    <a:pt x="6941" y="2945"/>
                    <a:pt x="6841" y="2995"/>
                  </a:cubicBezTo>
                  <a:lnTo>
                    <a:pt x="6753" y="3045"/>
                  </a:lnTo>
                  <a:cubicBezTo>
                    <a:pt x="6627" y="3096"/>
                    <a:pt x="6514" y="3158"/>
                    <a:pt x="6426" y="3196"/>
                  </a:cubicBezTo>
                  <a:cubicBezTo>
                    <a:pt x="6199" y="3158"/>
                    <a:pt x="5973" y="3108"/>
                    <a:pt x="5759" y="3070"/>
                  </a:cubicBezTo>
                  <a:cubicBezTo>
                    <a:pt x="4716" y="2857"/>
                    <a:pt x="3684" y="2618"/>
                    <a:pt x="2892" y="2442"/>
                  </a:cubicBezTo>
                  <a:cubicBezTo>
                    <a:pt x="2741" y="2404"/>
                    <a:pt x="2578" y="2391"/>
                    <a:pt x="2427" y="2391"/>
                  </a:cubicBezTo>
                  <a:cubicBezTo>
                    <a:pt x="1962" y="2391"/>
                    <a:pt x="1509" y="2542"/>
                    <a:pt x="1144" y="2831"/>
                  </a:cubicBezTo>
                  <a:cubicBezTo>
                    <a:pt x="0" y="3737"/>
                    <a:pt x="226" y="5535"/>
                    <a:pt x="1559" y="6126"/>
                  </a:cubicBezTo>
                  <a:cubicBezTo>
                    <a:pt x="2565" y="6579"/>
                    <a:pt x="3622" y="6906"/>
                    <a:pt x="4703" y="7145"/>
                  </a:cubicBezTo>
                  <a:cubicBezTo>
                    <a:pt x="5244" y="7258"/>
                    <a:pt x="5797" y="7371"/>
                    <a:pt x="6388" y="7472"/>
                  </a:cubicBezTo>
                  <a:cubicBezTo>
                    <a:pt x="6476" y="7522"/>
                    <a:pt x="6552" y="7572"/>
                    <a:pt x="6640" y="7622"/>
                  </a:cubicBezTo>
                  <a:lnTo>
                    <a:pt x="6690" y="7660"/>
                  </a:lnTo>
                  <a:cubicBezTo>
                    <a:pt x="6765" y="7710"/>
                    <a:pt x="6841" y="7761"/>
                    <a:pt x="6904" y="7824"/>
                  </a:cubicBezTo>
                  <a:cubicBezTo>
                    <a:pt x="6941" y="7849"/>
                    <a:pt x="6992" y="7887"/>
                    <a:pt x="7029" y="7912"/>
                  </a:cubicBezTo>
                  <a:lnTo>
                    <a:pt x="7105" y="7975"/>
                  </a:lnTo>
                  <a:cubicBezTo>
                    <a:pt x="7130" y="8000"/>
                    <a:pt x="7155" y="8025"/>
                    <a:pt x="7180" y="8050"/>
                  </a:cubicBezTo>
                  <a:lnTo>
                    <a:pt x="7293" y="8151"/>
                  </a:lnTo>
                  <a:cubicBezTo>
                    <a:pt x="7595" y="8415"/>
                    <a:pt x="7960" y="8578"/>
                    <a:pt x="8350" y="8628"/>
                  </a:cubicBezTo>
                  <a:lnTo>
                    <a:pt x="8476" y="8716"/>
                  </a:lnTo>
                  <a:lnTo>
                    <a:pt x="8538" y="8754"/>
                  </a:lnTo>
                  <a:cubicBezTo>
                    <a:pt x="8702" y="8867"/>
                    <a:pt x="8853" y="8955"/>
                    <a:pt x="8978" y="9043"/>
                  </a:cubicBezTo>
                  <a:lnTo>
                    <a:pt x="9041" y="9094"/>
                  </a:lnTo>
                  <a:lnTo>
                    <a:pt x="9393" y="9307"/>
                  </a:lnTo>
                  <a:lnTo>
                    <a:pt x="9456" y="9333"/>
                  </a:lnTo>
                  <a:lnTo>
                    <a:pt x="9595" y="9421"/>
                  </a:lnTo>
                  <a:cubicBezTo>
                    <a:pt x="9834" y="9559"/>
                    <a:pt x="10098" y="9634"/>
                    <a:pt x="10374" y="9660"/>
                  </a:cubicBezTo>
                  <a:cubicBezTo>
                    <a:pt x="10664" y="9798"/>
                    <a:pt x="10940" y="9911"/>
                    <a:pt x="11204" y="9999"/>
                  </a:cubicBezTo>
                  <a:lnTo>
                    <a:pt x="11255" y="10024"/>
                  </a:lnTo>
                  <a:cubicBezTo>
                    <a:pt x="11544" y="10112"/>
                    <a:pt x="11833" y="10188"/>
                    <a:pt x="12135" y="10251"/>
                  </a:cubicBezTo>
                  <a:cubicBezTo>
                    <a:pt x="12223" y="10276"/>
                    <a:pt x="12311" y="10288"/>
                    <a:pt x="12374" y="10288"/>
                  </a:cubicBezTo>
                  <a:lnTo>
                    <a:pt x="12474" y="10313"/>
                  </a:lnTo>
                  <a:cubicBezTo>
                    <a:pt x="12555" y="10323"/>
                    <a:pt x="12636" y="10328"/>
                    <a:pt x="12717" y="10328"/>
                  </a:cubicBezTo>
                  <a:cubicBezTo>
                    <a:pt x="12953" y="10328"/>
                    <a:pt x="13189" y="10288"/>
                    <a:pt x="13405" y="10213"/>
                  </a:cubicBezTo>
                  <a:cubicBezTo>
                    <a:pt x="14637" y="10401"/>
                    <a:pt x="15882" y="10502"/>
                    <a:pt x="17140" y="10515"/>
                  </a:cubicBezTo>
                  <a:cubicBezTo>
                    <a:pt x="17232" y="10517"/>
                    <a:pt x="17325" y="10518"/>
                    <a:pt x="17418" y="10518"/>
                  </a:cubicBezTo>
                  <a:cubicBezTo>
                    <a:pt x="17885" y="10518"/>
                    <a:pt x="18363" y="10492"/>
                    <a:pt x="18825" y="10439"/>
                  </a:cubicBezTo>
                  <a:cubicBezTo>
                    <a:pt x="19013" y="10414"/>
                    <a:pt x="19189" y="10364"/>
                    <a:pt x="19353" y="10301"/>
                  </a:cubicBezTo>
                  <a:lnTo>
                    <a:pt x="19655" y="10351"/>
                  </a:lnTo>
                  <a:lnTo>
                    <a:pt x="19705" y="10351"/>
                  </a:lnTo>
                  <a:cubicBezTo>
                    <a:pt x="20019" y="10389"/>
                    <a:pt x="20296" y="10414"/>
                    <a:pt x="20547" y="10439"/>
                  </a:cubicBezTo>
                  <a:lnTo>
                    <a:pt x="20585" y="10439"/>
                  </a:lnTo>
                  <a:cubicBezTo>
                    <a:pt x="20837" y="10452"/>
                    <a:pt x="21038" y="10464"/>
                    <a:pt x="21189" y="10464"/>
                  </a:cubicBezTo>
                  <a:lnTo>
                    <a:pt x="21465" y="10464"/>
                  </a:lnTo>
                  <a:cubicBezTo>
                    <a:pt x="21993" y="10464"/>
                    <a:pt x="22496" y="10238"/>
                    <a:pt x="22849" y="9861"/>
                  </a:cubicBezTo>
                  <a:cubicBezTo>
                    <a:pt x="23100" y="9773"/>
                    <a:pt x="23352" y="9697"/>
                    <a:pt x="23603" y="9609"/>
                  </a:cubicBezTo>
                  <a:cubicBezTo>
                    <a:pt x="23892" y="9509"/>
                    <a:pt x="24383" y="9345"/>
                    <a:pt x="24559" y="9307"/>
                  </a:cubicBezTo>
                  <a:cubicBezTo>
                    <a:pt x="25313" y="9257"/>
                    <a:pt x="26357" y="9245"/>
                    <a:pt x="26395" y="9245"/>
                  </a:cubicBezTo>
                  <a:cubicBezTo>
                    <a:pt x="26747" y="9245"/>
                    <a:pt x="27099" y="9157"/>
                    <a:pt x="27426" y="9006"/>
                  </a:cubicBezTo>
                  <a:cubicBezTo>
                    <a:pt x="27523" y="9022"/>
                    <a:pt x="27620" y="9029"/>
                    <a:pt x="27716" y="9029"/>
                  </a:cubicBezTo>
                  <a:cubicBezTo>
                    <a:pt x="28309" y="9029"/>
                    <a:pt x="28880" y="8738"/>
                    <a:pt x="29237" y="8251"/>
                  </a:cubicBezTo>
                  <a:cubicBezTo>
                    <a:pt x="29287" y="8226"/>
                    <a:pt x="29337" y="8226"/>
                    <a:pt x="29400" y="8226"/>
                  </a:cubicBezTo>
                  <a:cubicBezTo>
                    <a:pt x="32267" y="7987"/>
                    <a:pt x="32946" y="6554"/>
                    <a:pt x="33009" y="5397"/>
                  </a:cubicBezTo>
                  <a:cubicBezTo>
                    <a:pt x="33022" y="5309"/>
                    <a:pt x="33022" y="5221"/>
                    <a:pt x="33009" y="5133"/>
                  </a:cubicBezTo>
                  <a:cubicBezTo>
                    <a:pt x="32934" y="3687"/>
                    <a:pt x="31726" y="3058"/>
                    <a:pt x="31072" y="2718"/>
                  </a:cubicBezTo>
                  <a:cubicBezTo>
                    <a:pt x="30821" y="2593"/>
                    <a:pt x="30582" y="2454"/>
                    <a:pt x="30356" y="2291"/>
                  </a:cubicBezTo>
                  <a:cubicBezTo>
                    <a:pt x="29928" y="1964"/>
                    <a:pt x="29438" y="1737"/>
                    <a:pt x="28922" y="1624"/>
                  </a:cubicBezTo>
                  <a:cubicBezTo>
                    <a:pt x="28847" y="1536"/>
                    <a:pt x="28759" y="1461"/>
                    <a:pt x="28671" y="1398"/>
                  </a:cubicBezTo>
                  <a:cubicBezTo>
                    <a:pt x="28432" y="1209"/>
                    <a:pt x="27514" y="606"/>
                    <a:pt x="25942" y="354"/>
                  </a:cubicBezTo>
                  <a:cubicBezTo>
                    <a:pt x="25791" y="329"/>
                    <a:pt x="25602" y="304"/>
                    <a:pt x="25389" y="279"/>
                  </a:cubicBezTo>
                  <a:cubicBezTo>
                    <a:pt x="25099" y="115"/>
                    <a:pt x="24772" y="27"/>
                    <a:pt x="24446" y="27"/>
                  </a:cubicBezTo>
                  <a:lnTo>
                    <a:pt x="24207" y="27"/>
                  </a:lnTo>
                  <a:lnTo>
                    <a:pt x="24093" y="40"/>
                  </a:lnTo>
                  <a:cubicBezTo>
                    <a:pt x="23993" y="52"/>
                    <a:pt x="23842" y="78"/>
                    <a:pt x="23666" y="115"/>
                  </a:cubicBezTo>
                  <a:lnTo>
                    <a:pt x="23603" y="128"/>
                  </a:lnTo>
                  <a:cubicBezTo>
                    <a:pt x="23515" y="103"/>
                    <a:pt x="23427" y="90"/>
                    <a:pt x="23352" y="90"/>
                  </a:cubicBezTo>
                  <a:cubicBezTo>
                    <a:pt x="23289" y="78"/>
                    <a:pt x="23100" y="65"/>
                    <a:pt x="22811" y="65"/>
                  </a:cubicBezTo>
                  <a:cubicBezTo>
                    <a:pt x="22559" y="65"/>
                    <a:pt x="22220" y="78"/>
                    <a:pt x="21792" y="115"/>
                  </a:cubicBezTo>
                  <a:cubicBezTo>
                    <a:pt x="21588" y="40"/>
                    <a:pt x="21370" y="0"/>
                    <a:pt x="211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3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4"/>
            <p:cNvSpPr/>
            <p:nvPr/>
          </p:nvSpPr>
          <p:spPr>
            <a:xfrm>
              <a:off x="4497525" y="2001925"/>
              <a:ext cx="721175" cy="168925"/>
            </a:xfrm>
            <a:custGeom>
              <a:avLst/>
              <a:gdLst/>
              <a:ahLst/>
              <a:cxnLst/>
              <a:rect l="l" t="t" r="r" b="b"/>
              <a:pathLst>
                <a:path w="28847" h="6757" extrusionOk="0">
                  <a:moveTo>
                    <a:pt x="18875" y="1"/>
                  </a:moveTo>
                  <a:lnTo>
                    <a:pt x="18724" y="39"/>
                  </a:lnTo>
                  <a:cubicBezTo>
                    <a:pt x="18636" y="64"/>
                    <a:pt x="18510" y="101"/>
                    <a:pt x="18359" y="152"/>
                  </a:cubicBezTo>
                  <a:cubicBezTo>
                    <a:pt x="18208" y="202"/>
                    <a:pt x="18058" y="277"/>
                    <a:pt x="17894" y="353"/>
                  </a:cubicBezTo>
                  <a:cubicBezTo>
                    <a:pt x="17718" y="428"/>
                    <a:pt x="17567" y="541"/>
                    <a:pt x="17404" y="642"/>
                  </a:cubicBezTo>
                  <a:cubicBezTo>
                    <a:pt x="17253" y="730"/>
                    <a:pt x="17127" y="856"/>
                    <a:pt x="17001" y="956"/>
                  </a:cubicBezTo>
                  <a:lnTo>
                    <a:pt x="16976" y="994"/>
                  </a:lnTo>
                  <a:cubicBezTo>
                    <a:pt x="16976" y="944"/>
                    <a:pt x="16938" y="894"/>
                    <a:pt x="16901" y="868"/>
                  </a:cubicBezTo>
                  <a:cubicBezTo>
                    <a:pt x="16828" y="827"/>
                    <a:pt x="16746" y="802"/>
                    <a:pt x="16663" y="802"/>
                  </a:cubicBezTo>
                  <a:cubicBezTo>
                    <a:pt x="16646" y="802"/>
                    <a:pt x="16629" y="803"/>
                    <a:pt x="16611" y="806"/>
                  </a:cubicBezTo>
                  <a:cubicBezTo>
                    <a:pt x="15668" y="868"/>
                    <a:pt x="14750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3" y="1623"/>
                    <a:pt x="13342" y="1522"/>
                    <a:pt x="13518" y="1434"/>
                  </a:cubicBezTo>
                  <a:cubicBezTo>
                    <a:pt x="13719" y="1321"/>
                    <a:pt x="13933" y="1233"/>
                    <a:pt x="14159" y="1145"/>
                  </a:cubicBezTo>
                  <a:cubicBezTo>
                    <a:pt x="14323" y="1082"/>
                    <a:pt x="14486" y="1032"/>
                    <a:pt x="14662" y="994"/>
                  </a:cubicBezTo>
                  <a:cubicBezTo>
                    <a:pt x="14725" y="982"/>
                    <a:pt x="14776" y="969"/>
                    <a:pt x="14813" y="956"/>
                  </a:cubicBezTo>
                  <a:lnTo>
                    <a:pt x="14876" y="944"/>
                  </a:lnTo>
                  <a:lnTo>
                    <a:pt x="14662" y="944"/>
                  </a:lnTo>
                  <a:cubicBezTo>
                    <a:pt x="14461" y="956"/>
                    <a:pt x="14273" y="994"/>
                    <a:pt x="14084" y="1032"/>
                  </a:cubicBezTo>
                  <a:cubicBezTo>
                    <a:pt x="13845" y="1095"/>
                    <a:pt x="13593" y="1183"/>
                    <a:pt x="13355" y="1283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74" y="1761"/>
                    <a:pt x="12160" y="1900"/>
                    <a:pt x="11934" y="2013"/>
                  </a:cubicBezTo>
                  <a:cubicBezTo>
                    <a:pt x="11946" y="2000"/>
                    <a:pt x="11946" y="1975"/>
                    <a:pt x="11946" y="1950"/>
                  </a:cubicBezTo>
                  <a:cubicBezTo>
                    <a:pt x="11946" y="1912"/>
                    <a:pt x="11921" y="1874"/>
                    <a:pt x="11883" y="1849"/>
                  </a:cubicBezTo>
                  <a:cubicBezTo>
                    <a:pt x="11809" y="1791"/>
                    <a:pt x="11713" y="1761"/>
                    <a:pt x="11617" y="1761"/>
                  </a:cubicBezTo>
                  <a:cubicBezTo>
                    <a:pt x="11566" y="1761"/>
                    <a:pt x="11516" y="1769"/>
                    <a:pt x="11468" y="1786"/>
                  </a:cubicBezTo>
                  <a:cubicBezTo>
                    <a:pt x="11219" y="1849"/>
                    <a:pt x="10558" y="1997"/>
                    <a:pt x="10030" y="1997"/>
                  </a:cubicBezTo>
                  <a:cubicBezTo>
                    <a:pt x="9919" y="1997"/>
                    <a:pt x="9814" y="1990"/>
                    <a:pt x="9720" y="1975"/>
                  </a:cubicBezTo>
                  <a:cubicBezTo>
                    <a:pt x="9411" y="1928"/>
                    <a:pt x="9147" y="1900"/>
                    <a:pt x="8882" y="1900"/>
                  </a:cubicBezTo>
                  <a:cubicBezTo>
                    <a:pt x="8374" y="1900"/>
                    <a:pt x="7865" y="2004"/>
                    <a:pt x="7029" y="2277"/>
                  </a:cubicBezTo>
                  <a:cubicBezTo>
                    <a:pt x="6791" y="2352"/>
                    <a:pt x="6501" y="2453"/>
                    <a:pt x="6200" y="2579"/>
                  </a:cubicBezTo>
                  <a:cubicBezTo>
                    <a:pt x="6300" y="2491"/>
                    <a:pt x="6388" y="2415"/>
                    <a:pt x="6464" y="2340"/>
                  </a:cubicBezTo>
                  <a:cubicBezTo>
                    <a:pt x="6552" y="2252"/>
                    <a:pt x="6614" y="2164"/>
                    <a:pt x="6665" y="2113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8" y="2201"/>
                    <a:pt x="6313" y="2277"/>
                  </a:cubicBezTo>
                  <a:cubicBezTo>
                    <a:pt x="6187" y="2352"/>
                    <a:pt x="6049" y="2440"/>
                    <a:pt x="5885" y="2528"/>
                  </a:cubicBezTo>
                  <a:cubicBezTo>
                    <a:pt x="5722" y="2616"/>
                    <a:pt x="5558" y="2717"/>
                    <a:pt x="5382" y="2805"/>
                  </a:cubicBezTo>
                  <a:cubicBezTo>
                    <a:pt x="5206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6" y="3270"/>
                  </a:cubicBezTo>
                  <a:cubicBezTo>
                    <a:pt x="3961" y="3195"/>
                    <a:pt x="3534" y="3119"/>
                    <a:pt x="3119" y="3031"/>
                  </a:cubicBezTo>
                  <a:cubicBezTo>
                    <a:pt x="2138" y="2843"/>
                    <a:pt x="1170" y="2629"/>
                    <a:pt x="201" y="2403"/>
                  </a:cubicBezTo>
                  <a:cubicBezTo>
                    <a:pt x="188" y="2399"/>
                    <a:pt x="174" y="2398"/>
                    <a:pt x="161" y="2398"/>
                  </a:cubicBezTo>
                  <a:cubicBezTo>
                    <a:pt x="124" y="2398"/>
                    <a:pt x="87" y="2409"/>
                    <a:pt x="50" y="2428"/>
                  </a:cubicBezTo>
                  <a:cubicBezTo>
                    <a:pt x="0" y="2465"/>
                    <a:pt x="13" y="2516"/>
                    <a:pt x="63" y="2541"/>
                  </a:cubicBezTo>
                  <a:cubicBezTo>
                    <a:pt x="968" y="2931"/>
                    <a:pt x="1899" y="3232"/>
                    <a:pt x="2855" y="3434"/>
                  </a:cubicBezTo>
                  <a:cubicBezTo>
                    <a:pt x="3458" y="3572"/>
                    <a:pt x="4074" y="3685"/>
                    <a:pt x="4703" y="3786"/>
                  </a:cubicBezTo>
                  <a:lnTo>
                    <a:pt x="4816" y="3849"/>
                  </a:lnTo>
                  <a:cubicBezTo>
                    <a:pt x="5030" y="3937"/>
                    <a:pt x="5231" y="4050"/>
                    <a:pt x="5420" y="4188"/>
                  </a:cubicBezTo>
                  <a:cubicBezTo>
                    <a:pt x="5583" y="4289"/>
                    <a:pt x="5734" y="4389"/>
                    <a:pt x="5873" y="4515"/>
                  </a:cubicBezTo>
                  <a:cubicBezTo>
                    <a:pt x="5948" y="4565"/>
                    <a:pt x="5998" y="4616"/>
                    <a:pt x="6049" y="4666"/>
                  </a:cubicBezTo>
                  <a:cubicBezTo>
                    <a:pt x="6099" y="4691"/>
                    <a:pt x="6137" y="4741"/>
                    <a:pt x="6174" y="4779"/>
                  </a:cubicBezTo>
                  <a:lnTo>
                    <a:pt x="6288" y="4880"/>
                  </a:lnTo>
                  <a:lnTo>
                    <a:pt x="6237" y="4754"/>
                  </a:lnTo>
                  <a:cubicBezTo>
                    <a:pt x="6212" y="4716"/>
                    <a:pt x="6187" y="4666"/>
                    <a:pt x="6162" y="4628"/>
                  </a:cubicBezTo>
                  <a:cubicBezTo>
                    <a:pt x="6124" y="4565"/>
                    <a:pt x="6086" y="4503"/>
                    <a:pt x="6049" y="4452"/>
                  </a:cubicBezTo>
                  <a:cubicBezTo>
                    <a:pt x="5998" y="4389"/>
                    <a:pt x="5948" y="4326"/>
                    <a:pt x="5873" y="4264"/>
                  </a:cubicBezTo>
                  <a:lnTo>
                    <a:pt x="5873" y="4264"/>
                  </a:lnTo>
                  <a:cubicBezTo>
                    <a:pt x="5998" y="4352"/>
                    <a:pt x="6137" y="4452"/>
                    <a:pt x="6275" y="4565"/>
                  </a:cubicBezTo>
                  <a:cubicBezTo>
                    <a:pt x="6413" y="4679"/>
                    <a:pt x="6614" y="4817"/>
                    <a:pt x="6778" y="4943"/>
                  </a:cubicBezTo>
                  <a:cubicBezTo>
                    <a:pt x="6954" y="5068"/>
                    <a:pt x="7143" y="5182"/>
                    <a:pt x="7306" y="5295"/>
                  </a:cubicBezTo>
                  <a:cubicBezTo>
                    <a:pt x="7470" y="5421"/>
                    <a:pt x="7633" y="5521"/>
                    <a:pt x="7771" y="5609"/>
                  </a:cubicBezTo>
                  <a:lnTo>
                    <a:pt x="8123" y="5823"/>
                  </a:lnTo>
                  <a:lnTo>
                    <a:pt x="8262" y="5911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7" y="5546"/>
                  </a:lnTo>
                  <a:cubicBezTo>
                    <a:pt x="8224" y="5710"/>
                    <a:pt x="8501" y="5873"/>
                    <a:pt x="8777" y="6024"/>
                  </a:cubicBezTo>
                  <a:cubicBezTo>
                    <a:pt x="9041" y="6150"/>
                    <a:pt x="9305" y="6263"/>
                    <a:pt x="9582" y="6364"/>
                  </a:cubicBezTo>
                  <a:cubicBezTo>
                    <a:pt x="9796" y="6439"/>
                    <a:pt x="10010" y="6489"/>
                    <a:pt x="10223" y="6540"/>
                  </a:cubicBezTo>
                  <a:cubicBezTo>
                    <a:pt x="10311" y="6552"/>
                    <a:pt x="10374" y="6552"/>
                    <a:pt x="10425" y="6565"/>
                  </a:cubicBezTo>
                  <a:lnTo>
                    <a:pt x="10488" y="6577"/>
                  </a:lnTo>
                  <a:lnTo>
                    <a:pt x="10425" y="6552"/>
                  </a:lnTo>
                  <a:cubicBezTo>
                    <a:pt x="10387" y="6540"/>
                    <a:pt x="10324" y="6527"/>
                    <a:pt x="10261" y="6489"/>
                  </a:cubicBezTo>
                  <a:cubicBezTo>
                    <a:pt x="10060" y="6426"/>
                    <a:pt x="9884" y="6351"/>
                    <a:pt x="9695" y="6263"/>
                  </a:cubicBezTo>
                  <a:cubicBezTo>
                    <a:pt x="9456" y="6150"/>
                    <a:pt x="9230" y="6024"/>
                    <a:pt x="9004" y="5886"/>
                  </a:cubicBezTo>
                  <a:lnTo>
                    <a:pt x="9004" y="5886"/>
                  </a:lnTo>
                  <a:cubicBezTo>
                    <a:pt x="9632" y="6125"/>
                    <a:pt x="10274" y="6288"/>
                    <a:pt x="10940" y="6401"/>
                  </a:cubicBezTo>
                  <a:cubicBezTo>
                    <a:pt x="12600" y="6684"/>
                    <a:pt x="13917" y="6757"/>
                    <a:pt x="14831" y="6757"/>
                  </a:cubicBezTo>
                  <a:cubicBezTo>
                    <a:pt x="15744" y="6757"/>
                    <a:pt x="16253" y="6684"/>
                    <a:pt x="16297" y="6678"/>
                  </a:cubicBezTo>
                  <a:cubicBezTo>
                    <a:pt x="16410" y="6678"/>
                    <a:pt x="16523" y="6615"/>
                    <a:pt x="16574" y="6502"/>
                  </a:cubicBezTo>
                  <a:cubicBezTo>
                    <a:pt x="16574" y="6489"/>
                    <a:pt x="16574" y="6477"/>
                    <a:pt x="16574" y="6452"/>
                  </a:cubicBezTo>
                  <a:cubicBezTo>
                    <a:pt x="16574" y="6426"/>
                    <a:pt x="16561" y="6414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89" y="6502"/>
                    <a:pt x="17379" y="6552"/>
                    <a:pt x="17655" y="6590"/>
                  </a:cubicBezTo>
                  <a:cubicBezTo>
                    <a:pt x="17932" y="6640"/>
                    <a:pt x="18196" y="6653"/>
                    <a:pt x="18422" y="6678"/>
                  </a:cubicBezTo>
                  <a:cubicBezTo>
                    <a:pt x="18649" y="6691"/>
                    <a:pt x="18850" y="6691"/>
                    <a:pt x="18976" y="6691"/>
                  </a:cubicBezTo>
                  <a:lnTo>
                    <a:pt x="19189" y="6691"/>
                  </a:lnTo>
                  <a:lnTo>
                    <a:pt x="18988" y="6653"/>
                  </a:lnTo>
                  <a:cubicBezTo>
                    <a:pt x="18862" y="6628"/>
                    <a:pt x="18686" y="6603"/>
                    <a:pt x="18473" y="6552"/>
                  </a:cubicBezTo>
                  <a:lnTo>
                    <a:pt x="18422" y="6540"/>
                  </a:lnTo>
                  <a:cubicBezTo>
                    <a:pt x="19139" y="6477"/>
                    <a:pt x="19969" y="6188"/>
                    <a:pt x="20723" y="5936"/>
                  </a:cubicBezTo>
                  <a:cubicBezTo>
                    <a:pt x="21264" y="5760"/>
                    <a:pt x="21817" y="5571"/>
                    <a:pt x="22107" y="5546"/>
                  </a:cubicBezTo>
                  <a:cubicBezTo>
                    <a:pt x="22937" y="5483"/>
                    <a:pt x="24093" y="5471"/>
                    <a:pt x="24106" y="5471"/>
                  </a:cubicBezTo>
                  <a:cubicBezTo>
                    <a:pt x="24117" y="5472"/>
                    <a:pt x="24127" y="5472"/>
                    <a:pt x="24138" y="5472"/>
                  </a:cubicBezTo>
                  <a:cubicBezTo>
                    <a:pt x="24253" y="5472"/>
                    <a:pt x="24365" y="5412"/>
                    <a:pt x="24446" y="5320"/>
                  </a:cubicBezTo>
                  <a:cubicBezTo>
                    <a:pt x="24458" y="5295"/>
                    <a:pt x="24471" y="5270"/>
                    <a:pt x="24471" y="5244"/>
                  </a:cubicBezTo>
                  <a:cubicBezTo>
                    <a:pt x="24458" y="5169"/>
                    <a:pt x="24408" y="5106"/>
                    <a:pt x="24332" y="5081"/>
                  </a:cubicBezTo>
                  <a:cubicBezTo>
                    <a:pt x="23980" y="4918"/>
                    <a:pt x="23616" y="4779"/>
                    <a:pt x="23238" y="4653"/>
                  </a:cubicBezTo>
                  <a:lnTo>
                    <a:pt x="23238" y="4653"/>
                  </a:lnTo>
                  <a:cubicBezTo>
                    <a:pt x="23314" y="4666"/>
                    <a:pt x="23389" y="4691"/>
                    <a:pt x="23465" y="4704"/>
                  </a:cubicBezTo>
                  <a:lnTo>
                    <a:pt x="23540" y="4729"/>
                  </a:lnTo>
                  <a:cubicBezTo>
                    <a:pt x="23691" y="4767"/>
                    <a:pt x="23867" y="4817"/>
                    <a:pt x="24031" y="4880"/>
                  </a:cubicBezTo>
                  <a:cubicBezTo>
                    <a:pt x="24194" y="4930"/>
                    <a:pt x="24370" y="4968"/>
                    <a:pt x="24534" y="5018"/>
                  </a:cubicBezTo>
                  <a:cubicBezTo>
                    <a:pt x="24684" y="5068"/>
                    <a:pt x="24848" y="5106"/>
                    <a:pt x="24974" y="5144"/>
                  </a:cubicBezTo>
                  <a:cubicBezTo>
                    <a:pt x="25099" y="5182"/>
                    <a:pt x="25213" y="5207"/>
                    <a:pt x="25288" y="5232"/>
                  </a:cubicBezTo>
                  <a:lnTo>
                    <a:pt x="25414" y="5257"/>
                  </a:lnTo>
                  <a:lnTo>
                    <a:pt x="25326" y="5194"/>
                  </a:lnTo>
                  <a:cubicBezTo>
                    <a:pt x="25263" y="5156"/>
                    <a:pt x="25187" y="5106"/>
                    <a:pt x="25074" y="5043"/>
                  </a:cubicBezTo>
                  <a:lnTo>
                    <a:pt x="25024" y="5018"/>
                  </a:lnTo>
                  <a:lnTo>
                    <a:pt x="25049" y="5006"/>
                  </a:lnTo>
                  <a:cubicBezTo>
                    <a:pt x="25640" y="4716"/>
                    <a:pt x="26281" y="4528"/>
                    <a:pt x="26948" y="4465"/>
                  </a:cubicBezTo>
                  <a:cubicBezTo>
                    <a:pt x="28256" y="4352"/>
                    <a:pt x="28809" y="4037"/>
                    <a:pt x="28847" y="3396"/>
                  </a:cubicBezTo>
                  <a:cubicBezTo>
                    <a:pt x="28847" y="3383"/>
                    <a:pt x="28847" y="3358"/>
                    <a:pt x="28847" y="3346"/>
                  </a:cubicBezTo>
                  <a:cubicBezTo>
                    <a:pt x="28834" y="2968"/>
                    <a:pt x="28419" y="2742"/>
                    <a:pt x="27929" y="2503"/>
                  </a:cubicBezTo>
                  <a:cubicBezTo>
                    <a:pt x="27577" y="2327"/>
                    <a:pt x="27237" y="2126"/>
                    <a:pt x="26923" y="1887"/>
                  </a:cubicBezTo>
                  <a:cubicBezTo>
                    <a:pt x="26470" y="1535"/>
                    <a:pt x="25640" y="1409"/>
                    <a:pt x="24823" y="1384"/>
                  </a:cubicBezTo>
                  <a:lnTo>
                    <a:pt x="24999" y="1371"/>
                  </a:lnTo>
                  <a:cubicBezTo>
                    <a:pt x="25112" y="1371"/>
                    <a:pt x="25225" y="1321"/>
                    <a:pt x="25301" y="1233"/>
                  </a:cubicBezTo>
                  <a:cubicBezTo>
                    <a:pt x="25326" y="1208"/>
                    <a:pt x="25338" y="1170"/>
                    <a:pt x="25338" y="1133"/>
                  </a:cubicBezTo>
                  <a:cubicBezTo>
                    <a:pt x="25338" y="1082"/>
                    <a:pt x="25301" y="1044"/>
                    <a:pt x="25263" y="1019"/>
                  </a:cubicBezTo>
                  <a:cubicBezTo>
                    <a:pt x="25238" y="994"/>
                    <a:pt x="24596" y="529"/>
                    <a:pt x="23377" y="328"/>
                  </a:cubicBezTo>
                  <a:cubicBezTo>
                    <a:pt x="23013" y="255"/>
                    <a:pt x="22649" y="219"/>
                    <a:pt x="22285" y="219"/>
                  </a:cubicBezTo>
                  <a:cubicBezTo>
                    <a:pt x="22083" y="219"/>
                    <a:pt x="21881" y="230"/>
                    <a:pt x="21679" y="252"/>
                  </a:cubicBezTo>
                  <a:cubicBezTo>
                    <a:pt x="21729" y="227"/>
                    <a:pt x="21780" y="202"/>
                    <a:pt x="21817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26"/>
                  </a:lnTo>
                  <a:lnTo>
                    <a:pt x="22044" y="26"/>
                  </a:lnTo>
                  <a:cubicBezTo>
                    <a:pt x="21968" y="39"/>
                    <a:pt x="21868" y="51"/>
                    <a:pt x="21729" y="76"/>
                  </a:cubicBezTo>
                  <a:cubicBezTo>
                    <a:pt x="21604" y="101"/>
                    <a:pt x="21465" y="152"/>
                    <a:pt x="21314" y="202"/>
                  </a:cubicBezTo>
                  <a:lnTo>
                    <a:pt x="21189" y="252"/>
                  </a:lnTo>
                  <a:cubicBezTo>
                    <a:pt x="21138" y="152"/>
                    <a:pt x="21025" y="89"/>
                    <a:pt x="20912" y="89"/>
                  </a:cubicBezTo>
                  <a:cubicBezTo>
                    <a:pt x="20899" y="89"/>
                    <a:pt x="20786" y="81"/>
                    <a:pt x="20581" y="81"/>
                  </a:cubicBezTo>
                  <a:cubicBezTo>
                    <a:pt x="20192" y="81"/>
                    <a:pt x="19474" y="108"/>
                    <a:pt x="18485" y="265"/>
                  </a:cubicBezTo>
                  <a:lnTo>
                    <a:pt x="18447" y="265"/>
                  </a:lnTo>
                  <a:lnTo>
                    <a:pt x="18473" y="240"/>
                  </a:lnTo>
                  <a:cubicBezTo>
                    <a:pt x="18586" y="177"/>
                    <a:pt x="18686" y="114"/>
                    <a:pt x="18762" y="76"/>
                  </a:cubicBezTo>
                  <a:lnTo>
                    <a:pt x="188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4"/>
            <p:cNvSpPr/>
            <p:nvPr/>
          </p:nvSpPr>
          <p:spPr>
            <a:xfrm>
              <a:off x="4511975" y="2067325"/>
              <a:ext cx="607700" cy="37425"/>
            </a:xfrm>
            <a:custGeom>
              <a:avLst/>
              <a:gdLst/>
              <a:ahLst/>
              <a:cxnLst/>
              <a:rect l="l" t="t" r="r" b="b"/>
              <a:pathLst>
                <a:path w="24308" h="1497" extrusionOk="0">
                  <a:moveTo>
                    <a:pt x="1" y="0"/>
                  </a:moveTo>
                  <a:lnTo>
                    <a:pt x="1" y="0"/>
                  </a:lnTo>
                  <a:cubicBezTo>
                    <a:pt x="1874" y="579"/>
                    <a:pt x="3811" y="994"/>
                    <a:pt x="5760" y="1233"/>
                  </a:cubicBezTo>
                  <a:cubicBezTo>
                    <a:pt x="6766" y="1358"/>
                    <a:pt x="7810" y="1434"/>
                    <a:pt x="8841" y="1472"/>
                  </a:cubicBezTo>
                  <a:cubicBezTo>
                    <a:pt x="9356" y="1497"/>
                    <a:pt x="9884" y="1497"/>
                    <a:pt x="10400" y="1497"/>
                  </a:cubicBezTo>
                  <a:cubicBezTo>
                    <a:pt x="10928" y="1484"/>
                    <a:pt x="11444" y="1472"/>
                    <a:pt x="11972" y="1446"/>
                  </a:cubicBezTo>
                  <a:cubicBezTo>
                    <a:pt x="14047" y="1333"/>
                    <a:pt x="16121" y="1094"/>
                    <a:pt x="18171" y="717"/>
                  </a:cubicBezTo>
                  <a:cubicBezTo>
                    <a:pt x="19177" y="541"/>
                    <a:pt x="20183" y="340"/>
                    <a:pt x="21214" y="202"/>
                  </a:cubicBezTo>
                  <a:cubicBezTo>
                    <a:pt x="21784" y="124"/>
                    <a:pt x="22361" y="82"/>
                    <a:pt x="22939" y="82"/>
                  </a:cubicBezTo>
                  <a:cubicBezTo>
                    <a:pt x="23396" y="82"/>
                    <a:pt x="23853" y="108"/>
                    <a:pt x="24308" y="164"/>
                  </a:cubicBezTo>
                  <a:cubicBezTo>
                    <a:pt x="23780" y="93"/>
                    <a:pt x="23249" y="58"/>
                    <a:pt x="22718" y="58"/>
                  </a:cubicBezTo>
                  <a:cubicBezTo>
                    <a:pt x="22211" y="58"/>
                    <a:pt x="21705" y="90"/>
                    <a:pt x="21202" y="151"/>
                  </a:cubicBezTo>
                  <a:cubicBezTo>
                    <a:pt x="20171" y="277"/>
                    <a:pt x="19165" y="466"/>
                    <a:pt x="18133" y="629"/>
                  </a:cubicBezTo>
                  <a:cubicBezTo>
                    <a:pt x="16096" y="994"/>
                    <a:pt x="14034" y="1233"/>
                    <a:pt x="11972" y="1333"/>
                  </a:cubicBezTo>
                  <a:cubicBezTo>
                    <a:pt x="11456" y="1371"/>
                    <a:pt x="10941" y="1384"/>
                    <a:pt x="10413" y="1396"/>
                  </a:cubicBezTo>
                  <a:cubicBezTo>
                    <a:pt x="10274" y="1399"/>
                    <a:pt x="10136" y="1401"/>
                    <a:pt x="9998" y="1401"/>
                  </a:cubicBezTo>
                  <a:cubicBezTo>
                    <a:pt x="9621" y="1401"/>
                    <a:pt x="9243" y="1389"/>
                    <a:pt x="8866" y="1371"/>
                  </a:cubicBezTo>
                  <a:cubicBezTo>
                    <a:pt x="7835" y="1333"/>
                    <a:pt x="6816" y="1258"/>
                    <a:pt x="5810" y="1145"/>
                  </a:cubicBezTo>
                  <a:cubicBezTo>
                    <a:pt x="4804" y="1031"/>
                    <a:pt x="3811" y="868"/>
                    <a:pt x="2830" y="679"/>
                  </a:cubicBezTo>
                  <a:cubicBezTo>
                    <a:pt x="1862" y="491"/>
                    <a:pt x="919" y="26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4"/>
            <p:cNvSpPr/>
            <p:nvPr/>
          </p:nvSpPr>
          <p:spPr>
            <a:xfrm>
              <a:off x="4620425" y="2008975"/>
              <a:ext cx="589475" cy="156250"/>
            </a:xfrm>
            <a:custGeom>
              <a:avLst/>
              <a:gdLst/>
              <a:ahLst/>
              <a:cxnLst/>
              <a:rect l="l" t="t" r="r" b="b"/>
              <a:pathLst>
                <a:path w="23579" h="6250" extrusionOk="0">
                  <a:moveTo>
                    <a:pt x="18876" y="1643"/>
                  </a:moveTo>
                  <a:lnTo>
                    <a:pt x="18775" y="1668"/>
                  </a:lnTo>
                  <a:lnTo>
                    <a:pt x="18498" y="1743"/>
                  </a:lnTo>
                  <a:cubicBezTo>
                    <a:pt x="18385" y="1756"/>
                    <a:pt x="18259" y="1794"/>
                    <a:pt x="18109" y="1831"/>
                  </a:cubicBezTo>
                  <a:cubicBezTo>
                    <a:pt x="17970" y="1856"/>
                    <a:pt x="17819" y="1894"/>
                    <a:pt x="17668" y="1932"/>
                  </a:cubicBezTo>
                  <a:cubicBezTo>
                    <a:pt x="17518" y="1970"/>
                    <a:pt x="17367" y="1995"/>
                    <a:pt x="17228" y="2033"/>
                  </a:cubicBezTo>
                  <a:cubicBezTo>
                    <a:pt x="17103" y="2070"/>
                    <a:pt x="16964" y="2095"/>
                    <a:pt x="16851" y="2133"/>
                  </a:cubicBezTo>
                  <a:lnTo>
                    <a:pt x="16574" y="2196"/>
                  </a:lnTo>
                  <a:lnTo>
                    <a:pt x="16474" y="2221"/>
                  </a:lnTo>
                  <a:lnTo>
                    <a:pt x="16474" y="2221"/>
                  </a:lnTo>
                  <a:lnTo>
                    <a:pt x="16562" y="2171"/>
                  </a:lnTo>
                  <a:cubicBezTo>
                    <a:pt x="16625" y="2146"/>
                    <a:pt x="16700" y="2108"/>
                    <a:pt x="16813" y="2070"/>
                  </a:cubicBezTo>
                  <a:cubicBezTo>
                    <a:pt x="16914" y="2033"/>
                    <a:pt x="17040" y="1995"/>
                    <a:pt x="17178" y="1945"/>
                  </a:cubicBezTo>
                  <a:cubicBezTo>
                    <a:pt x="17316" y="1907"/>
                    <a:pt x="17467" y="1869"/>
                    <a:pt x="17618" y="1831"/>
                  </a:cubicBezTo>
                  <a:cubicBezTo>
                    <a:pt x="17769" y="1794"/>
                    <a:pt x="17933" y="1768"/>
                    <a:pt x="18071" y="1731"/>
                  </a:cubicBezTo>
                  <a:cubicBezTo>
                    <a:pt x="18222" y="1706"/>
                    <a:pt x="18360" y="1693"/>
                    <a:pt x="18486" y="1680"/>
                  </a:cubicBezTo>
                  <a:cubicBezTo>
                    <a:pt x="18599" y="1668"/>
                    <a:pt x="18700" y="1655"/>
                    <a:pt x="18775" y="1655"/>
                  </a:cubicBezTo>
                  <a:lnTo>
                    <a:pt x="18876" y="1643"/>
                  </a:lnTo>
                  <a:close/>
                  <a:moveTo>
                    <a:pt x="17341" y="443"/>
                  </a:moveTo>
                  <a:cubicBezTo>
                    <a:pt x="17396" y="443"/>
                    <a:pt x="17451" y="445"/>
                    <a:pt x="17505" y="448"/>
                  </a:cubicBezTo>
                  <a:cubicBezTo>
                    <a:pt x="17580" y="448"/>
                    <a:pt x="17631" y="461"/>
                    <a:pt x="17656" y="461"/>
                  </a:cubicBezTo>
                  <a:cubicBezTo>
                    <a:pt x="17618" y="461"/>
                    <a:pt x="17568" y="461"/>
                    <a:pt x="17492" y="473"/>
                  </a:cubicBezTo>
                  <a:cubicBezTo>
                    <a:pt x="17304" y="486"/>
                    <a:pt x="17115" y="524"/>
                    <a:pt x="16927" y="574"/>
                  </a:cubicBezTo>
                  <a:cubicBezTo>
                    <a:pt x="16688" y="624"/>
                    <a:pt x="16449" y="712"/>
                    <a:pt x="16235" y="825"/>
                  </a:cubicBezTo>
                  <a:cubicBezTo>
                    <a:pt x="16021" y="926"/>
                    <a:pt x="15820" y="1077"/>
                    <a:pt x="15657" y="1253"/>
                  </a:cubicBezTo>
                  <a:cubicBezTo>
                    <a:pt x="15493" y="1416"/>
                    <a:pt x="15342" y="1592"/>
                    <a:pt x="15204" y="1768"/>
                  </a:cubicBezTo>
                  <a:cubicBezTo>
                    <a:pt x="15078" y="1932"/>
                    <a:pt x="14927" y="2095"/>
                    <a:pt x="14764" y="2234"/>
                  </a:cubicBezTo>
                  <a:cubicBezTo>
                    <a:pt x="14625" y="2347"/>
                    <a:pt x="14487" y="2435"/>
                    <a:pt x="14336" y="2523"/>
                  </a:cubicBezTo>
                  <a:lnTo>
                    <a:pt x="14324" y="2523"/>
                  </a:lnTo>
                  <a:cubicBezTo>
                    <a:pt x="14261" y="2548"/>
                    <a:pt x="14198" y="2573"/>
                    <a:pt x="14122" y="2586"/>
                  </a:cubicBezTo>
                  <a:cubicBezTo>
                    <a:pt x="14185" y="2561"/>
                    <a:pt x="14236" y="2523"/>
                    <a:pt x="14286" y="2485"/>
                  </a:cubicBezTo>
                  <a:cubicBezTo>
                    <a:pt x="14399" y="2410"/>
                    <a:pt x="14512" y="2297"/>
                    <a:pt x="14600" y="2183"/>
                  </a:cubicBezTo>
                  <a:cubicBezTo>
                    <a:pt x="14739" y="2045"/>
                    <a:pt x="14852" y="1882"/>
                    <a:pt x="14940" y="1718"/>
                  </a:cubicBezTo>
                  <a:cubicBezTo>
                    <a:pt x="15065" y="1517"/>
                    <a:pt x="15216" y="1341"/>
                    <a:pt x="15367" y="1165"/>
                  </a:cubicBezTo>
                  <a:cubicBezTo>
                    <a:pt x="15568" y="964"/>
                    <a:pt x="15807" y="800"/>
                    <a:pt x="16071" y="687"/>
                  </a:cubicBezTo>
                  <a:cubicBezTo>
                    <a:pt x="16336" y="586"/>
                    <a:pt x="16612" y="511"/>
                    <a:pt x="16889" y="473"/>
                  </a:cubicBezTo>
                  <a:cubicBezTo>
                    <a:pt x="17036" y="455"/>
                    <a:pt x="17190" y="443"/>
                    <a:pt x="17341" y="443"/>
                  </a:cubicBezTo>
                  <a:close/>
                  <a:moveTo>
                    <a:pt x="3283" y="2322"/>
                  </a:moveTo>
                  <a:lnTo>
                    <a:pt x="3195" y="2359"/>
                  </a:lnTo>
                  <a:lnTo>
                    <a:pt x="2956" y="2435"/>
                  </a:lnTo>
                  <a:cubicBezTo>
                    <a:pt x="2855" y="2460"/>
                    <a:pt x="2742" y="2510"/>
                    <a:pt x="2616" y="2548"/>
                  </a:cubicBezTo>
                  <a:cubicBezTo>
                    <a:pt x="2478" y="2586"/>
                    <a:pt x="2352" y="2624"/>
                    <a:pt x="2227" y="2674"/>
                  </a:cubicBezTo>
                  <a:cubicBezTo>
                    <a:pt x="2088" y="2724"/>
                    <a:pt x="1950" y="2762"/>
                    <a:pt x="1837" y="2800"/>
                  </a:cubicBezTo>
                  <a:lnTo>
                    <a:pt x="1497" y="2913"/>
                  </a:lnTo>
                  <a:lnTo>
                    <a:pt x="1246" y="3001"/>
                  </a:lnTo>
                  <a:lnTo>
                    <a:pt x="1158" y="3026"/>
                  </a:lnTo>
                  <a:lnTo>
                    <a:pt x="1233" y="2976"/>
                  </a:lnTo>
                  <a:cubicBezTo>
                    <a:pt x="1284" y="2950"/>
                    <a:pt x="1359" y="2913"/>
                    <a:pt x="1447" y="2862"/>
                  </a:cubicBezTo>
                  <a:cubicBezTo>
                    <a:pt x="1535" y="2825"/>
                    <a:pt x="1636" y="2774"/>
                    <a:pt x="1761" y="2724"/>
                  </a:cubicBezTo>
                  <a:cubicBezTo>
                    <a:pt x="1875" y="2674"/>
                    <a:pt x="2013" y="2624"/>
                    <a:pt x="2139" y="2586"/>
                  </a:cubicBezTo>
                  <a:cubicBezTo>
                    <a:pt x="2277" y="2536"/>
                    <a:pt x="2415" y="2498"/>
                    <a:pt x="2554" y="2460"/>
                  </a:cubicBezTo>
                  <a:cubicBezTo>
                    <a:pt x="2679" y="2422"/>
                    <a:pt x="2805" y="2397"/>
                    <a:pt x="2918" y="2385"/>
                  </a:cubicBezTo>
                  <a:cubicBezTo>
                    <a:pt x="3019" y="2359"/>
                    <a:pt x="3119" y="2347"/>
                    <a:pt x="3182" y="2334"/>
                  </a:cubicBezTo>
                  <a:lnTo>
                    <a:pt x="3283" y="2322"/>
                  </a:lnTo>
                  <a:close/>
                  <a:moveTo>
                    <a:pt x="9822" y="1454"/>
                  </a:moveTo>
                  <a:cubicBezTo>
                    <a:pt x="9822" y="1454"/>
                    <a:pt x="9759" y="1492"/>
                    <a:pt x="9646" y="1567"/>
                  </a:cubicBezTo>
                  <a:cubicBezTo>
                    <a:pt x="9470" y="1655"/>
                    <a:pt x="9294" y="1743"/>
                    <a:pt x="9118" y="1831"/>
                  </a:cubicBezTo>
                  <a:cubicBezTo>
                    <a:pt x="8891" y="1919"/>
                    <a:pt x="8615" y="2033"/>
                    <a:pt x="8313" y="2133"/>
                  </a:cubicBezTo>
                  <a:cubicBezTo>
                    <a:pt x="7998" y="2234"/>
                    <a:pt x="7659" y="2322"/>
                    <a:pt x="7319" y="2410"/>
                  </a:cubicBezTo>
                  <a:cubicBezTo>
                    <a:pt x="6980" y="2498"/>
                    <a:pt x="6640" y="2573"/>
                    <a:pt x="6313" y="2649"/>
                  </a:cubicBezTo>
                  <a:cubicBezTo>
                    <a:pt x="5999" y="2737"/>
                    <a:pt x="5685" y="2787"/>
                    <a:pt x="5446" y="2850"/>
                  </a:cubicBezTo>
                  <a:cubicBezTo>
                    <a:pt x="5194" y="2913"/>
                    <a:pt x="4968" y="2963"/>
                    <a:pt x="4830" y="3013"/>
                  </a:cubicBezTo>
                  <a:lnTo>
                    <a:pt x="4591" y="3076"/>
                  </a:lnTo>
                  <a:lnTo>
                    <a:pt x="4817" y="2988"/>
                  </a:lnTo>
                  <a:cubicBezTo>
                    <a:pt x="4955" y="2938"/>
                    <a:pt x="5157" y="2875"/>
                    <a:pt x="5408" y="2800"/>
                  </a:cubicBezTo>
                  <a:cubicBezTo>
                    <a:pt x="5660" y="2724"/>
                    <a:pt x="5961" y="2649"/>
                    <a:pt x="6276" y="2561"/>
                  </a:cubicBezTo>
                  <a:cubicBezTo>
                    <a:pt x="6590" y="2485"/>
                    <a:pt x="6930" y="2410"/>
                    <a:pt x="7269" y="2322"/>
                  </a:cubicBezTo>
                  <a:cubicBezTo>
                    <a:pt x="7609" y="2221"/>
                    <a:pt x="7936" y="2146"/>
                    <a:pt x="8250" y="2045"/>
                  </a:cubicBezTo>
                  <a:cubicBezTo>
                    <a:pt x="8552" y="1957"/>
                    <a:pt x="8841" y="1869"/>
                    <a:pt x="9067" y="1781"/>
                  </a:cubicBezTo>
                  <a:cubicBezTo>
                    <a:pt x="9306" y="1693"/>
                    <a:pt x="9495" y="1605"/>
                    <a:pt x="9621" y="1555"/>
                  </a:cubicBezTo>
                  <a:cubicBezTo>
                    <a:pt x="9746" y="1492"/>
                    <a:pt x="9822" y="1454"/>
                    <a:pt x="9822" y="1454"/>
                  </a:cubicBezTo>
                  <a:close/>
                  <a:moveTo>
                    <a:pt x="13242" y="1228"/>
                  </a:moveTo>
                  <a:lnTo>
                    <a:pt x="13129" y="1341"/>
                  </a:lnTo>
                  <a:cubicBezTo>
                    <a:pt x="13054" y="1404"/>
                    <a:pt x="12940" y="1492"/>
                    <a:pt x="12789" y="1605"/>
                  </a:cubicBezTo>
                  <a:cubicBezTo>
                    <a:pt x="12639" y="1731"/>
                    <a:pt x="12463" y="1844"/>
                    <a:pt x="12249" y="1970"/>
                  </a:cubicBezTo>
                  <a:cubicBezTo>
                    <a:pt x="12048" y="2095"/>
                    <a:pt x="11809" y="2221"/>
                    <a:pt x="11570" y="2347"/>
                  </a:cubicBezTo>
                  <a:cubicBezTo>
                    <a:pt x="11331" y="2460"/>
                    <a:pt x="11067" y="2573"/>
                    <a:pt x="10828" y="2661"/>
                  </a:cubicBezTo>
                  <a:cubicBezTo>
                    <a:pt x="10576" y="2762"/>
                    <a:pt x="10337" y="2837"/>
                    <a:pt x="10124" y="2900"/>
                  </a:cubicBezTo>
                  <a:cubicBezTo>
                    <a:pt x="9922" y="2963"/>
                    <a:pt x="9734" y="3013"/>
                    <a:pt x="9608" y="3039"/>
                  </a:cubicBezTo>
                  <a:lnTo>
                    <a:pt x="9419" y="3089"/>
                  </a:lnTo>
                  <a:lnTo>
                    <a:pt x="9595" y="3026"/>
                  </a:lnTo>
                  <a:cubicBezTo>
                    <a:pt x="9721" y="2988"/>
                    <a:pt x="9885" y="2925"/>
                    <a:pt x="10086" y="2850"/>
                  </a:cubicBezTo>
                  <a:cubicBezTo>
                    <a:pt x="10274" y="2774"/>
                    <a:pt x="10501" y="2699"/>
                    <a:pt x="10740" y="2586"/>
                  </a:cubicBezTo>
                  <a:cubicBezTo>
                    <a:pt x="10979" y="2485"/>
                    <a:pt x="11230" y="2385"/>
                    <a:pt x="11469" y="2259"/>
                  </a:cubicBezTo>
                  <a:cubicBezTo>
                    <a:pt x="11708" y="2146"/>
                    <a:pt x="11934" y="2020"/>
                    <a:pt x="12148" y="1907"/>
                  </a:cubicBezTo>
                  <a:cubicBezTo>
                    <a:pt x="12362" y="1781"/>
                    <a:pt x="12563" y="1680"/>
                    <a:pt x="12714" y="1567"/>
                  </a:cubicBezTo>
                  <a:cubicBezTo>
                    <a:pt x="12877" y="1467"/>
                    <a:pt x="13016" y="1391"/>
                    <a:pt x="13104" y="1328"/>
                  </a:cubicBezTo>
                  <a:lnTo>
                    <a:pt x="13242" y="1228"/>
                  </a:lnTo>
                  <a:close/>
                  <a:moveTo>
                    <a:pt x="18071" y="2862"/>
                  </a:moveTo>
                  <a:cubicBezTo>
                    <a:pt x="18297" y="2862"/>
                    <a:pt x="18561" y="2862"/>
                    <a:pt x="18838" y="2875"/>
                  </a:cubicBezTo>
                  <a:cubicBezTo>
                    <a:pt x="19115" y="2875"/>
                    <a:pt x="19416" y="2900"/>
                    <a:pt x="19718" y="2938"/>
                  </a:cubicBezTo>
                  <a:cubicBezTo>
                    <a:pt x="20007" y="2963"/>
                    <a:pt x="20297" y="3013"/>
                    <a:pt x="20573" y="3051"/>
                  </a:cubicBezTo>
                  <a:cubicBezTo>
                    <a:pt x="20837" y="3101"/>
                    <a:pt x="21076" y="3152"/>
                    <a:pt x="21290" y="3202"/>
                  </a:cubicBezTo>
                  <a:cubicBezTo>
                    <a:pt x="21491" y="3252"/>
                    <a:pt x="21667" y="3290"/>
                    <a:pt x="21780" y="3328"/>
                  </a:cubicBezTo>
                  <a:lnTo>
                    <a:pt x="21969" y="3378"/>
                  </a:lnTo>
                  <a:lnTo>
                    <a:pt x="21768" y="3340"/>
                  </a:lnTo>
                  <a:cubicBezTo>
                    <a:pt x="21642" y="3328"/>
                    <a:pt x="21466" y="3290"/>
                    <a:pt x="21252" y="3252"/>
                  </a:cubicBezTo>
                  <a:cubicBezTo>
                    <a:pt x="21039" y="3215"/>
                    <a:pt x="20800" y="3177"/>
                    <a:pt x="20536" y="3139"/>
                  </a:cubicBezTo>
                  <a:lnTo>
                    <a:pt x="20523" y="3139"/>
                  </a:lnTo>
                  <a:cubicBezTo>
                    <a:pt x="20259" y="3101"/>
                    <a:pt x="19970" y="3064"/>
                    <a:pt x="19668" y="3026"/>
                  </a:cubicBezTo>
                  <a:cubicBezTo>
                    <a:pt x="19379" y="3001"/>
                    <a:pt x="19089" y="2976"/>
                    <a:pt x="18813" y="2950"/>
                  </a:cubicBezTo>
                  <a:cubicBezTo>
                    <a:pt x="18536" y="2938"/>
                    <a:pt x="18285" y="2913"/>
                    <a:pt x="18058" y="2913"/>
                  </a:cubicBezTo>
                  <a:cubicBezTo>
                    <a:pt x="17832" y="2900"/>
                    <a:pt x="17643" y="2900"/>
                    <a:pt x="17518" y="2888"/>
                  </a:cubicBezTo>
                  <a:lnTo>
                    <a:pt x="17316" y="2888"/>
                  </a:lnTo>
                  <a:lnTo>
                    <a:pt x="17518" y="2875"/>
                  </a:lnTo>
                  <a:cubicBezTo>
                    <a:pt x="17656" y="2875"/>
                    <a:pt x="17832" y="2862"/>
                    <a:pt x="18071" y="2862"/>
                  </a:cubicBezTo>
                  <a:close/>
                  <a:moveTo>
                    <a:pt x="9885" y="4019"/>
                  </a:moveTo>
                  <a:lnTo>
                    <a:pt x="10186" y="4057"/>
                  </a:lnTo>
                  <a:lnTo>
                    <a:pt x="10337" y="4095"/>
                  </a:lnTo>
                  <a:lnTo>
                    <a:pt x="10526" y="4120"/>
                  </a:lnTo>
                  <a:cubicBezTo>
                    <a:pt x="10664" y="4133"/>
                    <a:pt x="10815" y="4145"/>
                    <a:pt x="10979" y="4158"/>
                  </a:cubicBezTo>
                  <a:cubicBezTo>
                    <a:pt x="11306" y="4195"/>
                    <a:pt x="11695" y="4221"/>
                    <a:pt x="12123" y="4233"/>
                  </a:cubicBezTo>
                  <a:cubicBezTo>
                    <a:pt x="12551" y="4246"/>
                    <a:pt x="12991" y="4258"/>
                    <a:pt x="13456" y="4258"/>
                  </a:cubicBezTo>
                  <a:cubicBezTo>
                    <a:pt x="13909" y="4258"/>
                    <a:pt x="14361" y="4283"/>
                    <a:pt x="14789" y="4309"/>
                  </a:cubicBezTo>
                  <a:cubicBezTo>
                    <a:pt x="15229" y="4334"/>
                    <a:pt x="15619" y="4371"/>
                    <a:pt x="15946" y="4422"/>
                  </a:cubicBezTo>
                  <a:cubicBezTo>
                    <a:pt x="16122" y="4447"/>
                    <a:pt x="16260" y="4485"/>
                    <a:pt x="16398" y="4510"/>
                  </a:cubicBezTo>
                  <a:cubicBezTo>
                    <a:pt x="16524" y="4535"/>
                    <a:pt x="16637" y="4560"/>
                    <a:pt x="16725" y="4585"/>
                  </a:cubicBezTo>
                  <a:lnTo>
                    <a:pt x="17015" y="4661"/>
                  </a:lnTo>
                  <a:lnTo>
                    <a:pt x="16713" y="4623"/>
                  </a:lnTo>
                  <a:cubicBezTo>
                    <a:pt x="16612" y="4610"/>
                    <a:pt x="16499" y="4598"/>
                    <a:pt x="16361" y="4585"/>
                  </a:cubicBezTo>
                  <a:cubicBezTo>
                    <a:pt x="16222" y="4573"/>
                    <a:pt x="16071" y="4547"/>
                    <a:pt x="15908" y="4547"/>
                  </a:cubicBezTo>
                  <a:cubicBezTo>
                    <a:pt x="15568" y="4510"/>
                    <a:pt x="15179" y="4497"/>
                    <a:pt x="14751" y="4497"/>
                  </a:cubicBezTo>
                  <a:cubicBezTo>
                    <a:pt x="14336" y="4485"/>
                    <a:pt x="13883" y="4472"/>
                    <a:pt x="13418" y="4472"/>
                  </a:cubicBezTo>
                  <a:cubicBezTo>
                    <a:pt x="12965" y="4472"/>
                    <a:pt x="12513" y="4447"/>
                    <a:pt x="12085" y="4422"/>
                  </a:cubicBezTo>
                  <a:cubicBezTo>
                    <a:pt x="11645" y="4397"/>
                    <a:pt x="11255" y="4334"/>
                    <a:pt x="10928" y="4283"/>
                  </a:cubicBezTo>
                  <a:cubicBezTo>
                    <a:pt x="10765" y="4246"/>
                    <a:pt x="10614" y="4221"/>
                    <a:pt x="10488" y="4183"/>
                  </a:cubicBezTo>
                  <a:lnTo>
                    <a:pt x="10312" y="4145"/>
                  </a:lnTo>
                  <a:lnTo>
                    <a:pt x="10161" y="4095"/>
                  </a:lnTo>
                  <a:lnTo>
                    <a:pt x="9885" y="4019"/>
                  </a:lnTo>
                  <a:close/>
                  <a:moveTo>
                    <a:pt x="1963" y="3818"/>
                  </a:moveTo>
                  <a:lnTo>
                    <a:pt x="2126" y="3919"/>
                  </a:lnTo>
                  <a:cubicBezTo>
                    <a:pt x="2227" y="3969"/>
                    <a:pt x="2378" y="4057"/>
                    <a:pt x="2566" y="4145"/>
                  </a:cubicBezTo>
                  <a:cubicBezTo>
                    <a:pt x="2742" y="4246"/>
                    <a:pt x="2981" y="4346"/>
                    <a:pt x="3220" y="4459"/>
                  </a:cubicBezTo>
                  <a:cubicBezTo>
                    <a:pt x="3459" y="4573"/>
                    <a:pt x="3723" y="4686"/>
                    <a:pt x="4000" y="4774"/>
                  </a:cubicBezTo>
                  <a:cubicBezTo>
                    <a:pt x="4276" y="4874"/>
                    <a:pt x="4553" y="4975"/>
                    <a:pt x="4830" y="5050"/>
                  </a:cubicBezTo>
                  <a:cubicBezTo>
                    <a:pt x="5106" y="5126"/>
                    <a:pt x="5358" y="5214"/>
                    <a:pt x="5584" y="5252"/>
                  </a:cubicBezTo>
                  <a:cubicBezTo>
                    <a:pt x="5823" y="5302"/>
                    <a:pt x="6012" y="5352"/>
                    <a:pt x="6150" y="5377"/>
                  </a:cubicBezTo>
                  <a:lnTo>
                    <a:pt x="6364" y="5415"/>
                  </a:lnTo>
                  <a:lnTo>
                    <a:pt x="6137" y="5390"/>
                  </a:lnTo>
                  <a:cubicBezTo>
                    <a:pt x="5999" y="5377"/>
                    <a:pt x="5798" y="5352"/>
                    <a:pt x="5559" y="5315"/>
                  </a:cubicBezTo>
                  <a:cubicBezTo>
                    <a:pt x="5320" y="5264"/>
                    <a:pt x="5043" y="5214"/>
                    <a:pt x="4767" y="5139"/>
                  </a:cubicBezTo>
                  <a:cubicBezTo>
                    <a:pt x="4490" y="5063"/>
                    <a:pt x="4201" y="4962"/>
                    <a:pt x="3912" y="4862"/>
                  </a:cubicBezTo>
                  <a:cubicBezTo>
                    <a:pt x="3635" y="4761"/>
                    <a:pt x="3371" y="4648"/>
                    <a:pt x="3132" y="4535"/>
                  </a:cubicBezTo>
                  <a:cubicBezTo>
                    <a:pt x="2881" y="4422"/>
                    <a:pt x="2679" y="4296"/>
                    <a:pt x="2503" y="4195"/>
                  </a:cubicBezTo>
                  <a:cubicBezTo>
                    <a:pt x="2315" y="4082"/>
                    <a:pt x="2189" y="3994"/>
                    <a:pt x="2101" y="3931"/>
                  </a:cubicBezTo>
                  <a:lnTo>
                    <a:pt x="1963" y="3818"/>
                  </a:lnTo>
                  <a:close/>
                  <a:moveTo>
                    <a:pt x="9545" y="4912"/>
                  </a:moveTo>
                  <a:lnTo>
                    <a:pt x="9721" y="4937"/>
                  </a:lnTo>
                  <a:lnTo>
                    <a:pt x="10161" y="5025"/>
                  </a:lnTo>
                  <a:lnTo>
                    <a:pt x="10777" y="5139"/>
                  </a:lnTo>
                  <a:cubicBezTo>
                    <a:pt x="11004" y="5189"/>
                    <a:pt x="11243" y="5239"/>
                    <a:pt x="11482" y="5277"/>
                  </a:cubicBezTo>
                  <a:cubicBezTo>
                    <a:pt x="11721" y="5327"/>
                    <a:pt x="11960" y="5377"/>
                    <a:pt x="12186" y="5415"/>
                  </a:cubicBezTo>
                  <a:lnTo>
                    <a:pt x="12815" y="5553"/>
                  </a:lnTo>
                  <a:lnTo>
                    <a:pt x="13255" y="5629"/>
                  </a:lnTo>
                  <a:lnTo>
                    <a:pt x="13418" y="5667"/>
                  </a:lnTo>
                  <a:lnTo>
                    <a:pt x="13242" y="5654"/>
                  </a:lnTo>
                  <a:cubicBezTo>
                    <a:pt x="13129" y="5641"/>
                    <a:pt x="12978" y="5629"/>
                    <a:pt x="12789" y="5604"/>
                  </a:cubicBezTo>
                  <a:cubicBezTo>
                    <a:pt x="12601" y="5579"/>
                    <a:pt x="12374" y="5553"/>
                    <a:pt x="12148" y="5516"/>
                  </a:cubicBezTo>
                  <a:cubicBezTo>
                    <a:pt x="11909" y="5478"/>
                    <a:pt x="11670" y="5440"/>
                    <a:pt x="11419" y="5390"/>
                  </a:cubicBezTo>
                  <a:cubicBezTo>
                    <a:pt x="11180" y="5352"/>
                    <a:pt x="10941" y="5289"/>
                    <a:pt x="10715" y="5239"/>
                  </a:cubicBezTo>
                  <a:cubicBezTo>
                    <a:pt x="10501" y="5176"/>
                    <a:pt x="10300" y="5126"/>
                    <a:pt x="10124" y="5076"/>
                  </a:cubicBezTo>
                  <a:cubicBezTo>
                    <a:pt x="9948" y="5025"/>
                    <a:pt x="9809" y="4988"/>
                    <a:pt x="9709" y="4962"/>
                  </a:cubicBezTo>
                  <a:lnTo>
                    <a:pt x="9545" y="4912"/>
                  </a:lnTo>
                  <a:close/>
                  <a:moveTo>
                    <a:pt x="5483" y="4346"/>
                  </a:moveTo>
                  <a:lnTo>
                    <a:pt x="5685" y="4409"/>
                  </a:lnTo>
                  <a:cubicBezTo>
                    <a:pt x="5798" y="4459"/>
                    <a:pt x="5974" y="4522"/>
                    <a:pt x="6188" y="4585"/>
                  </a:cubicBezTo>
                  <a:cubicBezTo>
                    <a:pt x="6401" y="4661"/>
                    <a:pt x="6640" y="4749"/>
                    <a:pt x="6892" y="4837"/>
                  </a:cubicBezTo>
                  <a:cubicBezTo>
                    <a:pt x="7156" y="4937"/>
                    <a:pt x="7433" y="5038"/>
                    <a:pt x="7709" y="5126"/>
                  </a:cubicBezTo>
                  <a:cubicBezTo>
                    <a:pt x="7986" y="5227"/>
                    <a:pt x="8250" y="5327"/>
                    <a:pt x="8514" y="5415"/>
                  </a:cubicBezTo>
                  <a:cubicBezTo>
                    <a:pt x="8778" y="5503"/>
                    <a:pt x="9017" y="5604"/>
                    <a:pt x="9231" y="5667"/>
                  </a:cubicBezTo>
                  <a:cubicBezTo>
                    <a:pt x="9432" y="5742"/>
                    <a:pt x="9608" y="5805"/>
                    <a:pt x="9734" y="5855"/>
                  </a:cubicBezTo>
                  <a:lnTo>
                    <a:pt x="9922" y="5918"/>
                  </a:lnTo>
                  <a:lnTo>
                    <a:pt x="9696" y="5893"/>
                  </a:lnTo>
                  <a:cubicBezTo>
                    <a:pt x="9558" y="5868"/>
                    <a:pt x="9369" y="5830"/>
                    <a:pt x="9130" y="5780"/>
                  </a:cubicBezTo>
                  <a:cubicBezTo>
                    <a:pt x="8904" y="5730"/>
                    <a:pt x="8640" y="5654"/>
                    <a:pt x="8363" y="5579"/>
                  </a:cubicBezTo>
                  <a:cubicBezTo>
                    <a:pt x="8086" y="5503"/>
                    <a:pt x="7810" y="5415"/>
                    <a:pt x="7521" y="5315"/>
                  </a:cubicBezTo>
                  <a:cubicBezTo>
                    <a:pt x="7231" y="5227"/>
                    <a:pt x="6980" y="5101"/>
                    <a:pt x="6728" y="5000"/>
                  </a:cubicBezTo>
                  <a:cubicBezTo>
                    <a:pt x="6477" y="4900"/>
                    <a:pt x="6251" y="4786"/>
                    <a:pt x="6075" y="4686"/>
                  </a:cubicBezTo>
                  <a:cubicBezTo>
                    <a:pt x="5898" y="4585"/>
                    <a:pt x="5748" y="4510"/>
                    <a:pt x="5647" y="4447"/>
                  </a:cubicBezTo>
                  <a:lnTo>
                    <a:pt x="5483" y="4346"/>
                  </a:lnTo>
                  <a:close/>
                  <a:moveTo>
                    <a:pt x="15633" y="1"/>
                  </a:moveTo>
                  <a:cubicBezTo>
                    <a:pt x="15273" y="1"/>
                    <a:pt x="14588" y="28"/>
                    <a:pt x="13632" y="184"/>
                  </a:cubicBezTo>
                  <a:cubicBezTo>
                    <a:pt x="12161" y="423"/>
                    <a:pt x="12312" y="1442"/>
                    <a:pt x="10363" y="2246"/>
                  </a:cubicBezTo>
                  <a:cubicBezTo>
                    <a:pt x="10363" y="2246"/>
                    <a:pt x="11381" y="1379"/>
                    <a:pt x="11708" y="725"/>
                  </a:cubicBezTo>
                  <a:lnTo>
                    <a:pt x="11708" y="725"/>
                  </a:lnTo>
                  <a:cubicBezTo>
                    <a:pt x="10815" y="800"/>
                    <a:pt x="9948" y="989"/>
                    <a:pt x="9105" y="1278"/>
                  </a:cubicBezTo>
                  <a:cubicBezTo>
                    <a:pt x="7848" y="1756"/>
                    <a:pt x="5873" y="2598"/>
                    <a:pt x="4201" y="2661"/>
                  </a:cubicBezTo>
                  <a:cubicBezTo>
                    <a:pt x="5081" y="2498"/>
                    <a:pt x="5911" y="2171"/>
                    <a:pt x="6666" y="1706"/>
                  </a:cubicBezTo>
                  <a:lnTo>
                    <a:pt x="6666" y="1706"/>
                  </a:lnTo>
                  <a:cubicBezTo>
                    <a:pt x="6665" y="1706"/>
                    <a:pt x="5788" y="1943"/>
                    <a:pt x="5054" y="1943"/>
                  </a:cubicBezTo>
                  <a:cubicBezTo>
                    <a:pt x="4927" y="1943"/>
                    <a:pt x="4804" y="1936"/>
                    <a:pt x="4691" y="1919"/>
                  </a:cubicBezTo>
                  <a:cubicBezTo>
                    <a:pt x="4409" y="1874"/>
                    <a:pt x="4173" y="1845"/>
                    <a:pt x="3927" y="1845"/>
                  </a:cubicBezTo>
                  <a:cubicBezTo>
                    <a:pt x="3495" y="1845"/>
                    <a:pt x="3033" y="1935"/>
                    <a:pt x="2239" y="2183"/>
                  </a:cubicBezTo>
                  <a:cubicBezTo>
                    <a:pt x="1585" y="2397"/>
                    <a:pt x="516" y="2862"/>
                    <a:pt x="1" y="3089"/>
                  </a:cubicBezTo>
                  <a:cubicBezTo>
                    <a:pt x="391" y="3152"/>
                    <a:pt x="781" y="3215"/>
                    <a:pt x="1170" y="3252"/>
                  </a:cubicBezTo>
                  <a:cubicBezTo>
                    <a:pt x="2189" y="3378"/>
                    <a:pt x="3220" y="3479"/>
                    <a:pt x="4251" y="3516"/>
                  </a:cubicBezTo>
                  <a:lnTo>
                    <a:pt x="4628" y="3529"/>
                  </a:lnTo>
                  <a:lnTo>
                    <a:pt x="5018" y="3529"/>
                  </a:lnTo>
                  <a:lnTo>
                    <a:pt x="5810" y="3542"/>
                  </a:lnTo>
                  <a:lnTo>
                    <a:pt x="6590" y="3529"/>
                  </a:lnTo>
                  <a:cubicBezTo>
                    <a:pt x="6854" y="3529"/>
                    <a:pt x="7118" y="3516"/>
                    <a:pt x="7382" y="3504"/>
                  </a:cubicBezTo>
                  <a:cubicBezTo>
                    <a:pt x="8426" y="3466"/>
                    <a:pt x="9470" y="3378"/>
                    <a:pt x="10513" y="3265"/>
                  </a:cubicBezTo>
                  <a:cubicBezTo>
                    <a:pt x="11557" y="3164"/>
                    <a:pt x="12588" y="3001"/>
                    <a:pt x="13619" y="2825"/>
                  </a:cubicBezTo>
                  <a:cubicBezTo>
                    <a:pt x="14663" y="2661"/>
                    <a:pt x="15694" y="2460"/>
                    <a:pt x="16763" y="2334"/>
                  </a:cubicBezTo>
                  <a:cubicBezTo>
                    <a:pt x="17316" y="2259"/>
                    <a:pt x="17857" y="2221"/>
                    <a:pt x="18410" y="2221"/>
                  </a:cubicBezTo>
                  <a:cubicBezTo>
                    <a:pt x="18951" y="2221"/>
                    <a:pt x="19492" y="2284"/>
                    <a:pt x="20020" y="2397"/>
                  </a:cubicBezTo>
                  <a:cubicBezTo>
                    <a:pt x="20108" y="2410"/>
                    <a:pt x="20146" y="2473"/>
                    <a:pt x="20108" y="2523"/>
                  </a:cubicBezTo>
                  <a:cubicBezTo>
                    <a:pt x="20070" y="2573"/>
                    <a:pt x="19995" y="2598"/>
                    <a:pt x="19932" y="2598"/>
                  </a:cubicBezTo>
                  <a:cubicBezTo>
                    <a:pt x="19610" y="2579"/>
                    <a:pt x="19289" y="2569"/>
                    <a:pt x="18969" y="2569"/>
                  </a:cubicBezTo>
                  <a:cubicBezTo>
                    <a:pt x="18264" y="2569"/>
                    <a:pt x="17564" y="2616"/>
                    <a:pt x="16864" y="2712"/>
                  </a:cubicBezTo>
                  <a:cubicBezTo>
                    <a:pt x="15845" y="2850"/>
                    <a:pt x="14827" y="3051"/>
                    <a:pt x="13770" y="3227"/>
                  </a:cubicBezTo>
                  <a:cubicBezTo>
                    <a:pt x="12727" y="3403"/>
                    <a:pt x="11683" y="3579"/>
                    <a:pt x="10614" y="3692"/>
                  </a:cubicBezTo>
                  <a:cubicBezTo>
                    <a:pt x="10350" y="3730"/>
                    <a:pt x="10086" y="3755"/>
                    <a:pt x="9809" y="3780"/>
                  </a:cubicBezTo>
                  <a:lnTo>
                    <a:pt x="9419" y="3818"/>
                  </a:lnTo>
                  <a:lnTo>
                    <a:pt x="9017" y="3856"/>
                  </a:lnTo>
                  <a:cubicBezTo>
                    <a:pt x="8740" y="3881"/>
                    <a:pt x="8476" y="3906"/>
                    <a:pt x="8212" y="3919"/>
                  </a:cubicBezTo>
                  <a:lnTo>
                    <a:pt x="7395" y="3956"/>
                  </a:lnTo>
                  <a:cubicBezTo>
                    <a:pt x="7131" y="3982"/>
                    <a:pt x="6867" y="3982"/>
                    <a:pt x="6590" y="3994"/>
                  </a:cubicBezTo>
                  <a:lnTo>
                    <a:pt x="5785" y="4007"/>
                  </a:lnTo>
                  <a:lnTo>
                    <a:pt x="4968" y="3994"/>
                  </a:lnTo>
                  <a:lnTo>
                    <a:pt x="4566" y="3994"/>
                  </a:lnTo>
                  <a:lnTo>
                    <a:pt x="4163" y="3969"/>
                  </a:lnTo>
                  <a:cubicBezTo>
                    <a:pt x="3899" y="3956"/>
                    <a:pt x="3635" y="3944"/>
                    <a:pt x="3371" y="3931"/>
                  </a:cubicBezTo>
                  <a:lnTo>
                    <a:pt x="2566" y="3868"/>
                  </a:lnTo>
                  <a:cubicBezTo>
                    <a:pt x="2302" y="3843"/>
                    <a:pt x="2051" y="3818"/>
                    <a:pt x="1786" y="3780"/>
                  </a:cubicBezTo>
                  <a:cubicBezTo>
                    <a:pt x="1522" y="3755"/>
                    <a:pt x="1296" y="3730"/>
                    <a:pt x="1057" y="3692"/>
                  </a:cubicBezTo>
                  <a:lnTo>
                    <a:pt x="1057" y="3692"/>
                  </a:lnTo>
                  <a:cubicBezTo>
                    <a:pt x="3258" y="4636"/>
                    <a:pt x="3346" y="5428"/>
                    <a:pt x="6150" y="5893"/>
                  </a:cubicBezTo>
                  <a:cubicBezTo>
                    <a:pt x="7797" y="6179"/>
                    <a:pt x="9099" y="6250"/>
                    <a:pt x="9985" y="6250"/>
                  </a:cubicBezTo>
                  <a:cubicBezTo>
                    <a:pt x="10851" y="6250"/>
                    <a:pt x="11318" y="6182"/>
                    <a:pt x="11318" y="6182"/>
                  </a:cubicBezTo>
                  <a:lnTo>
                    <a:pt x="8338" y="5088"/>
                  </a:lnTo>
                  <a:lnTo>
                    <a:pt x="8338" y="5088"/>
                  </a:lnTo>
                  <a:cubicBezTo>
                    <a:pt x="8339" y="5088"/>
                    <a:pt x="11897" y="5994"/>
                    <a:pt x="13091" y="6056"/>
                  </a:cubicBezTo>
                  <a:cubicBezTo>
                    <a:pt x="13127" y="6058"/>
                    <a:pt x="13164" y="6059"/>
                    <a:pt x="13201" y="6059"/>
                  </a:cubicBezTo>
                  <a:cubicBezTo>
                    <a:pt x="14396" y="6059"/>
                    <a:pt x="16349" y="5111"/>
                    <a:pt x="17178" y="5038"/>
                  </a:cubicBezTo>
                  <a:cubicBezTo>
                    <a:pt x="18021" y="4975"/>
                    <a:pt x="19190" y="4975"/>
                    <a:pt x="19190" y="4975"/>
                  </a:cubicBezTo>
                  <a:cubicBezTo>
                    <a:pt x="19190" y="4975"/>
                    <a:pt x="17167" y="4032"/>
                    <a:pt x="15316" y="4032"/>
                  </a:cubicBezTo>
                  <a:cubicBezTo>
                    <a:pt x="15304" y="4032"/>
                    <a:pt x="15291" y="4032"/>
                    <a:pt x="15279" y="4032"/>
                  </a:cubicBezTo>
                  <a:cubicBezTo>
                    <a:pt x="15279" y="4032"/>
                    <a:pt x="15686" y="3990"/>
                    <a:pt x="16305" y="3990"/>
                  </a:cubicBezTo>
                  <a:cubicBezTo>
                    <a:pt x="17247" y="3990"/>
                    <a:pt x="18682" y="4087"/>
                    <a:pt x="19919" y="4573"/>
                  </a:cubicBezTo>
                  <a:cubicBezTo>
                    <a:pt x="20573" y="4246"/>
                    <a:pt x="21277" y="4032"/>
                    <a:pt x="22007" y="3969"/>
                  </a:cubicBezTo>
                  <a:cubicBezTo>
                    <a:pt x="23189" y="3868"/>
                    <a:pt x="23553" y="3630"/>
                    <a:pt x="23579" y="3127"/>
                  </a:cubicBezTo>
                  <a:cubicBezTo>
                    <a:pt x="23579" y="3114"/>
                    <a:pt x="23579" y="3089"/>
                    <a:pt x="23579" y="3076"/>
                  </a:cubicBezTo>
                  <a:cubicBezTo>
                    <a:pt x="23553" y="2611"/>
                    <a:pt x="22598" y="2435"/>
                    <a:pt x="21718" y="1743"/>
                  </a:cubicBezTo>
                  <a:cubicBezTo>
                    <a:pt x="21273" y="1397"/>
                    <a:pt x="20312" y="1309"/>
                    <a:pt x="19450" y="1309"/>
                  </a:cubicBezTo>
                  <a:cubicBezTo>
                    <a:pt x="18557" y="1309"/>
                    <a:pt x="17769" y="1404"/>
                    <a:pt x="17769" y="1404"/>
                  </a:cubicBezTo>
                  <a:cubicBezTo>
                    <a:pt x="17769" y="1404"/>
                    <a:pt x="19001" y="939"/>
                    <a:pt x="20070" y="876"/>
                  </a:cubicBezTo>
                  <a:cubicBezTo>
                    <a:pt x="20070" y="876"/>
                    <a:pt x="19479" y="436"/>
                    <a:pt x="18348" y="259"/>
                  </a:cubicBezTo>
                  <a:cubicBezTo>
                    <a:pt x="17991" y="204"/>
                    <a:pt x="17614" y="152"/>
                    <a:pt x="17235" y="152"/>
                  </a:cubicBezTo>
                  <a:cubicBezTo>
                    <a:pt x="16411" y="152"/>
                    <a:pt x="15574" y="397"/>
                    <a:pt x="14902" y="1379"/>
                  </a:cubicBezTo>
                  <a:cubicBezTo>
                    <a:pt x="14952" y="762"/>
                    <a:pt x="15342" y="234"/>
                    <a:pt x="15921" y="8"/>
                  </a:cubicBezTo>
                  <a:cubicBezTo>
                    <a:pt x="15921" y="8"/>
                    <a:pt x="15822" y="1"/>
                    <a:pt x="156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4"/>
            <p:cNvSpPr/>
            <p:nvPr/>
          </p:nvSpPr>
          <p:spPr>
            <a:xfrm>
              <a:off x="4497200" y="2001925"/>
              <a:ext cx="721200" cy="168900"/>
            </a:xfrm>
            <a:custGeom>
              <a:avLst/>
              <a:gdLst/>
              <a:ahLst/>
              <a:cxnLst/>
              <a:rect l="l" t="t" r="r" b="b"/>
              <a:pathLst>
                <a:path w="28848" h="6756" extrusionOk="0">
                  <a:moveTo>
                    <a:pt x="579" y="2616"/>
                  </a:moveTo>
                  <a:lnTo>
                    <a:pt x="579" y="2616"/>
                  </a:lnTo>
                  <a:cubicBezTo>
                    <a:pt x="1497" y="2880"/>
                    <a:pt x="2453" y="3107"/>
                    <a:pt x="3421" y="3295"/>
                  </a:cubicBezTo>
                  <a:cubicBezTo>
                    <a:pt x="4389" y="3484"/>
                    <a:pt x="5383" y="3647"/>
                    <a:pt x="6389" y="3761"/>
                  </a:cubicBezTo>
                  <a:cubicBezTo>
                    <a:pt x="7395" y="3874"/>
                    <a:pt x="8426" y="3949"/>
                    <a:pt x="9457" y="3987"/>
                  </a:cubicBezTo>
                  <a:cubicBezTo>
                    <a:pt x="9972" y="4012"/>
                    <a:pt x="10488" y="4012"/>
                    <a:pt x="11004" y="4012"/>
                  </a:cubicBezTo>
                  <a:cubicBezTo>
                    <a:pt x="11519" y="4012"/>
                    <a:pt x="12035" y="3987"/>
                    <a:pt x="12563" y="3949"/>
                  </a:cubicBezTo>
                  <a:cubicBezTo>
                    <a:pt x="14625" y="3849"/>
                    <a:pt x="16687" y="3610"/>
                    <a:pt x="18724" y="3245"/>
                  </a:cubicBezTo>
                  <a:cubicBezTo>
                    <a:pt x="19743" y="3082"/>
                    <a:pt x="20749" y="2893"/>
                    <a:pt x="21793" y="2767"/>
                  </a:cubicBezTo>
                  <a:cubicBezTo>
                    <a:pt x="22290" y="2706"/>
                    <a:pt x="22793" y="2674"/>
                    <a:pt x="23298" y="2674"/>
                  </a:cubicBezTo>
                  <a:cubicBezTo>
                    <a:pt x="23827" y="2674"/>
                    <a:pt x="24358" y="2709"/>
                    <a:pt x="24886" y="2780"/>
                  </a:cubicBezTo>
                  <a:cubicBezTo>
                    <a:pt x="24431" y="2724"/>
                    <a:pt x="23977" y="2698"/>
                    <a:pt x="23523" y="2698"/>
                  </a:cubicBezTo>
                  <a:cubicBezTo>
                    <a:pt x="22948" y="2698"/>
                    <a:pt x="22375" y="2740"/>
                    <a:pt x="21805" y="2818"/>
                  </a:cubicBezTo>
                  <a:cubicBezTo>
                    <a:pt x="20774" y="2956"/>
                    <a:pt x="19768" y="3157"/>
                    <a:pt x="18750" y="3333"/>
                  </a:cubicBezTo>
                  <a:cubicBezTo>
                    <a:pt x="16712" y="3710"/>
                    <a:pt x="14638" y="3949"/>
                    <a:pt x="12563" y="4062"/>
                  </a:cubicBezTo>
                  <a:cubicBezTo>
                    <a:pt x="12035" y="4088"/>
                    <a:pt x="11519" y="4100"/>
                    <a:pt x="10991" y="4113"/>
                  </a:cubicBezTo>
                  <a:cubicBezTo>
                    <a:pt x="10849" y="4116"/>
                    <a:pt x="10709" y="4118"/>
                    <a:pt x="10569" y="4118"/>
                  </a:cubicBezTo>
                  <a:cubicBezTo>
                    <a:pt x="10186" y="4118"/>
                    <a:pt x="9809" y="4106"/>
                    <a:pt x="9432" y="4088"/>
                  </a:cubicBezTo>
                  <a:cubicBezTo>
                    <a:pt x="8388" y="4050"/>
                    <a:pt x="7357" y="3974"/>
                    <a:pt x="6351" y="3836"/>
                  </a:cubicBezTo>
                  <a:cubicBezTo>
                    <a:pt x="4402" y="3610"/>
                    <a:pt x="2465" y="3195"/>
                    <a:pt x="579" y="2616"/>
                  </a:cubicBezTo>
                  <a:close/>
                  <a:moveTo>
                    <a:pt x="20475" y="291"/>
                  </a:moveTo>
                  <a:cubicBezTo>
                    <a:pt x="20713" y="291"/>
                    <a:pt x="20837" y="303"/>
                    <a:pt x="20837" y="303"/>
                  </a:cubicBezTo>
                  <a:cubicBezTo>
                    <a:pt x="20259" y="516"/>
                    <a:pt x="19856" y="1057"/>
                    <a:pt x="19818" y="1673"/>
                  </a:cubicBezTo>
                  <a:cubicBezTo>
                    <a:pt x="20491" y="681"/>
                    <a:pt x="21330" y="435"/>
                    <a:pt x="22156" y="435"/>
                  </a:cubicBezTo>
                  <a:cubicBezTo>
                    <a:pt x="22534" y="435"/>
                    <a:pt x="22909" y="486"/>
                    <a:pt x="23264" y="541"/>
                  </a:cubicBezTo>
                  <a:cubicBezTo>
                    <a:pt x="24396" y="718"/>
                    <a:pt x="24974" y="1158"/>
                    <a:pt x="24974" y="1158"/>
                  </a:cubicBezTo>
                  <a:cubicBezTo>
                    <a:pt x="23918" y="1221"/>
                    <a:pt x="22686" y="1698"/>
                    <a:pt x="22686" y="1698"/>
                  </a:cubicBezTo>
                  <a:cubicBezTo>
                    <a:pt x="22686" y="1698"/>
                    <a:pt x="23473" y="1604"/>
                    <a:pt x="24366" y="1604"/>
                  </a:cubicBezTo>
                  <a:cubicBezTo>
                    <a:pt x="25229" y="1604"/>
                    <a:pt x="26189" y="1692"/>
                    <a:pt x="26634" y="2038"/>
                  </a:cubicBezTo>
                  <a:cubicBezTo>
                    <a:pt x="27514" y="2717"/>
                    <a:pt x="28470" y="2893"/>
                    <a:pt x="28495" y="3371"/>
                  </a:cubicBezTo>
                  <a:cubicBezTo>
                    <a:pt x="28495" y="3383"/>
                    <a:pt x="28495" y="3396"/>
                    <a:pt x="28495" y="3409"/>
                  </a:cubicBezTo>
                  <a:cubicBezTo>
                    <a:pt x="28470" y="3924"/>
                    <a:pt x="28093" y="4150"/>
                    <a:pt x="26923" y="4251"/>
                  </a:cubicBezTo>
                  <a:cubicBezTo>
                    <a:pt x="26194" y="4326"/>
                    <a:pt x="25490" y="4528"/>
                    <a:pt x="24823" y="4855"/>
                  </a:cubicBezTo>
                  <a:cubicBezTo>
                    <a:pt x="23577" y="4370"/>
                    <a:pt x="22120" y="4276"/>
                    <a:pt x="21175" y="4276"/>
                  </a:cubicBezTo>
                  <a:cubicBezTo>
                    <a:pt x="20576" y="4276"/>
                    <a:pt x="20183" y="4314"/>
                    <a:pt x="20183" y="4314"/>
                  </a:cubicBezTo>
                  <a:cubicBezTo>
                    <a:pt x="20195" y="4314"/>
                    <a:pt x="20208" y="4314"/>
                    <a:pt x="20220" y="4314"/>
                  </a:cubicBezTo>
                  <a:cubicBezTo>
                    <a:pt x="22083" y="4314"/>
                    <a:pt x="24106" y="5257"/>
                    <a:pt x="24106" y="5257"/>
                  </a:cubicBezTo>
                  <a:cubicBezTo>
                    <a:pt x="24106" y="5257"/>
                    <a:pt x="22937" y="5270"/>
                    <a:pt x="22082" y="5332"/>
                  </a:cubicBezTo>
                  <a:cubicBezTo>
                    <a:pt x="21241" y="5393"/>
                    <a:pt x="19311" y="6341"/>
                    <a:pt x="18106" y="6341"/>
                  </a:cubicBezTo>
                  <a:cubicBezTo>
                    <a:pt x="18068" y="6341"/>
                    <a:pt x="18031" y="6340"/>
                    <a:pt x="17995" y="6338"/>
                  </a:cubicBezTo>
                  <a:cubicBezTo>
                    <a:pt x="16813" y="6276"/>
                    <a:pt x="13255" y="5370"/>
                    <a:pt x="13254" y="5370"/>
                  </a:cubicBezTo>
                  <a:lnTo>
                    <a:pt x="13254" y="5370"/>
                  </a:lnTo>
                  <a:lnTo>
                    <a:pt x="16235" y="6477"/>
                  </a:lnTo>
                  <a:cubicBezTo>
                    <a:pt x="16235" y="6477"/>
                    <a:pt x="15767" y="6544"/>
                    <a:pt x="14900" y="6544"/>
                  </a:cubicBezTo>
                  <a:cubicBezTo>
                    <a:pt x="14013" y="6544"/>
                    <a:pt x="12707" y="6474"/>
                    <a:pt x="11054" y="6188"/>
                  </a:cubicBezTo>
                  <a:cubicBezTo>
                    <a:pt x="8262" y="5710"/>
                    <a:pt x="8174" y="4930"/>
                    <a:pt x="5974" y="3987"/>
                  </a:cubicBezTo>
                  <a:lnTo>
                    <a:pt x="5974" y="3987"/>
                  </a:lnTo>
                  <a:cubicBezTo>
                    <a:pt x="6213" y="4025"/>
                    <a:pt x="6451" y="4050"/>
                    <a:pt x="6703" y="4075"/>
                  </a:cubicBezTo>
                  <a:cubicBezTo>
                    <a:pt x="6942" y="4100"/>
                    <a:pt x="7218" y="4138"/>
                    <a:pt x="7483" y="4150"/>
                  </a:cubicBezTo>
                  <a:lnTo>
                    <a:pt x="8275" y="4226"/>
                  </a:lnTo>
                  <a:cubicBezTo>
                    <a:pt x="8539" y="4238"/>
                    <a:pt x="8815" y="4251"/>
                    <a:pt x="9080" y="4264"/>
                  </a:cubicBezTo>
                  <a:lnTo>
                    <a:pt x="9482" y="4276"/>
                  </a:lnTo>
                  <a:lnTo>
                    <a:pt x="9884" y="4276"/>
                  </a:lnTo>
                  <a:lnTo>
                    <a:pt x="10689" y="4289"/>
                  </a:lnTo>
                  <a:lnTo>
                    <a:pt x="11506" y="4276"/>
                  </a:lnTo>
                  <a:cubicBezTo>
                    <a:pt x="11771" y="4276"/>
                    <a:pt x="12047" y="4264"/>
                    <a:pt x="12311" y="4251"/>
                  </a:cubicBezTo>
                  <a:lnTo>
                    <a:pt x="13116" y="4213"/>
                  </a:lnTo>
                  <a:cubicBezTo>
                    <a:pt x="13393" y="4188"/>
                    <a:pt x="13657" y="4163"/>
                    <a:pt x="13921" y="4150"/>
                  </a:cubicBezTo>
                  <a:lnTo>
                    <a:pt x="14323" y="4113"/>
                  </a:lnTo>
                  <a:lnTo>
                    <a:pt x="14726" y="4075"/>
                  </a:lnTo>
                  <a:cubicBezTo>
                    <a:pt x="14990" y="4037"/>
                    <a:pt x="15266" y="4012"/>
                    <a:pt x="15530" y="3987"/>
                  </a:cubicBezTo>
                  <a:cubicBezTo>
                    <a:pt x="16599" y="3861"/>
                    <a:pt x="17643" y="3685"/>
                    <a:pt x="18687" y="3509"/>
                  </a:cubicBezTo>
                  <a:cubicBezTo>
                    <a:pt x="19730" y="3333"/>
                    <a:pt x="20749" y="3132"/>
                    <a:pt x="21780" y="2994"/>
                  </a:cubicBezTo>
                  <a:cubicBezTo>
                    <a:pt x="22508" y="2904"/>
                    <a:pt x="23235" y="2859"/>
                    <a:pt x="23963" y="2859"/>
                  </a:cubicBezTo>
                  <a:cubicBezTo>
                    <a:pt x="24254" y="2859"/>
                    <a:pt x="24545" y="2866"/>
                    <a:pt x="24836" y="2880"/>
                  </a:cubicBezTo>
                  <a:cubicBezTo>
                    <a:pt x="24849" y="2883"/>
                    <a:pt x="24861" y="2884"/>
                    <a:pt x="24874" y="2884"/>
                  </a:cubicBezTo>
                  <a:cubicBezTo>
                    <a:pt x="24932" y="2884"/>
                    <a:pt x="24983" y="2859"/>
                    <a:pt x="25024" y="2818"/>
                  </a:cubicBezTo>
                  <a:cubicBezTo>
                    <a:pt x="25062" y="2767"/>
                    <a:pt x="25024" y="2704"/>
                    <a:pt x="24936" y="2679"/>
                  </a:cubicBezTo>
                  <a:cubicBezTo>
                    <a:pt x="24408" y="2566"/>
                    <a:pt x="23868" y="2516"/>
                    <a:pt x="23327" y="2516"/>
                  </a:cubicBezTo>
                  <a:cubicBezTo>
                    <a:pt x="22774" y="2516"/>
                    <a:pt x="22220" y="2553"/>
                    <a:pt x="21680" y="2616"/>
                  </a:cubicBezTo>
                  <a:cubicBezTo>
                    <a:pt x="20611" y="2755"/>
                    <a:pt x="19567" y="2943"/>
                    <a:pt x="18536" y="3119"/>
                  </a:cubicBezTo>
                  <a:cubicBezTo>
                    <a:pt x="17505" y="3283"/>
                    <a:pt x="16474" y="3446"/>
                    <a:pt x="15430" y="3559"/>
                  </a:cubicBezTo>
                  <a:cubicBezTo>
                    <a:pt x="14386" y="3673"/>
                    <a:pt x="13342" y="3748"/>
                    <a:pt x="12299" y="3798"/>
                  </a:cubicBezTo>
                  <a:cubicBezTo>
                    <a:pt x="12035" y="3811"/>
                    <a:pt x="11771" y="3811"/>
                    <a:pt x="11506" y="3824"/>
                  </a:cubicBezTo>
                  <a:lnTo>
                    <a:pt x="10727" y="3836"/>
                  </a:lnTo>
                  <a:lnTo>
                    <a:pt x="9935" y="3824"/>
                  </a:lnTo>
                  <a:lnTo>
                    <a:pt x="9545" y="3824"/>
                  </a:lnTo>
                  <a:lnTo>
                    <a:pt x="9155" y="3798"/>
                  </a:lnTo>
                  <a:cubicBezTo>
                    <a:pt x="8124" y="3761"/>
                    <a:pt x="7093" y="3673"/>
                    <a:pt x="6087" y="3547"/>
                  </a:cubicBezTo>
                  <a:cubicBezTo>
                    <a:pt x="5697" y="3497"/>
                    <a:pt x="5295" y="3434"/>
                    <a:pt x="4917" y="3383"/>
                  </a:cubicBezTo>
                  <a:cubicBezTo>
                    <a:pt x="5420" y="3157"/>
                    <a:pt x="6489" y="2679"/>
                    <a:pt x="7156" y="2478"/>
                  </a:cubicBezTo>
                  <a:cubicBezTo>
                    <a:pt x="7952" y="2220"/>
                    <a:pt x="8414" y="2133"/>
                    <a:pt x="8848" y="2133"/>
                  </a:cubicBezTo>
                  <a:cubicBezTo>
                    <a:pt x="9092" y="2133"/>
                    <a:pt x="9327" y="2161"/>
                    <a:pt x="9608" y="2201"/>
                  </a:cubicBezTo>
                  <a:cubicBezTo>
                    <a:pt x="9721" y="2218"/>
                    <a:pt x="9844" y="2225"/>
                    <a:pt x="9971" y="2225"/>
                  </a:cubicBezTo>
                  <a:cubicBezTo>
                    <a:pt x="10705" y="2225"/>
                    <a:pt x="11582" y="1988"/>
                    <a:pt x="11582" y="1988"/>
                  </a:cubicBezTo>
                  <a:lnTo>
                    <a:pt x="11582" y="1988"/>
                  </a:lnTo>
                  <a:cubicBezTo>
                    <a:pt x="10827" y="2453"/>
                    <a:pt x="9985" y="2780"/>
                    <a:pt x="9117" y="2956"/>
                  </a:cubicBezTo>
                  <a:cubicBezTo>
                    <a:pt x="10790" y="2893"/>
                    <a:pt x="12764" y="2038"/>
                    <a:pt x="14021" y="1573"/>
                  </a:cubicBezTo>
                  <a:cubicBezTo>
                    <a:pt x="14851" y="1271"/>
                    <a:pt x="15732" y="1082"/>
                    <a:pt x="16612" y="1019"/>
                  </a:cubicBezTo>
                  <a:lnTo>
                    <a:pt x="16612" y="1019"/>
                  </a:lnTo>
                  <a:cubicBezTo>
                    <a:pt x="16297" y="1673"/>
                    <a:pt x="15266" y="2528"/>
                    <a:pt x="15266" y="2528"/>
                  </a:cubicBezTo>
                  <a:cubicBezTo>
                    <a:pt x="17215" y="1736"/>
                    <a:pt x="17077" y="705"/>
                    <a:pt x="18536" y="466"/>
                  </a:cubicBezTo>
                  <a:cubicBezTo>
                    <a:pt x="19438" y="320"/>
                    <a:pt x="20098" y="291"/>
                    <a:pt x="20475" y="291"/>
                  </a:cubicBezTo>
                  <a:close/>
                  <a:moveTo>
                    <a:pt x="18863" y="1"/>
                  </a:moveTo>
                  <a:lnTo>
                    <a:pt x="18724" y="39"/>
                  </a:lnTo>
                  <a:cubicBezTo>
                    <a:pt x="18636" y="64"/>
                    <a:pt x="18511" y="101"/>
                    <a:pt x="18360" y="152"/>
                  </a:cubicBezTo>
                  <a:cubicBezTo>
                    <a:pt x="18209" y="202"/>
                    <a:pt x="18058" y="277"/>
                    <a:pt x="17882" y="353"/>
                  </a:cubicBezTo>
                  <a:cubicBezTo>
                    <a:pt x="17718" y="428"/>
                    <a:pt x="17568" y="529"/>
                    <a:pt x="17404" y="630"/>
                  </a:cubicBezTo>
                  <a:cubicBezTo>
                    <a:pt x="17241" y="730"/>
                    <a:pt x="17127" y="856"/>
                    <a:pt x="17002" y="956"/>
                  </a:cubicBezTo>
                  <a:lnTo>
                    <a:pt x="16977" y="994"/>
                  </a:lnTo>
                  <a:cubicBezTo>
                    <a:pt x="16964" y="944"/>
                    <a:pt x="16939" y="894"/>
                    <a:pt x="16901" y="868"/>
                  </a:cubicBezTo>
                  <a:cubicBezTo>
                    <a:pt x="16825" y="825"/>
                    <a:pt x="16739" y="791"/>
                    <a:pt x="16652" y="791"/>
                  </a:cubicBezTo>
                  <a:cubicBezTo>
                    <a:pt x="16638" y="791"/>
                    <a:pt x="16625" y="791"/>
                    <a:pt x="16612" y="793"/>
                  </a:cubicBezTo>
                  <a:cubicBezTo>
                    <a:pt x="15669" y="868"/>
                    <a:pt x="14738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4" y="1623"/>
                    <a:pt x="13330" y="1522"/>
                    <a:pt x="13518" y="1434"/>
                  </a:cubicBezTo>
                  <a:cubicBezTo>
                    <a:pt x="13720" y="1321"/>
                    <a:pt x="13933" y="1221"/>
                    <a:pt x="14160" y="1145"/>
                  </a:cubicBezTo>
                  <a:cubicBezTo>
                    <a:pt x="14323" y="1082"/>
                    <a:pt x="14487" y="1032"/>
                    <a:pt x="14663" y="994"/>
                  </a:cubicBezTo>
                  <a:cubicBezTo>
                    <a:pt x="14726" y="969"/>
                    <a:pt x="14776" y="969"/>
                    <a:pt x="14814" y="956"/>
                  </a:cubicBezTo>
                  <a:lnTo>
                    <a:pt x="14864" y="944"/>
                  </a:lnTo>
                  <a:lnTo>
                    <a:pt x="14650" y="944"/>
                  </a:lnTo>
                  <a:cubicBezTo>
                    <a:pt x="14462" y="956"/>
                    <a:pt x="14273" y="982"/>
                    <a:pt x="14084" y="1032"/>
                  </a:cubicBezTo>
                  <a:cubicBezTo>
                    <a:pt x="13833" y="1095"/>
                    <a:pt x="13594" y="1183"/>
                    <a:pt x="13355" y="1271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62" y="1761"/>
                    <a:pt x="12148" y="1900"/>
                    <a:pt x="11934" y="2013"/>
                  </a:cubicBezTo>
                  <a:cubicBezTo>
                    <a:pt x="11947" y="1988"/>
                    <a:pt x="11947" y="1975"/>
                    <a:pt x="11947" y="1950"/>
                  </a:cubicBezTo>
                  <a:cubicBezTo>
                    <a:pt x="11947" y="1912"/>
                    <a:pt x="11921" y="1874"/>
                    <a:pt x="11884" y="1849"/>
                  </a:cubicBezTo>
                  <a:cubicBezTo>
                    <a:pt x="11805" y="1788"/>
                    <a:pt x="11701" y="1757"/>
                    <a:pt x="11598" y="1757"/>
                  </a:cubicBezTo>
                  <a:cubicBezTo>
                    <a:pt x="11554" y="1757"/>
                    <a:pt x="11510" y="1763"/>
                    <a:pt x="11469" y="1774"/>
                  </a:cubicBezTo>
                  <a:cubicBezTo>
                    <a:pt x="11219" y="1847"/>
                    <a:pt x="10557" y="1997"/>
                    <a:pt x="10029" y="1997"/>
                  </a:cubicBezTo>
                  <a:cubicBezTo>
                    <a:pt x="9919" y="1997"/>
                    <a:pt x="9814" y="1990"/>
                    <a:pt x="9721" y="1975"/>
                  </a:cubicBezTo>
                  <a:cubicBezTo>
                    <a:pt x="9408" y="1927"/>
                    <a:pt x="9142" y="1899"/>
                    <a:pt x="8876" y="1899"/>
                  </a:cubicBezTo>
                  <a:cubicBezTo>
                    <a:pt x="8370" y="1899"/>
                    <a:pt x="7862" y="2001"/>
                    <a:pt x="7030" y="2264"/>
                  </a:cubicBezTo>
                  <a:cubicBezTo>
                    <a:pt x="6791" y="2340"/>
                    <a:pt x="6502" y="2453"/>
                    <a:pt x="6200" y="2566"/>
                  </a:cubicBezTo>
                  <a:cubicBezTo>
                    <a:pt x="6301" y="2491"/>
                    <a:pt x="6389" y="2415"/>
                    <a:pt x="6464" y="2340"/>
                  </a:cubicBezTo>
                  <a:cubicBezTo>
                    <a:pt x="6552" y="2252"/>
                    <a:pt x="6615" y="2164"/>
                    <a:pt x="6665" y="2101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9" y="2201"/>
                    <a:pt x="6313" y="2277"/>
                  </a:cubicBezTo>
                  <a:cubicBezTo>
                    <a:pt x="6175" y="2352"/>
                    <a:pt x="6049" y="2440"/>
                    <a:pt x="5886" y="2528"/>
                  </a:cubicBezTo>
                  <a:cubicBezTo>
                    <a:pt x="5722" y="2616"/>
                    <a:pt x="5559" y="2717"/>
                    <a:pt x="5383" y="2805"/>
                  </a:cubicBezTo>
                  <a:cubicBezTo>
                    <a:pt x="5207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7" y="3270"/>
                  </a:cubicBezTo>
                  <a:cubicBezTo>
                    <a:pt x="3962" y="3195"/>
                    <a:pt x="3534" y="3119"/>
                    <a:pt x="3119" y="3031"/>
                  </a:cubicBezTo>
                  <a:cubicBezTo>
                    <a:pt x="2138" y="2830"/>
                    <a:pt x="1170" y="2616"/>
                    <a:pt x="202" y="2403"/>
                  </a:cubicBezTo>
                  <a:cubicBezTo>
                    <a:pt x="188" y="2399"/>
                    <a:pt x="174" y="2398"/>
                    <a:pt x="159" y="2398"/>
                  </a:cubicBezTo>
                  <a:cubicBezTo>
                    <a:pt x="120" y="2398"/>
                    <a:pt x="78" y="2409"/>
                    <a:pt x="51" y="2428"/>
                  </a:cubicBezTo>
                  <a:cubicBezTo>
                    <a:pt x="1" y="2465"/>
                    <a:pt x="13" y="2516"/>
                    <a:pt x="63" y="2541"/>
                  </a:cubicBezTo>
                  <a:cubicBezTo>
                    <a:pt x="969" y="2931"/>
                    <a:pt x="1899" y="3220"/>
                    <a:pt x="2855" y="3434"/>
                  </a:cubicBezTo>
                  <a:cubicBezTo>
                    <a:pt x="3459" y="3572"/>
                    <a:pt x="4075" y="3685"/>
                    <a:pt x="4704" y="3786"/>
                  </a:cubicBezTo>
                  <a:lnTo>
                    <a:pt x="4817" y="3849"/>
                  </a:lnTo>
                  <a:cubicBezTo>
                    <a:pt x="5018" y="3937"/>
                    <a:pt x="5219" y="4050"/>
                    <a:pt x="5420" y="4176"/>
                  </a:cubicBezTo>
                  <a:cubicBezTo>
                    <a:pt x="5571" y="4276"/>
                    <a:pt x="5735" y="4389"/>
                    <a:pt x="5873" y="4515"/>
                  </a:cubicBezTo>
                  <a:cubicBezTo>
                    <a:pt x="5948" y="4565"/>
                    <a:pt x="5999" y="4616"/>
                    <a:pt x="6049" y="4653"/>
                  </a:cubicBezTo>
                  <a:cubicBezTo>
                    <a:pt x="6099" y="4691"/>
                    <a:pt x="6137" y="4729"/>
                    <a:pt x="6175" y="4779"/>
                  </a:cubicBezTo>
                  <a:lnTo>
                    <a:pt x="6288" y="4880"/>
                  </a:lnTo>
                  <a:lnTo>
                    <a:pt x="6288" y="4880"/>
                  </a:lnTo>
                  <a:lnTo>
                    <a:pt x="6238" y="4754"/>
                  </a:lnTo>
                  <a:cubicBezTo>
                    <a:pt x="6213" y="4704"/>
                    <a:pt x="6187" y="4666"/>
                    <a:pt x="6162" y="4616"/>
                  </a:cubicBezTo>
                  <a:cubicBezTo>
                    <a:pt x="6124" y="4565"/>
                    <a:pt x="6087" y="4503"/>
                    <a:pt x="6049" y="4452"/>
                  </a:cubicBezTo>
                  <a:cubicBezTo>
                    <a:pt x="5999" y="4389"/>
                    <a:pt x="5936" y="4326"/>
                    <a:pt x="5873" y="4264"/>
                  </a:cubicBezTo>
                  <a:lnTo>
                    <a:pt x="5873" y="4264"/>
                  </a:lnTo>
                  <a:cubicBezTo>
                    <a:pt x="5999" y="4352"/>
                    <a:pt x="6124" y="4452"/>
                    <a:pt x="6275" y="4565"/>
                  </a:cubicBezTo>
                  <a:cubicBezTo>
                    <a:pt x="6414" y="4679"/>
                    <a:pt x="6602" y="4804"/>
                    <a:pt x="6778" y="4930"/>
                  </a:cubicBezTo>
                  <a:cubicBezTo>
                    <a:pt x="6942" y="5068"/>
                    <a:pt x="7143" y="5182"/>
                    <a:pt x="7307" y="5295"/>
                  </a:cubicBezTo>
                  <a:cubicBezTo>
                    <a:pt x="7470" y="5408"/>
                    <a:pt x="7633" y="5521"/>
                    <a:pt x="7772" y="5609"/>
                  </a:cubicBezTo>
                  <a:lnTo>
                    <a:pt x="8124" y="5823"/>
                  </a:lnTo>
                  <a:lnTo>
                    <a:pt x="8262" y="5898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8" y="5546"/>
                  </a:lnTo>
                  <a:cubicBezTo>
                    <a:pt x="8224" y="5697"/>
                    <a:pt x="8501" y="5861"/>
                    <a:pt x="8778" y="6012"/>
                  </a:cubicBezTo>
                  <a:cubicBezTo>
                    <a:pt x="9029" y="6150"/>
                    <a:pt x="9306" y="6263"/>
                    <a:pt x="9583" y="6364"/>
                  </a:cubicBezTo>
                  <a:cubicBezTo>
                    <a:pt x="9796" y="6426"/>
                    <a:pt x="10010" y="6489"/>
                    <a:pt x="10224" y="6527"/>
                  </a:cubicBezTo>
                  <a:cubicBezTo>
                    <a:pt x="10312" y="6552"/>
                    <a:pt x="10375" y="6552"/>
                    <a:pt x="10425" y="6565"/>
                  </a:cubicBezTo>
                  <a:lnTo>
                    <a:pt x="10488" y="6565"/>
                  </a:lnTo>
                  <a:lnTo>
                    <a:pt x="10425" y="6552"/>
                  </a:lnTo>
                  <a:cubicBezTo>
                    <a:pt x="10387" y="6540"/>
                    <a:pt x="10324" y="6515"/>
                    <a:pt x="10262" y="6489"/>
                  </a:cubicBezTo>
                  <a:cubicBezTo>
                    <a:pt x="10060" y="6426"/>
                    <a:pt x="9872" y="6351"/>
                    <a:pt x="9696" y="6263"/>
                  </a:cubicBezTo>
                  <a:cubicBezTo>
                    <a:pt x="9457" y="6150"/>
                    <a:pt x="9218" y="6024"/>
                    <a:pt x="9004" y="5886"/>
                  </a:cubicBezTo>
                  <a:lnTo>
                    <a:pt x="9004" y="5886"/>
                  </a:lnTo>
                  <a:cubicBezTo>
                    <a:pt x="9633" y="6112"/>
                    <a:pt x="10274" y="6288"/>
                    <a:pt x="10941" y="6389"/>
                  </a:cubicBezTo>
                  <a:cubicBezTo>
                    <a:pt x="12612" y="6681"/>
                    <a:pt x="13940" y="6755"/>
                    <a:pt x="14856" y="6755"/>
                  </a:cubicBezTo>
                  <a:cubicBezTo>
                    <a:pt x="15752" y="6755"/>
                    <a:pt x="16254" y="6684"/>
                    <a:pt x="16297" y="6678"/>
                  </a:cubicBezTo>
                  <a:cubicBezTo>
                    <a:pt x="16411" y="6678"/>
                    <a:pt x="16511" y="6603"/>
                    <a:pt x="16574" y="6502"/>
                  </a:cubicBezTo>
                  <a:cubicBezTo>
                    <a:pt x="16574" y="6489"/>
                    <a:pt x="16574" y="6464"/>
                    <a:pt x="16574" y="6452"/>
                  </a:cubicBezTo>
                  <a:cubicBezTo>
                    <a:pt x="16574" y="6426"/>
                    <a:pt x="16562" y="6401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90" y="6502"/>
                    <a:pt x="17379" y="6552"/>
                    <a:pt x="17656" y="6590"/>
                  </a:cubicBezTo>
                  <a:cubicBezTo>
                    <a:pt x="17932" y="6628"/>
                    <a:pt x="18196" y="6653"/>
                    <a:pt x="18423" y="6665"/>
                  </a:cubicBezTo>
                  <a:cubicBezTo>
                    <a:pt x="18649" y="6691"/>
                    <a:pt x="18838" y="6691"/>
                    <a:pt x="18976" y="6691"/>
                  </a:cubicBezTo>
                  <a:lnTo>
                    <a:pt x="19190" y="6691"/>
                  </a:lnTo>
                  <a:lnTo>
                    <a:pt x="18989" y="6653"/>
                  </a:lnTo>
                  <a:cubicBezTo>
                    <a:pt x="18875" y="6628"/>
                    <a:pt x="18699" y="6590"/>
                    <a:pt x="18486" y="6552"/>
                  </a:cubicBezTo>
                  <a:lnTo>
                    <a:pt x="18423" y="6540"/>
                  </a:lnTo>
                  <a:cubicBezTo>
                    <a:pt x="19152" y="6464"/>
                    <a:pt x="19982" y="6188"/>
                    <a:pt x="20724" y="5936"/>
                  </a:cubicBezTo>
                  <a:cubicBezTo>
                    <a:pt x="21277" y="5747"/>
                    <a:pt x="21830" y="5559"/>
                    <a:pt x="22120" y="5546"/>
                  </a:cubicBezTo>
                  <a:cubicBezTo>
                    <a:pt x="22950" y="5483"/>
                    <a:pt x="24094" y="5471"/>
                    <a:pt x="24106" y="5471"/>
                  </a:cubicBezTo>
                  <a:cubicBezTo>
                    <a:pt x="24245" y="5471"/>
                    <a:pt x="24371" y="5421"/>
                    <a:pt x="24446" y="5320"/>
                  </a:cubicBezTo>
                  <a:cubicBezTo>
                    <a:pt x="24459" y="5295"/>
                    <a:pt x="24471" y="5270"/>
                    <a:pt x="24471" y="5232"/>
                  </a:cubicBezTo>
                  <a:cubicBezTo>
                    <a:pt x="24459" y="5156"/>
                    <a:pt x="24408" y="5106"/>
                    <a:pt x="24345" y="5081"/>
                  </a:cubicBezTo>
                  <a:cubicBezTo>
                    <a:pt x="23981" y="4918"/>
                    <a:pt x="23616" y="4779"/>
                    <a:pt x="23239" y="4653"/>
                  </a:cubicBezTo>
                  <a:lnTo>
                    <a:pt x="23239" y="4653"/>
                  </a:lnTo>
                  <a:cubicBezTo>
                    <a:pt x="23314" y="4666"/>
                    <a:pt x="23402" y="4679"/>
                    <a:pt x="23478" y="4691"/>
                  </a:cubicBezTo>
                  <a:lnTo>
                    <a:pt x="23541" y="4716"/>
                  </a:lnTo>
                  <a:cubicBezTo>
                    <a:pt x="23704" y="4767"/>
                    <a:pt x="23880" y="4817"/>
                    <a:pt x="24044" y="4867"/>
                  </a:cubicBezTo>
                  <a:cubicBezTo>
                    <a:pt x="24207" y="4918"/>
                    <a:pt x="24383" y="4968"/>
                    <a:pt x="24534" y="5018"/>
                  </a:cubicBezTo>
                  <a:cubicBezTo>
                    <a:pt x="24697" y="5068"/>
                    <a:pt x="24848" y="5094"/>
                    <a:pt x="24974" y="5144"/>
                  </a:cubicBezTo>
                  <a:cubicBezTo>
                    <a:pt x="25100" y="5182"/>
                    <a:pt x="25226" y="5207"/>
                    <a:pt x="25288" y="5219"/>
                  </a:cubicBezTo>
                  <a:lnTo>
                    <a:pt x="25414" y="5257"/>
                  </a:lnTo>
                  <a:lnTo>
                    <a:pt x="25414" y="5257"/>
                  </a:lnTo>
                  <a:lnTo>
                    <a:pt x="25339" y="5194"/>
                  </a:lnTo>
                  <a:cubicBezTo>
                    <a:pt x="25276" y="5156"/>
                    <a:pt x="25188" y="5106"/>
                    <a:pt x="25087" y="5031"/>
                  </a:cubicBezTo>
                  <a:lnTo>
                    <a:pt x="25037" y="5006"/>
                  </a:lnTo>
                  <a:lnTo>
                    <a:pt x="25050" y="5006"/>
                  </a:lnTo>
                  <a:cubicBezTo>
                    <a:pt x="25653" y="4704"/>
                    <a:pt x="26294" y="4515"/>
                    <a:pt x="26961" y="4452"/>
                  </a:cubicBezTo>
                  <a:cubicBezTo>
                    <a:pt x="28269" y="4339"/>
                    <a:pt x="28822" y="4037"/>
                    <a:pt x="28847" y="3396"/>
                  </a:cubicBezTo>
                  <a:cubicBezTo>
                    <a:pt x="28847" y="3371"/>
                    <a:pt x="28847" y="3358"/>
                    <a:pt x="28847" y="3333"/>
                  </a:cubicBezTo>
                  <a:cubicBezTo>
                    <a:pt x="28835" y="2968"/>
                    <a:pt x="28420" y="2755"/>
                    <a:pt x="27929" y="2503"/>
                  </a:cubicBezTo>
                  <a:cubicBezTo>
                    <a:pt x="27577" y="2327"/>
                    <a:pt x="27238" y="2113"/>
                    <a:pt x="26911" y="1887"/>
                  </a:cubicBezTo>
                  <a:cubicBezTo>
                    <a:pt x="26471" y="1535"/>
                    <a:pt x="25641" y="1409"/>
                    <a:pt x="24823" y="1384"/>
                  </a:cubicBezTo>
                  <a:lnTo>
                    <a:pt x="24999" y="1359"/>
                  </a:lnTo>
                  <a:cubicBezTo>
                    <a:pt x="25112" y="1359"/>
                    <a:pt x="25226" y="1309"/>
                    <a:pt x="25301" y="1233"/>
                  </a:cubicBezTo>
                  <a:cubicBezTo>
                    <a:pt x="25326" y="1208"/>
                    <a:pt x="25339" y="1170"/>
                    <a:pt x="25339" y="1133"/>
                  </a:cubicBezTo>
                  <a:cubicBezTo>
                    <a:pt x="25326" y="1082"/>
                    <a:pt x="25301" y="1032"/>
                    <a:pt x="25263" y="1007"/>
                  </a:cubicBezTo>
                  <a:cubicBezTo>
                    <a:pt x="25238" y="994"/>
                    <a:pt x="24597" y="516"/>
                    <a:pt x="23377" y="328"/>
                  </a:cubicBezTo>
                  <a:cubicBezTo>
                    <a:pt x="22995" y="251"/>
                    <a:pt x="22613" y="215"/>
                    <a:pt x="22227" y="215"/>
                  </a:cubicBezTo>
                  <a:cubicBezTo>
                    <a:pt x="22041" y="215"/>
                    <a:pt x="21855" y="223"/>
                    <a:pt x="21667" y="240"/>
                  </a:cubicBezTo>
                  <a:cubicBezTo>
                    <a:pt x="21717" y="215"/>
                    <a:pt x="21768" y="202"/>
                    <a:pt x="21818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13"/>
                  </a:lnTo>
                  <a:lnTo>
                    <a:pt x="22170" y="13"/>
                  </a:lnTo>
                  <a:lnTo>
                    <a:pt x="22044" y="26"/>
                  </a:lnTo>
                  <a:cubicBezTo>
                    <a:pt x="21969" y="39"/>
                    <a:pt x="21868" y="51"/>
                    <a:pt x="21730" y="76"/>
                  </a:cubicBezTo>
                  <a:cubicBezTo>
                    <a:pt x="21604" y="101"/>
                    <a:pt x="21466" y="139"/>
                    <a:pt x="21315" y="189"/>
                  </a:cubicBezTo>
                  <a:lnTo>
                    <a:pt x="21189" y="252"/>
                  </a:lnTo>
                  <a:cubicBezTo>
                    <a:pt x="21126" y="152"/>
                    <a:pt x="21026" y="89"/>
                    <a:pt x="20912" y="89"/>
                  </a:cubicBezTo>
                  <a:cubicBezTo>
                    <a:pt x="20898" y="89"/>
                    <a:pt x="20766" y="78"/>
                    <a:pt x="20525" y="78"/>
                  </a:cubicBezTo>
                  <a:cubicBezTo>
                    <a:pt x="20124" y="78"/>
                    <a:pt x="19424" y="108"/>
                    <a:pt x="18473" y="265"/>
                  </a:cubicBezTo>
                  <a:lnTo>
                    <a:pt x="18435" y="265"/>
                  </a:lnTo>
                  <a:lnTo>
                    <a:pt x="18473" y="240"/>
                  </a:lnTo>
                  <a:cubicBezTo>
                    <a:pt x="18586" y="164"/>
                    <a:pt x="18687" y="114"/>
                    <a:pt x="18762" y="64"/>
                  </a:cubicBezTo>
                  <a:lnTo>
                    <a:pt x="188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4"/>
            <p:cNvSpPr/>
            <p:nvPr/>
          </p:nvSpPr>
          <p:spPr>
            <a:xfrm>
              <a:off x="4757825" y="2117625"/>
              <a:ext cx="110675" cy="39325"/>
            </a:xfrm>
            <a:custGeom>
              <a:avLst/>
              <a:gdLst/>
              <a:ahLst/>
              <a:cxnLst/>
              <a:rect l="l" t="t" r="r" b="b"/>
              <a:pathLst>
                <a:path w="4427" h="1573" extrusionOk="0">
                  <a:moveTo>
                    <a:pt x="0" y="0"/>
                  </a:moveTo>
                  <a:lnTo>
                    <a:pt x="151" y="101"/>
                  </a:lnTo>
                  <a:cubicBezTo>
                    <a:pt x="252" y="164"/>
                    <a:pt x="402" y="239"/>
                    <a:pt x="579" y="340"/>
                  </a:cubicBezTo>
                  <a:cubicBezTo>
                    <a:pt x="767" y="440"/>
                    <a:pt x="993" y="541"/>
                    <a:pt x="1232" y="654"/>
                  </a:cubicBezTo>
                  <a:cubicBezTo>
                    <a:pt x="1471" y="767"/>
                    <a:pt x="1761" y="868"/>
                    <a:pt x="2025" y="969"/>
                  </a:cubicBezTo>
                  <a:cubicBezTo>
                    <a:pt x="2301" y="1069"/>
                    <a:pt x="2603" y="1157"/>
                    <a:pt x="2880" y="1233"/>
                  </a:cubicBezTo>
                  <a:cubicBezTo>
                    <a:pt x="3144" y="1321"/>
                    <a:pt x="3420" y="1384"/>
                    <a:pt x="3647" y="1434"/>
                  </a:cubicBezTo>
                  <a:cubicBezTo>
                    <a:pt x="3873" y="1484"/>
                    <a:pt x="4074" y="1522"/>
                    <a:pt x="4213" y="1547"/>
                  </a:cubicBezTo>
                  <a:lnTo>
                    <a:pt x="4426" y="1572"/>
                  </a:lnTo>
                  <a:lnTo>
                    <a:pt x="4426" y="1572"/>
                  </a:lnTo>
                  <a:lnTo>
                    <a:pt x="4238" y="1497"/>
                  </a:lnTo>
                  <a:cubicBezTo>
                    <a:pt x="4112" y="1459"/>
                    <a:pt x="3949" y="1396"/>
                    <a:pt x="3735" y="1321"/>
                  </a:cubicBezTo>
                  <a:cubicBezTo>
                    <a:pt x="3534" y="1245"/>
                    <a:pt x="3282" y="1170"/>
                    <a:pt x="3031" y="1069"/>
                  </a:cubicBezTo>
                  <a:cubicBezTo>
                    <a:pt x="2767" y="981"/>
                    <a:pt x="2490" y="881"/>
                    <a:pt x="2226" y="780"/>
                  </a:cubicBezTo>
                  <a:cubicBezTo>
                    <a:pt x="1949" y="679"/>
                    <a:pt x="1673" y="591"/>
                    <a:pt x="1408" y="491"/>
                  </a:cubicBezTo>
                  <a:cubicBezTo>
                    <a:pt x="1157" y="403"/>
                    <a:pt x="905" y="315"/>
                    <a:pt x="704" y="239"/>
                  </a:cubicBezTo>
                  <a:cubicBezTo>
                    <a:pt x="490" y="176"/>
                    <a:pt x="314" y="113"/>
                    <a:pt x="189" y="6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4"/>
            <p:cNvSpPr/>
            <p:nvPr/>
          </p:nvSpPr>
          <p:spPr>
            <a:xfrm>
              <a:off x="4867525" y="2109450"/>
              <a:ext cx="178275" cy="16375"/>
            </a:xfrm>
            <a:custGeom>
              <a:avLst/>
              <a:gdLst/>
              <a:ahLst/>
              <a:cxnLst/>
              <a:rect l="l" t="t" r="r" b="b"/>
              <a:pathLst>
                <a:path w="7131" h="655" extrusionOk="0">
                  <a:moveTo>
                    <a:pt x="1" y="0"/>
                  </a:moveTo>
                  <a:lnTo>
                    <a:pt x="277" y="88"/>
                  </a:lnTo>
                  <a:lnTo>
                    <a:pt x="428" y="126"/>
                  </a:lnTo>
                  <a:lnTo>
                    <a:pt x="604" y="176"/>
                  </a:lnTo>
                  <a:cubicBezTo>
                    <a:pt x="743" y="202"/>
                    <a:pt x="881" y="239"/>
                    <a:pt x="1044" y="264"/>
                  </a:cubicBezTo>
                  <a:cubicBezTo>
                    <a:pt x="1371" y="327"/>
                    <a:pt x="1774" y="365"/>
                    <a:pt x="2201" y="403"/>
                  </a:cubicBezTo>
                  <a:cubicBezTo>
                    <a:pt x="2629" y="440"/>
                    <a:pt x="3081" y="440"/>
                    <a:pt x="3547" y="453"/>
                  </a:cubicBezTo>
                  <a:cubicBezTo>
                    <a:pt x="3999" y="466"/>
                    <a:pt x="4452" y="453"/>
                    <a:pt x="4880" y="478"/>
                  </a:cubicBezTo>
                  <a:cubicBezTo>
                    <a:pt x="5295" y="503"/>
                    <a:pt x="5697" y="503"/>
                    <a:pt x="6024" y="528"/>
                  </a:cubicBezTo>
                  <a:cubicBezTo>
                    <a:pt x="6187" y="541"/>
                    <a:pt x="6338" y="554"/>
                    <a:pt x="6477" y="566"/>
                  </a:cubicBezTo>
                  <a:cubicBezTo>
                    <a:pt x="6628" y="579"/>
                    <a:pt x="6728" y="591"/>
                    <a:pt x="6829" y="617"/>
                  </a:cubicBezTo>
                  <a:lnTo>
                    <a:pt x="7131" y="654"/>
                  </a:lnTo>
                  <a:lnTo>
                    <a:pt x="6854" y="566"/>
                  </a:lnTo>
                  <a:cubicBezTo>
                    <a:pt x="6766" y="541"/>
                    <a:pt x="6653" y="516"/>
                    <a:pt x="6514" y="491"/>
                  </a:cubicBezTo>
                  <a:cubicBezTo>
                    <a:pt x="6389" y="466"/>
                    <a:pt x="6238" y="440"/>
                    <a:pt x="6074" y="415"/>
                  </a:cubicBezTo>
                  <a:cubicBezTo>
                    <a:pt x="5735" y="365"/>
                    <a:pt x="5345" y="327"/>
                    <a:pt x="4917" y="290"/>
                  </a:cubicBezTo>
                  <a:cubicBezTo>
                    <a:pt x="4490" y="264"/>
                    <a:pt x="4025" y="252"/>
                    <a:pt x="3572" y="239"/>
                  </a:cubicBezTo>
                  <a:cubicBezTo>
                    <a:pt x="3119" y="227"/>
                    <a:pt x="2667" y="239"/>
                    <a:pt x="2239" y="214"/>
                  </a:cubicBezTo>
                  <a:cubicBezTo>
                    <a:pt x="1824" y="202"/>
                    <a:pt x="1434" y="189"/>
                    <a:pt x="1095" y="151"/>
                  </a:cubicBezTo>
                  <a:cubicBezTo>
                    <a:pt x="931" y="139"/>
                    <a:pt x="780" y="114"/>
                    <a:pt x="642" y="101"/>
                  </a:cubicBezTo>
                  <a:lnTo>
                    <a:pt x="453" y="76"/>
                  </a:lnTo>
                  <a:lnTo>
                    <a:pt x="302" y="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4"/>
            <p:cNvSpPr/>
            <p:nvPr/>
          </p:nvSpPr>
          <p:spPr>
            <a:xfrm>
              <a:off x="4974100" y="2020350"/>
              <a:ext cx="88375" cy="53900"/>
            </a:xfrm>
            <a:custGeom>
              <a:avLst/>
              <a:gdLst/>
              <a:ahLst/>
              <a:cxnLst/>
              <a:rect l="l" t="t" r="r" b="b"/>
              <a:pathLst>
                <a:path w="3535" h="2156" extrusionOk="0">
                  <a:moveTo>
                    <a:pt x="3209" y="1"/>
                  </a:moveTo>
                  <a:cubicBezTo>
                    <a:pt x="3062" y="1"/>
                    <a:pt x="2914" y="12"/>
                    <a:pt x="2767" y="31"/>
                  </a:cubicBezTo>
                  <a:cubicBezTo>
                    <a:pt x="2478" y="69"/>
                    <a:pt x="2201" y="144"/>
                    <a:pt x="1937" y="257"/>
                  </a:cubicBezTo>
                  <a:cubicBezTo>
                    <a:pt x="1686" y="370"/>
                    <a:pt x="1447" y="521"/>
                    <a:pt x="1233" y="722"/>
                  </a:cubicBezTo>
                  <a:cubicBezTo>
                    <a:pt x="1082" y="898"/>
                    <a:pt x="944" y="1087"/>
                    <a:pt x="818" y="1276"/>
                  </a:cubicBezTo>
                  <a:cubicBezTo>
                    <a:pt x="717" y="1439"/>
                    <a:pt x="604" y="1603"/>
                    <a:pt x="478" y="1754"/>
                  </a:cubicBezTo>
                  <a:cubicBezTo>
                    <a:pt x="390" y="1867"/>
                    <a:pt x="277" y="1967"/>
                    <a:pt x="151" y="2055"/>
                  </a:cubicBezTo>
                  <a:cubicBezTo>
                    <a:pt x="101" y="2093"/>
                    <a:pt x="51" y="2118"/>
                    <a:pt x="1" y="2156"/>
                  </a:cubicBezTo>
                  <a:cubicBezTo>
                    <a:pt x="63" y="2131"/>
                    <a:pt x="139" y="2106"/>
                    <a:pt x="202" y="2081"/>
                  </a:cubicBezTo>
                  <a:cubicBezTo>
                    <a:pt x="353" y="2005"/>
                    <a:pt x="504" y="1917"/>
                    <a:pt x="642" y="1804"/>
                  </a:cubicBezTo>
                  <a:cubicBezTo>
                    <a:pt x="805" y="1666"/>
                    <a:pt x="944" y="1502"/>
                    <a:pt x="1082" y="1326"/>
                  </a:cubicBezTo>
                  <a:cubicBezTo>
                    <a:pt x="1220" y="1150"/>
                    <a:pt x="1359" y="974"/>
                    <a:pt x="1522" y="810"/>
                  </a:cubicBezTo>
                  <a:cubicBezTo>
                    <a:pt x="1686" y="634"/>
                    <a:pt x="1887" y="484"/>
                    <a:pt x="2113" y="383"/>
                  </a:cubicBezTo>
                  <a:cubicBezTo>
                    <a:pt x="2327" y="270"/>
                    <a:pt x="2553" y="182"/>
                    <a:pt x="2805" y="131"/>
                  </a:cubicBezTo>
                  <a:cubicBezTo>
                    <a:pt x="2981" y="81"/>
                    <a:pt x="3169" y="56"/>
                    <a:pt x="3358" y="43"/>
                  </a:cubicBezTo>
                  <a:cubicBezTo>
                    <a:pt x="3433" y="31"/>
                    <a:pt x="3484" y="31"/>
                    <a:pt x="3521" y="31"/>
                  </a:cubicBezTo>
                  <a:lnTo>
                    <a:pt x="3534" y="31"/>
                  </a:lnTo>
                  <a:cubicBezTo>
                    <a:pt x="3496" y="31"/>
                    <a:pt x="3433" y="18"/>
                    <a:pt x="3371" y="6"/>
                  </a:cubicBezTo>
                  <a:cubicBezTo>
                    <a:pt x="3317" y="2"/>
                    <a:pt x="3263" y="1"/>
                    <a:pt x="3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4"/>
            <p:cNvSpPr/>
            <p:nvPr/>
          </p:nvSpPr>
          <p:spPr>
            <a:xfrm>
              <a:off x="5053325" y="2080200"/>
              <a:ext cx="116350" cy="13250"/>
            </a:xfrm>
            <a:custGeom>
              <a:avLst/>
              <a:gdLst/>
              <a:ahLst/>
              <a:cxnLst/>
              <a:rect l="l" t="t" r="r" b="b"/>
              <a:pathLst>
                <a:path w="4654" h="530" extrusionOk="0">
                  <a:moveTo>
                    <a:pt x="755" y="1"/>
                  </a:moveTo>
                  <a:cubicBezTo>
                    <a:pt x="529" y="1"/>
                    <a:pt x="340" y="13"/>
                    <a:pt x="214" y="26"/>
                  </a:cubicBezTo>
                  <a:lnTo>
                    <a:pt x="0" y="39"/>
                  </a:lnTo>
                  <a:lnTo>
                    <a:pt x="202" y="39"/>
                  </a:lnTo>
                  <a:cubicBezTo>
                    <a:pt x="340" y="39"/>
                    <a:pt x="516" y="51"/>
                    <a:pt x="742" y="51"/>
                  </a:cubicBezTo>
                  <a:cubicBezTo>
                    <a:pt x="981" y="64"/>
                    <a:pt x="1233" y="76"/>
                    <a:pt x="1509" y="101"/>
                  </a:cubicBezTo>
                  <a:cubicBezTo>
                    <a:pt x="1786" y="114"/>
                    <a:pt x="2075" y="139"/>
                    <a:pt x="2364" y="177"/>
                  </a:cubicBezTo>
                  <a:cubicBezTo>
                    <a:pt x="2654" y="202"/>
                    <a:pt x="2943" y="240"/>
                    <a:pt x="3220" y="278"/>
                  </a:cubicBezTo>
                  <a:cubicBezTo>
                    <a:pt x="3484" y="315"/>
                    <a:pt x="3735" y="353"/>
                    <a:pt x="3949" y="391"/>
                  </a:cubicBezTo>
                  <a:cubicBezTo>
                    <a:pt x="4163" y="428"/>
                    <a:pt x="4339" y="466"/>
                    <a:pt x="4464" y="491"/>
                  </a:cubicBezTo>
                  <a:lnTo>
                    <a:pt x="4653" y="529"/>
                  </a:lnTo>
                  <a:lnTo>
                    <a:pt x="4477" y="466"/>
                  </a:lnTo>
                  <a:cubicBezTo>
                    <a:pt x="4351" y="441"/>
                    <a:pt x="4188" y="391"/>
                    <a:pt x="3974" y="340"/>
                  </a:cubicBezTo>
                  <a:cubicBezTo>
                    <a:pt x="3773" y="290"/>
                    <a:pt x="3521" y="240"/>
                    <a:pt x="3257" y="202"/>
                  </a:cubicBezTo>
                  <a:cubicBezTo>
                    <a:pt x="2993" y="152"/>
                    <a:pt x="2704" y="114"/>
                    <a:pt x="2402" y="76"/>
                  </a:cubicBezTo>
                  <a:cubicBezTo>
                    <a:pt x="2113" y="39"/>
                    <a:pt x="1811" y="26"/>
                    <a:pt x="1535" y="13"/>
                  </a:cubicBezTo>
                  <a:cubicBezTo>
                    <a:pt x="1245" y="1"/>
                    <a:pt x="981" y="1"/>
                    <a:pt x="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4"/>
            <p:cNvSpPr/>
            <p:nvPr/>
          </p:nvSpPr>
          <p:spPr>
            <a:xfrm>
              <a:off x="5032575" y="2050350"/>
              <a:ext cx="60075" cy="14175"/>
            </a:xfrm>
            <a:custGeom>
              <a:avLst/>
              <a:gdLst/>
              <a:ahLst/>
              <a:cxnLst/>
              <a:rect l="l" t="t" r="r" b="b"/>
              <a:pathLst>
                <a:path w="2403" h="567" extrusionOk="0">
                  <a:moveTo>
                    <a:pt x="2289" y="0"/>
                  </a:moveTo>
                  <a:cubicBezTo>
                    <a:pt x="2226" y="0"/>
                    <a:pt x="2126" y="0"/>
                    <a:pt x="2000" y="25"/>
                  </a:cubicBezTo>
                  <a:cubicBezTo>
                    <a:pt x="1887" y="38"/>
                    <a:pt x="1736" y="51"/>
                    <a:pt x="1597" y="88"/>
                  </a:cubicBezTo>
                  <a:cubicBezTo>
                    <a:pt x="1447" y="113"/>
                    <a:pt x="1296" y="139"/>
                    <a:pt x="1145" y="176"/>
                  </a:cubicBezTo>
                  <a:cubicBezTo>
                    <a:pt x="981" y="214"/>
                    <a:pt x="843" y="252"/>
                    <a:pt x="705" y="290"/>
                  </a:cubicBezTo>
                  <a:cubicBezTo>
                    <a:pt x="566" y="340"/>
                    <a:pt x="441" y="378"/>
                    <a:pt x="340" y="415"/>
                  </a:cubicBezTo>
                  <a:cubicBezTo>
                    <a:pt x="227" y="466"/>
                    <a:pt x="151" y="503"/>
                    <a:pt x="88" y="528"/>
                  </a:cubicBezTo>
                  <a:lnTo>
                    <a:pt x="0" y="566"/>
                  </a:lnTo>
                  <a:lnTo>
                    <a:pt x="101" y="541"/>
                  </a:lnTo>
                  <a:lnTo>
                    <a:pt x="378" y="478"/>
                  </a:lnTo>
                  <a:cubicBezTo>
                    <a:pt x="491" y="440"/>
                    <a:pt x="617" y="415"/>
                    <a:pt x="755" y="378"/>
                  </a:cubicBezTo>
                  <a:cubicBezTo>
                    <a:pt x="893" y="340"/>
                    <a:pt x="1044" y="315"/>
                    <a:pt x="1195" y="277"/>
                  </a:cubicBezTo>
                  <a:cubicBezTo>
                    <a:pt x="1346" y="239"/>
                    <a:pt x="1497" y="201"/>
                    <a:pt x="1635" y="176"/>
                  </a:cubicBezTo>
                  <a:cubicBezTo>
                    <a:pt x="1773" y="139"/>
                    <a:pt x="1912" y="113"/>
                    <a:pt x="2025" y="88"/>
                  </a:cubicBezTo>
                  <a:lnTo>
                    <a:pt x="2302" y="2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4"/>
            <p:cNvSpPr/>
            <p:nvPr/>
          </p:nvSpPr>
          <p:spPr>
            <a:xfrm>
              <a:off x="4859350" y="2132075"/>
              <a:ext cx="96850" cy="18900"/>
            </a:xfrm>
            <a:custGeom>
              <a:avLst/>
              <a:gdLst/>
              <a:ahLst/>
              <a:cxnLst/>
              <a:rect l="l" t="t" r="r" b="b"/>
              <a:pathLst>
                <a:path w="3874" h="756" extrusionOk="0">
                  <a:moveTo>
                    <a:pt x="1" y="1"/>
                  </a:moveTo>
                  <a:lnTo>
                    <a:pt x="152" y="51"/>
                  </a:lnTo>
                  <a:cubicBezTo>
                    <a:pt x="252" y="76"/>
                    <a:pt x="391" y="126"/>
                    <a:pt x="567" y="164"/>
                  </a:cubicBezTo>
                  <a:cubicBezTo>
                    <a:pt x="743" y="215"/>
                    <a:pt x="944" y="277"/>
                    <a:pt x="1170" y="328"/>
                  </a:cubicBezTo>
                  <a:cubicBezTo>
                    <a:pt x="1397" y="378"/>
                    <a:pt x="1635" y="428"/>
                    <a:pt x="1874" y="479"/>
                  </a:cubicBezTo>
                  <a:cubicBezTo>
                    <a:pt x="2113" y="541"/>
                    <a:pt x="2365" y="567"/>
                    <a:pt x="2591" y="604"/>
                  </a:cubicBezTo>
                  <a:cubicBezTo>
                    <a:pt x="2830" y="642"/>
                    <a:pt x="3044" y="667"/>
                    <a:pt x="3232" y="692"/>
                  </a:cubicBezTo>
                  <a:cubicBezTo>
                    <a:pt x="3421" y="717"/>
                    <a:pt x="3585" y="730"/>
                    <a:pt x="3698" y="743"/>
                  </a:cubicBezTo>
                  <a:lnTo>
                    <a:pt x="3874" y="755"/>
                  </a:lnTo>
                  <a:lnTo>
                    <a:pt x="3698" y="717"/>
                  </a:lnTo>
                  <a:lnTo>
                    <a:pt x="3270" y="642"/>
                  </a:lnTo>
                  <a:lnTo>
                    <a:pt x="2641" y="516"/>
                  </a:lnTo>
                  <a:cubicBezTo>
                    <a:pt x="2415" y="479"/>
                    <a:pt x="2176" y="428"/>
                    <a:pt x="1937" y="378"/>
                  </a:cubicBezTo>
                  <a:cubicBezTo>
                    <a:pt x="1698" y="340"/>
                    <a:pt x="1459" y="277"/>
                    <a:pt x="1220" y="227"/>
                  </a:cubicBezTo>
                  <a:lnTo>
                    <a:pt x="604" y="114"/>
                  </a:lnTo>
                  <a:lnTo>
                    <a:pt x="164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4"/>
            <p:cNvSpPr/>
            <p:nvPr/>
          </p:nvSpPr>
          <p:spPr>
            <a:xfrm>
              <a:off x="4669150" y="2104425"/>
              <a:ext cx="110375" cy="39950"/>
            </a:xfrm>
            <a:custGeom>
              <a:avLst/>
              <a:gdLst/>
              <a:ahLst/>
              <a:cxnLst/>
              <a:rect l="l" t="t" r="r" b="b"/>
              <a:pathLst>
                <a:path w="4415" h="1598" extrusionOk="0">
                  <a:moveTo>
                    <a:pt x="1" y="0"/>
                  </a:moveTo>
                  <a:lnTo>
                    <a:pt x="152" y="101"/>
                  </a:lnTo>
                  <a:cubicBezTo>
                    <a:pt x="240" y="176"/>
                    <a:pt x="378" y="264"/>
                    <a:pt x="542" y="365"/>
                  </a:cubicBezTo>
                  <a:cubicBezTo>
                    <a:pt x="718" y="478"/>
                    <a:pt x="932" y="591"/>
                    <a:pt x="1170" y="704"/>
                  </a:cubicBezTo>
                  <a:cubicBezTo>
                    <a:pt x="1422" y="830"/>
                    <a:pt x="1686" y="943"/>
                    <a:pt x="1963" y="1044"/>
                  </a:cubicBezTo>
                  <a:cubicBezTo>
                    <a:pt x="2239" y="1144"/>
                    <a:pt x="2541" y="1245"/>
                    <a:pt x="2818" y="1308"/>
                  </a:cubicBezTo>
                  <a:cubicBezTo>
                    <a:pt x="3107" y="1383"/>
                    <a:pt x="3371" y="1446"/>
                    <a:pt x="3610" y="1484"/>
                  </a:cubicBezTo>
                  <a:cubicBezTo>
                    <a:pt x="3836" y="1534"/>
                    <a:pt x="4050" y="1559"/>
                    <a:pt x="4188" y="1572"/>
                  </a:cubicBezTo>
                  <a:lnTo>
                    <a:pt x="4415" y="1597"/>
                  </a:lnTo>
                  <a:lnTo>
                    <a:pt x="4201" y="1559"/>
                  </a:lnTo>
                  <a:cubicBezTo>
                    <a:pt x="4063" y="1534"/>
                    <a:pt x="3861" y="1484"/>
                    <a:pt x="3635" y="1434"/>
                  </a:cubicBezTo>
                  <a:cubicBezTo>
                    <a:pt x="3409" y="1383"/>
                    <a:pt x="3157" y="1308"/>
                    <a:pt x="2881" y="1232"/>
                  </a:cubicBezTo>
                  <a:cubicBezTo>
                    <a:pt x="2604" y="1157"/>
                    <a:pt x="2327" y="1056"/>
                    <a:pt x="2051" y="956"/>
                  </a:cubicBezTo>
                  <a:cubicBezTo>
                    <a:pt x="1774" y="855"/>
                    <a:pt x="1510" y="742"/>
                    <a:pt x="1258" y="641"/>
                  </a:cubicBezTo>
                  <a:cubicBezTo>
                    <a:pt x="1020" y="541"/>
                    <a:pt x="793" y="428"/>
                    <a:pt x="617" y="327"/>
                  </a:cubicBezTo>
                  <a:cubicBezTo>
                    <a:pt x="441" y="226"/>
                    <a:pt x="278" y="151"/>
                    <a:pt x="177" y="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4"/>
            <p:cNvSpPr/>
            <p:nvPr/>
          </p:nvSpPr>
          <p:spPr>
            <a:xfrm>
              <a:off x="4649675" y="2067000"/>
              <a:ext cx="53150" cy="17625"/>
            </a:xfrm>
            <a:custGeom>
              <a:avLst/>
              <a:gdLst/>
              <a:ahLst/>
              <a:cxnLst/>
              <a:rect l="l" t="t" r="r" b="b"/>
              <a:pathLst>
                <a:path w="2126" h="705" extrusionOk="0">
                  <a:moveTo>
                    <a:pt x="2125" y="1"/>
                  </a:moveTo>
                  <a:lnTo>
                    <a:pt x="2012" y="13"/>
                  </a:lnTo>
                  <a:cubicBezTo>
                    <a:pt x="1949" y="26"/>
                    <a:pt x="1861" y="26"/>
                    <a:pt x="1748" y="51"/>
                  </a:cubicBezTo>
                  <a:cubicBezTo>
                    <a:pt x="1648" y="76"/>
                    <a:pt x="1522" y="101"/>
                    <a:pt x="1384" y="139"/>
                  </a:cubicBezTo>
                  <a:cubicBezTo>
                    <a:pt x="1258" y="177"/>
                    <a:pt x="1119" y="215"/>
                    <a:pt x="981" y="252"/>
                  </a:cubicBezTo>
                  <a:cubicBezTo>
                    <a:pt x="843" y="303"/>
                    <a:pt x="717" y="353"/>
                    <a:pt x="591" y="403"/>
                  </a:cubicBezTo>
                  <a:cubicBezTo>
                    <a:pt x="478" y="441"/>
                    <a:pt x="365" y="504"/>
                    <a:pt x="277" y="541"/>
                  </a:cubicBezTo>
                  <a:cubicBezTo>
                    <a:pt x="189" y="592"/>
                    <a:pt x="126" y="629"/>
                    <a:pt x="76" y="655"/>
                  </a:cubicBezTo>
                  <a:lnTo>
                    <a:pt x="0" y="705"/>
                  </a:lnTo>
                  <a:lnTo>
                    <a:pt x="0" y="705"/>
                  </a:lnTo>
                  <a:lnTo>
                    <a:pt x="88" y="667"/>
                  </a:lnTo>
                  <a:lnTo>
                    <a:pt x="327" y="592"/>
                  </a:lnTo>
                  <a:lnTo>
                    <a:pt x="667" y="479"/>
                  </a:lnTo>
                  <a:cubicBezTo>
                    <a:pt x="793" y="441"/>
                    <a:pt x="918" y="391"/>
                    <a:pt x="1057" y="353"/>
                  </a:cubicBezTo>
                  <a:cubicBezTo>
                    <a:pt x="1195" y="303"/>
                    <a:pt x="1321" y="265"/>
                    <a:pt x="1446" y="227"/>
                  </a:cubicBezTo>
                  <a:cubicBezTo>
                    <a:pt x="1572" y="177"/>
                    <a:pt x="1685" y="139"/>
                    <a:pt x="1786" y="114"/>
                  </a:cubicBezTo>
                  <a:lnTo>
                    <a:pt x="2025" y="26"/>
                  </a:lnTo>
                  <a:lnTo>
                    <a:pt x="21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4"/>
            <p:cNvSpPr/>
            <p:nvPr/>
          </p:nvSpPr>
          <p:spPr>
            <a:xfrm>
              <a:off x="4735500" y="2045325"/>
              <a:ext cx="130800" cy="40575"/>
            </a:xfrm>
            <a:custGeom>
              <a:avLst/>
              <a:gdLst/>
              <a:ahLst/>
              <a:cxnLst/>
              <a:rect l="l" t="t" r="r" b="b"/>
              <a:pathLst>
                <a:path w="5232" h="1623" extrusionOk="0">
                  <a:moveTo>
                    <a:pt x="5231" y="0"/>
                  </a:moveTo>
                  <a:cubicBezTo>
                    <a:pt x="5231" y="0"/>
                    <a:pt x="5156" y="38"/>
                    <a:pt x="5030" y="101"/>
                  </a:cubicBezTo>
                  <a:cubicBezTo>
                    <a:pt x="4892" y="151"/>
                    <a:pt x="4716" y="239"/>
                    <a:pt x="4477" y="327"/>
                  </a:cubicBezTo>
                  <a:cubicBezTo>
                    <a:pt x="4238" y="415"/>
                    <a:pt x="3961" y="503"/>
                    <a:pt x="3647" y="591"/>
                  </a:cubicBezTo>
                  <a:cubicBezTo>
                    <a:pt x="3345" y="692"/>
                    <a:pt x="3006" y="780"/>
                    <a:pt x="2666" y="868"/>
                  </a:cubicBezTo>
                  <a:cubicBezTo>
                    <a:pt x="2339" y="943"/>
                    <a:pt x="2000" y="1031"/>
                    <a:pt x="1673" y="1107"/>
                  </a:cubicBezTo>
                  <a:cubicBezTo>
                    <a:pt x="1358" y="1195"/>
                    <a:pt x="1069" y="1270"/>
                    <a:pt x="818" y="1346"/>
                  </a:cubicBezTo>
                  <a:cubicBezTo>
                    <a:pt x="566" y="1421"/>
                    <a:pt x="365" y="1484"/>
                    <a:pt x="227" y="1534"/>
                  </a:cubicBezTo>
                  <a:lnTo>
                    <a:pt x="0" y="1622"/>
                  </a:lnTo>
                  <a:lnTo>
                    <a:pt x="239" y="1559"/>
                  </a:lnTo>
                  <a:cubicBezTo>
                    <a:pt x="377" y="1509"/>
                    <a:pt x="591" y="1459"/>
                    <a:pt x="843" y="1396"/>
                  </a:cubicBezTo>
                  <a:cubicBezTo>
                    <a:pt x="1094" y="1333"/>
                    <a:pt x="1396" y="1270"/>
                    <a:pt x="1723" y="1195"/>
                  </a:cubicBezTo>
                  <a:cubicBezTo>
                    <a:pt x="2037" y="1119"/>
                    <a:pt x="2389" y="1044"/>
                    <a:pt x="2729" y="956"/>
                  </a:cubicBezTo>
                  <a:cubicBezTo>
                    <a:pt x="3069" y="880"/>
                    <a:pt x="3408" y="780"/>
                    <a:pt x="3710" y="679"/>
                  </a:cubicBezTo>
                  <a:cubicBezTo>
                    <a:pt x="4024" y="579"/>
                    <a:pt x="4288" y="465"/>
                    <a:pt x="4527" y="377"/>
                  </a:cubicBezTo>
                  <a:cubicBezTo>
                    <a:pt x="4703" y="289"/>
                    <a:pt x="4879" y="201"/>
                    <a:pt x="5043" y="113"/>
                  </a:cubicBezTo>
                  <a:cubicBezTo>
                    <a:pt x="5168" y="38"/>
                    <a:pt x="5231" y="0"/>
                    <a:pt x="5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4"/>
            <p:cNvSpPr/>
            <p:nvPr/>
          </p:nvSpPr>
          <p:spPr>
            <a:xfrm>
              <a:off x="4855900" y="2039650"/>
              <a:ext cx="95600" cy="46550"/>
            </a:xfrm>
            <a:custGeom>
              <a:avLst/>
              <a:gdLst/>
              <a:ahLst/>
              <a:cxnLst/>
              <a:rect l="l" t="t" r="r" b="b"/>
              <a:pathLst>
                <a:path w="3824" h="1862" extrusionOk="0">
                  <a:moveTo>
                    <a:pt x="3823" y="1"/>
                  </a:moveTo>
                  <a:lnTo>
                    <a:pt x="3685" y="101"/>
                  </a:lnTo>
                  <a:cubicBezTo>
                    <a:pt x="3597" y="164"/>
                    <a:pt x="3458" y="240"/>
                    <a:pt x="3295" y="340"/>
                  </a:cubicBezTo>
                  <a:cubicBezTo>
                    <a:pt x="3132" y="441"/>
                    <a:pt x="2943" y="554"/>
                    <a:pt x="2729" y="680"/>
                  </a:cubicBezTo>
                  <a:cubicBezTo>
                    <a:pt x="2528" y="806"/>
                    <a:pt x="2289" y="919"/>
                    <a:pt x="2050" y="1032"/>
                  </a:cubicBezTo>
                  <a:cubicBezTo>
                    <a:pt x="1799" y="1145"/>
                    <a:pt x="1560" y="1271"/>
                    <a:pt x="1321" y="1359"/>
                  </a:cubicBezTo>
                  <a:cubicBezTo>
                    <a:pt x="1082" y="1459"/>
                    <a:pt x="868" y="1560"/>
                    <a:pt x="667" y="1623"/>
                  </a:cubicBezTo>
                  <a:cubicBezTo>
                    <a:pt x="466" y="1698"/>
                    <a:pt x="302" y="1761"/>
                    <a:pt x="176" y="1799"/>
                  </a:cubicBezTo>
                  <a:lnTo>
                    <a:pt x="0" y="1862"/>
                  </a:lnTo>
                  <a:lnTo>
                    <a:pt x="189" y="1812"/>
                  </a:lnTo>
                  <a:cubicBezTo>
                    <a:pt x="315" y="1786"/>
                    <a:pt x="503" y="1736"/>
                    <a:pt x="705" y="1673"/>
                  </a:cubicBezTo>
                  <a:cubicBezTo>
                    <a:pt x="918" y="1610"/>
                    <a:pt x="1157" y="1535"/>
                    <a:pt x="1396" y="1447"/>
                  </a:cubicBezTo>
                  <a:cubicBezTo>
                    <a:pt x="1648" y="1346"/>
                    <a:pt x="1912" y="1233"/>
                    <a:pt x="2151" y="1120"/>
                  </a:cubicBezTo>
                  <a:cubicBezTo>
                    <a:pt x="2390" y="994"/>
                    <a:pt x="2616" y="868"/>
                    <a:pt x="2830" y="743"/>
                  </a:cubicBezTo>
                  <a:cubicBezTo>
                    <a:pt x="3044" y="617"/>
                    <a:pt x="3220" y="491"/>
                    <a:pt x="3370" y="378"/>
                  </a:cubicBezTo>
                  <a:cubicBezTo>
                    <a:pt x="3521" y="277"/>
                    <a:pt x="3635" y="177"/>
                    <a:pt x="3710" y="114"/>
                  </a:cubicBezTo>
                  <a:lnTo>
                    <a:pt x="38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6" name="Google Shape;2146;p14"/>
          <p:cNvGrpSpPr/>
          <p:nvPr/>
        </p:nvGrpSpPr>
        <p:grpSpPr>
          <a:xfrm rot="2066184">
            <a:off x="146552" y="4460879"/>
            <a:ext cx="1133346" cy="574001"/>
            <a:chOff x="6893875" y="2013700"/>
            <a:chExt cx="396325" cy="200725"/>
          </a:xfrm>
        </p:grpSpPr>
        <p:sp>
          <p:nvSpPr>
            <p:cNvPr id="2147" name="Google Shape;2147;p14"/>
            <p:cNvSpPr/>
            <p:nvPr/>
          </p:nvSpPr>
          <p:spPr>
            <a:xfrm>
              <a:off x="6893875" y="2013700"/>
              <a:ext cx="396325" cy="200725"/>
            </a:xfrm>
            <a:custGeom>
              <a:avLst/>
              <a:gdLst/>
              <a:ahLst/>
              <a:cxnLst/>
              <a:rect l="l" t="t" r="r" b="b"/>
              <a:pathLst>
                <a:path w="15853" h="8029" extrusionOk="0">
                  <a:moveTo>
                    <a:pt x="8928" y="0"/>
                  </a:moveTo>
                  <a:cubicBezTo>
                    <a:pt x="8909" y="0"/>
                    <a:pt x="8890" y="0"/>
                    <a:pt x="8872" y="1"/>
                  </a:cubicBezTo>
                  <a:cubicBezTo>
                    <a:pt x="8490" y="8"/>
                    <a:pt x="8117" y="54"/>
                    <a:pt x="7744" y="123"/>
                  </a:cubicBezTo>
                  <a:lnTo>
                    <a:pt x="7385" y="184"/>
                  </a:lnTo>
                  <a:lnTo>
                    <a:pt x="7340" y="191"/>
                  </a:lnTo>
                  <a:cubicBezTo>
                    <a:pt x="7210" y="153"/>
                    <a:pt x="7081" y="130"/>
                    <a:pt x="6943" y="130"/>
                  </a:cubicBezTo>
                  <a:cubicBezTo>
                    <a:pt x="6898" y="130"/>
                    <a:pt x="6852" y="138"/>
                    <a:pt x="6814" y="138"/>
                  </a:cubicBezTo>
                  <a:lnTo>
                    <a:pt x="6753" y="153"/>
                  </a:lnTo>
                  <a:lnTo>
                    <a:pt x="6738" y="153"/>
                  </a:lnTo>
                  <a:cubicBezTo>
                    <a:pt x="6707" y="153"/>
                    <a:pt x="6677" y="161"/>
                    <a:pt x="6654" y="168"/>
                  </a:cubicBezTo>
                  <a:cubicBezTo>
                    <a:pt x="5960" y="351"/>
                    <a:pt x="5427" y="664"/>
                    <a:pt x="4954" y="953"/>
                  </a:cubicBezTo>
                  <a:lnTo>
                    <a:pt x="4947" y="953"/>
                  </a:lnTo>
                  <a:cubicBezTo>
                    <a:pt x="4604" y="1159"/>
                    <a:pt x="4306" y="1342"/>
                    <a:pt x="3994" y="1434"/>
                  </a:cubicBezTo>
                  <a:lnTo>
                    <a:pt x="3841" y="1487"/>
                  </a:lnTo>
                  <a:cubicBezTo>
                    <a:pt x="3659" y="1540"/>
                    <a:pt x="3498" y="1655"/>
                    <a:pt x="3384" y="1807"/>
                  </a:cubicBezTo>
                  <a:cubicBezTo>
                    <a:pt x="2957" y="1982"/>
                    <a:pt x="1121" y="2843"/>
                    <a:pt x="130" y="4795"/>
                  </a:cubicBezTo>
                  <a:cubicBezTo>
                    <a:pt x="38" y="4970"/>
                    <a:pt x="0" y="5176"/>
                    <a:pt x="23" y="5374"/>
                  </a:cubicBezTo>
                  <a:cubicBezTo>
                    <a:pt x="92" y="5999"/>
                    <a:pt x="663" y="6311"/>
                    <a:pt x="1197" y="6555"/>
                  </a:cubicBezTo>
                  <a:cubicBezTo>
                    <a:pt x="1540" y="6715"/>
                    <a:pt x="1890" y="6845"/>
                    <a:pt x="2256" y="6951"/>
                  </a:cubicBezTo>
                  <a:cubicBezTo>
                    <a:pt x="2355" y="7332"/>
                    <a:pt x="2691" y="7622"/>
                    <a:pt x="3087" y="7660"/>
                  </a:cubicBezTo>
                  <a:lnTo>
                    <a:pt x="3377" y="7683"/>
                  </a:lnTo>
                  <a:cubicBezTo>
                    <a:pt x="3552" y="7698"/>
                    <a:pt x="3727" y="7706"/>
                    <a:pt x="3895" y="7706"/>
                  </a:cubicBezTo>
                  <a:cubicBezTo>
                    <a:pt x="3986" y="7706"/>
                    <a:pt x="4078" y="7706"/>
                    <a:pt x="4162" y="7698"/>
                  </a:cubicBezTo>
                  <a:cubicBezTo>
                    <a:pt x="4337" y="7851"/>
                    <a:pt x="4558" y="7935"/>
                    <a:pt x="4794" y="7942"/>
                  </a:cubicBezTo>
                  <a:lnTo>
                    <a:pt x="4863" y="7942"/>
                  </a:lnTo>
                  <a:lnTo>
                    <a:pt x="5107" y="7957"/>
                  </a:lnTo>
                  <a:cubicBezTo>
                    <a:pt x="5450" y="7988"/>
                    <a:pt x="5922" y="8026"/>
                    <a:pt x="6456" y="8026"/>
                  </a:cubicBezTo>
                  <a:cubicBezTo>
                    <a:pt x="6510" y="8027"/>
                    <a:pt x="6564" y="8028"/>
                    <a:pt x="6619" y="8028"/>
                  </a:cubicBezTo>
                  <a:cubicBezTo>
                    <a:pt x="7160" y="8028"/>
                    <a:pt x="7705" y="7959"/>
                    <a:pt x="8231" y="7828"/>
                  </a:cubicBezTo>
                  <a:cubicBezTo>
                    <a:pt x="8361" y="7884"/>
                    <a:pt x="8504" y="7916"/>
                    <a:pt x="8647" y="7916"/>
                  </a:cubicBezTo>
                  <a:cubicBezTo>
                    <a:pt x="8696" y="7916"/>
                    <a:pt x="8746" y="7912"/>
                    <a:pt x="8795" y="7904"/>
                  </a:cubicBezTo>
                  <a:lnTo>
                    <a:pt x="9070" y="7858"/>
                  </a:lnTo>
                  <a:cubicBezTo>
                    <a:pt x="10739" y="7576"/>
                    <a:pt x="11409" y="6723"/>
                    <a:pt x="11752" y="5862"/>
                  </a:cubicBezTo>
                  <a:cubicBezTo>
                    <a:pt x="11912" y="5846"/>
                    <a:pt x="12065" y="5793"/>
                    <a:pt x="12194" y="5701"/>
                  </a:cubicBezTo>
                  <a:cubicBezTo>
                    <a:pt x="12469" y="5511"/>
                    <a:pt x="12682" y="5244"/>
                    <a:pt x="12812" y="4932"/>
                  </a:cubicBezTo>
                  <a:cubicBezTo>
                    <a:pt x="12850" y="4810"/>
                    <a:pt x="12888" y="4695"/>
                    <a:pt x="12903" y="4566"/>
                  </a:cubicBezTo>
                  <a:cubicBezTo>
                    <a:pt x="12987" y="4581"/>
                    <a:pt x="13063" y="4581"/>
                    <a:pt x="13147" y="4589"/>
                  </a:cubicBezTo>
                  <a:cubicBezTo>
                    <a:pt x="13292" y="4589"/>
                    <a:pt x="13444" y="4566"/>
                    <a:pt x="13582" y="4520"/>
                  </a:cubicBezTo>
                  <a:cubicBezTo>
                    <a:pt x="14100" y="4383"/>
                    <a:pt x="14443" y="3903"/>
                    <a:pt x="14405" y="3369"/>
                  </a:cubicBezTo>
                  <a:lnTo>
                    <a:pt x="14405" y="3369"/>
                  </a:lnTo>
                  <a:lnTo>
                    <a:pt x="14481" y="3392"/>
                  </a:lnTo>
                  <a:lnTo>
                    <a:pt x="14511" y="3400"/>
                  </a:lnTo>
                  <a:cubicBezTo>
                    <a:pt x="14594" y="3422"/>
                    <a:pt x="14677" y="3432"/>
                    <a:pt x="14759" y="3432"/>
                  </a:cubicBezTo>
                  <a:cubicBezTo>
                    <a:pt x="15130" y="3432"/>
                    <a:pt x="15474" y="3215"/>
                    <a:pt x="15624" y="2859"/>
                  </a:cubicBezTo>
                  <a:lnTo>
                    <a:pt x="15639" y="2828"/>
                  </a:lnTo>
                  <a:cubicBezTo>
                    <a:pt x="15853" y="2348"/>
                    <a:pt x="15632" y="1784"/>
                    <a:pt x="15152" y="1571"/>
                  </a:cubicBezTo>
                  <a:lnTo>
                    <a:pt x="15136" y="1563"/>
                  </a:lnTo>
                  <a:cubicBezTo>
                    <a:pt x="14763" y="1411"/>
                    <a:pt x="14359" y="1319"/>
                    <a:pt x="13955" y="1281"/>
                  </a:cubicBezTo>
                  <a:cubicBezTo>
                    <a:pt x="13932" y="892"/>
                    <a:pt x="13719" y="534"/>
                    <a:pt x="13383" y="336"/>
                  </a:cubicBezTo>
                  <a:cubicBezTo>
                    <a:pt x="13178" y="206"/>
                    <a:pt x="12949" y="146"/>
                    <a:pt x="12705" y="146"/>
                  </a:cubicBezTo>
                  <a:cubicBezTo>
                    <a:pt x="12499" y="146"/>
                    <a:pt x="12301" y="184"/>
                    <a:pt x="12118" y="267"/>
                  </a:cubicBezTo>
                  <a:cubicBezTo>
                    <a:pt x="11882" y="374"/>
                    <a:pt x="11676" y="542"/>
                    <a:pt x="11524" y="748"/>
                  </a:cubicBezTo>
                  <a:cubicBezTo>
                    <a:pt x="11470" y="694"/>
                    <a:pt x="11417" y="649"/>
                    <a:pt x="11356" y="603"/>
                  </a:cubicBezTo>
                  <a:cubicBezTo>
                    <a:pt x="11211" y="481"/>
                    <a:pt x="11051" y="382"/>
                    <a:pt x="10884" y="306"/>
                  </a:cubicBezTo>
                  <a:cubicBezTo>
                    <a:pt x="10663" y="199"/>
                    <a:pt x="10419" y="146"/>
                    <a:pt x="10175" y="146"/>
                  </a:cubicBezTo>
                  <a:lnTo>
                    <a:pt x="10061" y="146"/>
                  </a:lnTo>
                  <a:cubicBezTo>
                    <a:pt x="9992" y="146"/>
                    <a:pt x="9923" y="161"/>
                    <a:pt x="9862" y="176"/>
                  </a:cubicBezTo>
                  <a:cubicBezTo>
                    <a:pt x="9560" y="61"/>
                    <a:pt x="9244" y="0"/>
                    <a:pt x="89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4"/>
            <p:cNvSpPr/>
            <p:nvPr/>
          </p:nvSpPr>
          <p:spPr>
            <a:xfrm>
              <a:off x="7120800" y="2080775"/>
              <a:ext cx="62125" cy="101950"/>
            </a:xfrm>
            <a:custGeom>
              <a:avLst/>
              <a:gdLst/>
              <a:ahLst/>
              <a:cxnLst/>
              <a:rect l="l" t="t" r="r" b="b"/>
              <a:pathLst>
                <a:path w="2485" h="4078" extrusionOk="0">
                  <a:moveTo>
                    <a:pt x="2454" y="0"/>
                  </a:moveTo>
                  <a:lnTo>
                    <a:pt x="2332" y="39"/>
                  </a:lnTo>
                  <a:cubicBezTo>
                    <a:pt x="1951" y="427"/>
                    <a:pt x="1852" y="915"/>
                    <a:pt x="1769" y="1388"/>
                  </a:cubicBezTo>
                  <a:cubicBezTo>
                    <a:pt x="1738" y="1654"/>
                    <a:pt x="1669" y="1913"/>
                    <a:pt x="1578" y="2165"/>
                  </a:cubicBezTo>
                  <a:cubicBezTo>
                    <a:pt x="1433" y="2561"/>
                    <a:pt x="1220" y="2927"/>
                    <a:pt x="953" y="3247"/>
                  </a:cubicBezTo>
                  <a:cubicBezTo>
                    <a:pt x="755" y="3461"/>
                    <a:pt x="534" y="3659"/>
                    <a:pt x="298" y="3826"/>
                  </a:cubicBezTo>
                  <a:lnTo>
                    <a:pt x="160" y="3941"/>
                  </a:lnTo>
                  <a:lnTo>
                    <a:pt x="122" y="3971"/>
                  </a:lnTo>
                  <a:lnTo>
                    <a:pt x="115" y="3971"/>
                  </a:lnTo>
                  <a:cubicBezTo>
                    <a:pt x="77" y="4009"/>
                    <a:pt x="38" y="4047"/>
                    <a:pt x="0" y="4078"/>
                  </a:cubicBezTo>
                  <a:cubicBezTo>
                    <a:pt x="1448" y="3765"/>
                    <a:pt x="1685" y="2881"/>
                    <a:pt x="1929" y="1944"/>
                  </a:cubicBezTo>
                  <a:lnTo>
                    <a:pt x="1936" y="1929"/>
                  </a:lnTo>
                  <a:cubicBezTo>
                    <a:pt x="1967" y="1799"/>
                    <a:pt x="1997" y="1677"/>
                    <a:pt x="2028" y="1548"/>
                  </a:cubicBezTo>
                  <a:cubicBezTo>
                    <a:pt x="2111" y="1151"/>
                    <a:pt x="2226" y="770"/>
                    <a:pt x="2386" y="404"/>
                  </a:cubicBezTo>
                  <a:cubicBezTo>
                    <a:pt x="2401" y="366"/>
                    <a:pt x="2416" y="336"/>
                    <a:pt x="2432" y="298"/>
                  </a:cubicBezTo>
                  <a:cubicBezTo>
                    <a:pt x="2477" y="206"/>
                    <a:pt x="2485" y="100"/>
                    <a:pt x="24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4"/>
            <p:cNvSpPr/>
            <p:nvPr/>
          </p:nvSpPr>
          <p:spPr>
            <a:xfrm>
              <a:off x="7133950" y="2082875"/>
              <a:ext cx="42125" cy="87100"/>
            </a:xfrm>
            <a:custGeom>
              <a:avLst/>
              <a:gdLst/>
              <a:ahLst/>
              <a:cxnLst/>
              <a:rect l="l" t="t" r="r" b="b"/>
              <a:pathLst>
                <a:path w="1685" h="3484" extrusionOk="0">
                  <a:moveTo>
                    <a:pt x="1685" y="0"/>
                  </a:moveTo>
                  <a:cubicBezTo>
                    <a:pt x="1547" y="38"/>
                    <a:pt x="1418" y="84"/>
                    <a:pt x="1288" y="130"/>
                  </a:cubicBezTo>
                  <a:cubicBezTo>
                    <a:pt x="1128" y="320"/>
                    <a:pt x="1075" y="549"/>
                    <a:pt x="1021" y="770"/>
                  </a:cubicBezTo>
                  <a:lnTo>
                    <a:pt x="1006" y="854"/>
                  </a:lnTo>
                  <a:cubicBezTo>
                    <a:pt x="983" y="953"/>
                    <a:pt x="961" y="1060"/>
                    <a:pt x="938" y="1159"/>
                  </a:cubicBezTo>
                  <a:cubicBezTo>
                    <a:pt x="892" y="1395"/>
                    <a:pt x="839" y="1624"/>
                    <a:pt x="762" y="1852"/>
                  </a:cubicBezTo>
                  <a:cubicBezTo>
                    <a:pt x="732" y="1944"/>
                    <a:pt x="701" y="2035"/>
                    <a:pt x="671" y="2127"/>
                  </a:cubicBezTo>
                  <a:cubicBezTo>
                    <a:pt x="518" y="2592"/>
                    <a:pt x="358" y="3072"/>
                    <a:pt x="0" y="3483"/>
                  </a:cubicBezTo>
                  <a:cubicBezTo>
                    <a:pt x="130" y="3377"/>
                    <a:pt x="252" y="3262"/>
                    <a:pt x="358" y="3140"/>
                  </a:cubicBezTo>
                  <a:cubicBezTo>
                    <a:pt x="625" y="2820"/>
                    <a:pt x="839" y="2454"/>
                    <a:pt x="991" y="2073"/>
                  </a:cubicBezTo>
                  <a:cubicBezTo>
                    <a:pt x="1075" y="1814"/>
                    <a:pt x="1143" y="1555"/>
                    <a:pt x="1182" y="1296"/>
                  </a:cubicBezTo>
                  <a:cubicBezTo>
                    <a:pt x="1258" y="846"/>
                    <a:pt x="1342" y="381"/>
                    <a:pt x="1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4"/>
            <p:cNvSpPr/>
            <p:nvPr/>
          </p:nvSpPr>
          <p:spPr>
            <a:xfrm>
              <a:off x="6990650" y="2119075"/>
              <a:ext cx="75475" cy="58900"/>
            </a:xfrm>
            <a:custGeom>
              <a:avLst/>
              <a:gdLst/>
              <a:ahLst/>
              <a:cxnLst/>
              <a:rect l="l" t="t" r="r" b="b"/>
              <a:pathLst>
                <a:path w="3019" h="2356" extrusionOk="0">
                  <a:moveTo>
                    <a:pt x="3019" y="0"/>
                  </a:moveTo>
                  <a:cubicBezTo>
                    <a:pt x="2752" y="69"/>
                    <a:pt x="2486" y="138"/>
                    <a:pt x="2219" y="206"/>
                  </a:cubicBezTo>
                  <a:cubicBezTo>
                    <a:pt x="1883" y="389"/>
                    <a:pt x="1594" y="663"/>
                    <a:pt x="1396" y="991"/>
                  </a:cubicBezTo>
                  <a:cubicBezTo>
                    <a:pt x="1281" y="1166"/>
                    <a:pt x="1190" y="1357"/>
                    <a:pt x="1060" y="1532"/>
                  </a:cubicBezTo>
                  <a:cubicBezTo>
                    <a:pt x="999" y="1616"/>
                    <a:pt x="923" y="1692"/>
                    <a:pt x="839" y="1753"/>
                  </a:cubicBezTo>
                  <a:cubicBezTo>
                    <a:pt x="801" y="1784"/>
                    <a:pt x="755" y="1807"/>
                    <a:pt x="710" y="1829"/>
                  </a:cubicBezTo>
                  <a:lnTo>
                    <a:pt x="679" y="1883"/>
                  </a:lnTo>
                  <a:cubicBezTo>
                    <a:pt x="565" y="2050"/>
                    <a:pt x="359" y="2195"/>
                    <a:pt x="1" y="2355"/>
                  </a:cubicBezTo>
                  <a:cubicBezTo>
                    <a:pt x="85" y="2332"/>
                    <a:pt x="176" y="2310"/>
                    <a:pt x="268" y="2287"/>
                  </a:cubicBezTo>
                  <a:cubicBezTo>
                    <a:pt x="390" y="2256"/>
                    <a:pt x="512" y="2226"/>
                    <a:pt x="626" y="2195"/>
                  </a:cubicBezTo>
                  <a:cubicBezTo>
                    <a:pt x="938" y="2096"/>
                    <a:pt x="1220" y="1929"/>
                    <a:pt x="1464" y="1708"/>
                  </a:cubicBezTo>
                  <a:cubicBezTo>
                    <a:pt x="1678" y="1502"/>
                    <a:pt x="1868" y="1265"/>
                    <a:pt x="2028" y="1014"/>
                  </a:cubicBezTo>
                  <a:cubicBezTo>
                    <a:pt x="2219" y="740"/>
                    <a:pt x="2409" y="450"/>
                    <a:pt x="2699" y="221"/>
                  </a:cubicBezTo>
                  <a:cubicBezTo>
                    <a:pt x="2783" y="153"/>
                    <a:pt x="2897" y="77"/>
                    <a:pt x="30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4"/>
            <p:cNvSpPr/>
            <p:nvPr/>
          </p:nvSpPr>
          <p:spPr>
            <a:xfrm>
              <a:off x="6987050" y="2114500"/>
              <a:ext cx="94525" cy="65450"/>
            </a:xfrm>
            <a:custGeom>
              <a:avLst/>
              <a:gdLst/>
              <a:ahLst/>
              <a:cxnLst/>
              <a:rect l="l" t="t" r="r" b="b"/>
              <a:pathLst>
                <a:path w="3781" h="2618" extrusionOk="0">
                  <a:moveTo>
                    <a:pt x="3773" y="0"/>
                  </a:moveTo>
                  <a:lnTo>
                    <a:pt x="3773" y="0"/>
                  </a:lnTo>
                  <a:cubicBezTo>
                    <a:pt x="3605" y="54"/>
                    <a:pt x="3430" y="107"/>
                    <a:pt x="3254" y="153"/>
                  </a:cubicBezTo>
                  <a:cubicBezTo>
                    <a:pt x="3125" y="237"/>
                    <a:pt x="2995" y="328"/>
                    <a:pt x="2866" y="427"/>
                  </a:cubicBezTo>
                  <a:cubicBezTo>
                    <a:pt x="2576" y="648"/>
                    <a:pt x="2386" y="930"/>
                    <a:pt x="2203" y="1205"/>
                  </a:cubicBezTo>
                  <a:cubicBezTo>
                    <a:pt x="2043" y="1464"/>
                    <a:pt x="1845" y="1700"/>
                    <a:pt x="1631" y="1913"/>
                  </a:cubicBezTo>
                  <a:cubicBezTo>
                    <a:pt x="1387" y="2134"/>
                    <a:pt x="1090" y="2302"/>
                    <a:pt x="778" y="2401"/>
                  </a:cubicBezTo>
                  <a:cubicBezTo>
                    <a:pt x="663" y="2439"/>
                    <a:pt x="541" y="2462"/>
                    <a:pt x="419" y="2493"/>
                  </a:cubicBezTo>
                  <a:cubicBezTo>
                    <a:pt x="282" y="2523"/>
                    <a:pt x="137" y="2561"/>
                    <a:pt x="0" y="2615"/>
                  </a:cubicBezTo>
                  <a:cubicBezTo>
                    <a:pt x="57" y="2617"/>
                    <a:pt x="111" y="2618"/>
                    <a:pt x="165" y="2618"/>
                  </a:cubicBezTo>
                  <a:cubicBezTo>
                    <a:pt x="1363" y="2618"/>
                    <a:pt x="1771" y="2057"/>
                    <a:pt x="2165" y="1509"/>
                  </a:cubicBezTo>
                  <a:cubicBezTo>
                    <a:pt x="2271" y="1365"/>
                    <a:pt x="2386" y="1220"/>
                    <a:pt x="2500" y="1083"/>
                  </a:cubicBezTo>
                  <a:lnTo>
                    <a:pt x="2591" y="991"/>
                  </a:lnTo>
                  <a:lnTo>
                    <a:pt x="2607" y="1106"/>
                  </a:lnTo>
                  <a:cubicBezTo>
                    <a:pt x="2675" y="1548"/>
                    <a:pt x="2447" y="1936"/>
                    <a:pt x="2104" y="2256"/>
                  </a:cubicBezTo>
                  <a:cubicBezTo>
                    <a:pt x="2149" y="2218"/>
                    <a:pt x="2195" y="2188"/>
                    <a:pt x="2233" y="2150"/>
                  </a:cubicBezTo>
                  <a:cubicBezTo>
                    <a:pt x="2538" y="1891"/>
                    <a:pt x="2797" y="1586"/>
                    <a:pt x="3003" y="1243"/>
                  </a:cubicBezTo>
                  <a:cubicBezTo>
                    <a:pt x="3232" y="877"/>
                    <a:pt x="3415" y="488"/>
                    <a:pt x="3704" y="160"/>
                  </a:cubicBezTo>
                  <a:cubicBezTo>
                    <a:pt x="3712" y="145"/>
                    <a:pt x="3719" y="130"/>
                    <a:pt x="3735" y="115"/>
                  </a:cubicBezTo>
                  <a:cubicBezTo>
                    <a:pt x="3750" y="84"/>
                    <a:pt x="3780" y="39"/>
                    <a:pt x="37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4"/>
            <p:cNvSpPr/>
            <p:nvPr/>
          </p:nvSpPr>
          <p:spPr>
            <a:xfrm>
              <a:off x="7023425" y="2103075"/>
              <a:ext cx="93400" cy="81000"/>
            </a:xfrm>
            <a:custGeom>
              <a:avLst/>
              <a:gdLst/>
              <a:ahLst/>
              <a:cxnLst/>
              <a:rect l="l" t="t" r="r" b="b"/>
              <a:pathLst>
                <a:path w="3736" h="3240" extrusionOk="0">
                  <a:moveTo>
                    <a:pt x="3735" y="0"/>
                  </a:moveTo>
                  <a:lnTo>
                    <a:pt x="3735" y="0"/>
                  </a:lnTo>
                  <a:cubicBezTo>
                    <a:pt x="3354" y="130"/>
                    <a:pt x="2966" y="259"/>
                    <a:pt x="2577" y="381"/>
                  </a:cubicBezTo>
                  <a:cubicBezTo>
                    <a:pt x="2051" y="800"/>
                    <a:pt x="1845" y="1380"/>
                    <a:pt x="1495" y="1898"/>
                  </a:cubicBezTo>
                  <a:cubicBezTo>
                    <a:pt x="1274" y="2210"/>
                    <a:pt x="1014" y="2492"/>
                    <a:pt x="717" y="2729"/>
                  </a:cubicBezTo>
                  <a:cubicBezTo>
                    <a:pt x="572" y="2851"/>
                    <a:pt x="420" y="2957"/>
                    <a:pt x="268" y="3072"/>
                  </a:cubicBezTo>
                  <a:cubicBezTo>
                    <a:pt x="184" y="3133"/>
                    <a:pt x="92" y="3186"/>
                    <a:pt x="1" y="3239"/>
                  </a:cubicBezTo>
                  <a:cubicBezTo>
                    <a:pt x="24" y="3232"/>
                    <a:pt x="47" y="3224"/>
                    <a:pt x="62" y="3216"/>
                  </a:cubicBezTo>
                  <a:cubicBezTo>
                    <a:pt x="222" y="3171"/>
                    <a:pt x="367" y="3102"/>
                    <a:pt x="511" y="3041"/>
                  </a:cubicBezTo>
                  <a:cubicBezTo>
                    <a:pt x="572" y="3011"/>
                    <a:pt x="641" y="2980"/>
                    <a:pt x="710" y="2950"/>
                  </a:cubicBezTo>
                  <a:cubicBezTo>
                    <a:pt x="1213" y="2744"/>
                    <a:pt x="1533" y="2530"/>
                    <a:pt x="1815" y="2233"/>
                  </a:cubicBezTo>
                  <a:cubicBezTo>
                    <a:pt x="1998" y="2020"/>
                    <a:pt x="2158" y="1791"/>
                    <a:pt x="2287" y="1547"/>
                  </a:cubicBezTo>
                  <a:cubicBezTo>
                    <a:pt x="2363" y="1410"/>
                    <a:pt x="2440" y="1273"/>
                    <a:pt x="2531" y="1151"/>
                  </a:cubicBezTo>
                  <a:cubicBezTo>
                    <a:pt x="2767" y="808"/>
                    <a:pt x="3065" y="511"/>
                    <a:pt x="3400" y="259"/>
                  </a:cubicBezTo>
                  <a:lnTo>
                    <a:pt x="3438" y="236"/>
                  </a:lnTo>
                  <a:cubicBezTo>
                    <a:pt x="3530" y="160"/>
                    <a:pt x="3629" y="84"/>
                    <a:pt x="3720" y="1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4"/>
            <p:cNvSpPr/>
            <p:nvPr/>
          </p:nvSpPr>
          <p:spPr>
            <a:xfrm>
              <a:off x="7022675" y="2106675"/>
              <a:ext cx="90900" cy="78475"/>
            </a:xfrm>
            <a:custGeom>
              <a:avLst/>
              <a:gdLst/>
              <a:ahLst/>
              <a:cxnLst/>
              <a:rect l="l" t="t" r="r" b="b"/>
              <a:pathLst>
                <a:path w="3636" h="3139" extrusionOk="0">
                  <a:moveTo>
                    <a:pt x="3636" y="1"/>
                  </a:moveTo>
                  <a:lnTo>
                    <a:pt x="3499" y="108"/>
                  </a:lnTo>
                  <a:lnTo>
                    <a:pt x="3460" y="138"/>
                  </a:lnTo>
                  <a:cubicBezTo>
                    <a:pt x="3125" y="382"/>
                    <a:pt x="2835" y="679"/>
                    <a:pt x="2592" y="1015"/>
                  </a:cubicBezTo>
                  <a:cubicBezTo>
                    <a:pt x="2508" y="1137"/>
                    <a:pt x="2432" y="1274"/>
                    <a:pt x="2355" y="1411"/>
                  </a:cubicBezTo>
                  <a:cubicBezTo>
                    <a:pt x="2218" y="1655"/>
                    <a:pt x="2058" y="1891"/>
                    <a:pt x="1875" y="2104"/>
                  </a:cubicBezTo>
                  <a:cubicBezTo>
                    <a:pt x="1593" y="2409"/>
                    <a:pt x="1265" y="2615"/>
                    <a:pt x="755" y="2828"/>
                  </a:cubicBezTo>
                  <a:lnTo>
                    <a:pt x="557" y="2920"/>
                  </a:lnTo>
                  <a:cubicBezTo>
                    <a:pt x="412" y="2981"/>
                    <a:pt x="267" y="3049"/>
                    <a:pt x="107" y="3095"/>
                  </a:cubicBezTo>
                  <a:cubicBezTo>
                    <a:pt x="84" y="3110"/>
                    <a:pt x="38" y="3118"/>
                    <a:pt x="0" y="3126"/>
                  </a:cubicBezTo>
                  <a:cubicBezTo>
                    <a:pt x="66" y="3134"/>
                    <a:pt x="133" y="3138"/>
                    <a:pt x="200" y="3138"/>
                  </a:cubicBezTo>
                  <a:cubicBezTo>
                    <a:pt x="619" y="3138"/>
                    <a:pt x="1065" y="2988"/>
                    <a:pt x="1426" y="2844"/>
                  </a:cubicBezTo>
                  <a:cubicBezTo>
                    <a:pt x="1982" y="2623"/>
                    <a:pt x="2249" y="2211"/>
                    <a:pt x="2508" y="1784"/>
                  </a:cubicBezTo>
                  <a:cubicBezTo>
                    <a:pt x="2744" y="1396"/>
                    <a:pt x="2927" y="992"/>
                    <a:pt x="3148" y="595"/>
                  </a:cubicBezTo>
                  <a:cubicBezTo>
                    <a:pt x="3285" y="374"/>
                    <a:pt x="3445" y="176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4"/>
            <p:cNvSpPr/>
            <p:nvPr/>
          </p:nvSpPr>
          <p:spPr>
            <a:xfrm>
              <a:off x="7133000" y="2088400"/>
              <a:ext cx="28225" cy="80625"/>
            </a:xfrm>
            <a:custGeom>
              <a:avLst/>
              <a:gdLst/>
              <a:ahLst/>
              <a:cxnLst/>
              <a:rect l="l" t="t" r="r" b="b"/>
              <a:pathLst>
                <a:path w="1129" h="3225" extrusionOk="0">
                  <a:moveTo>
                    <a:pt x="1120" y="0"/>
                  </a:moveTo>
                  <a:cubicBezTo>
                    <a:pt x="633" y="374"/>
                    <a:pt x="602" y="938"/>
                    <a:pt x="564" y="1532"/>
                  </a:cubicBezTo>
                  <a:cubicBezTo>
                    <a:pt x="564" y="1608"/>
                    <a:pt x="556" y="1692"/>
                    <a:pt x="556" y="1768"/>
                  </a:cubicBezTo>
                  <a:cubicBezTo>
                    <a:pt x="488" y="2294"/>
                    <a:pt x="305" y="2790"/>
                    <a:pt x="0" y="3224"/>
                  </a:cubicBezTo>
                  <a:cubicBezTo>
                    <a:pt x="343" y="2828"/>
                    <a:pt x="496" y="2355"/>
                    <a:pt x="648" y="1898"/>
                  </a:cubicBezTo>
                  <a:cubicBezTo>
                    <a:pt x="678" y="1799"/>
                    <a:pt x="709" y="1707"/>
                    <a:pt x="739" y="1616"/>
                  </a:cubicBezTo>
                  <a:cubicBezTo>
                    <a:pt x="816" y="1395"/>
                    <a:pt x="869" y="1166"/>
                    <a:pt x="915" y="930"/>
                  </a:cubicBezTo>
                  <a:cubicBezTo>
                    <a:pt x="938" y="831"/>
                    <a:pt x="960" y="724"/>
                    <a:pt x="983" y="625"/>
                  </a:cubicBezTo>
                  <a:lnTo>
                    <a:pt x="1006" y="541"/>
                  </a:lnTo>
                  <a:cubicBezTo>
                    <a:pt x="1029" y="419"/>
                    <a:pt x="1059" y="305"/>
                    <a:pt x="1098" y="191"/>
                  </a:cubicBezTo>
                  <a:cubicBezTo>
                    <a:pt x="1120" y="122"/>
                    <a:pt x="1128" y="61"/>
                    <a:pt x="1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4"/>
            <p:cNvSpPr/>
            <p:nvPr/>
          </p:nvSpPr>
          <p:spPr>
            <a:xfrm>
              <a:off x="6935775" y="2101575"/>
              <a:ext cx="106725" cy="23675"/>
            </a:xfrm>
            <a:custGeom>
              <a:avLst/>
              <a:gdLst/>
              <a:ahLst/>
              <a:cxnLst/>
              <a:rect l="l" t="t" r="r" b="b"/>
              <a:pathLst>
                <a:path w="4269" h="947" extrusionOk="0">
                  <a:moveTo>
                    <a:pt x="1557" y="0"/>
                  </a:moveTo>
                  <a:cubicBezTo>
                    <a:pt x="1423" y="0"/>
                    <a:pt x="1290" y="18"/>
                    <a:pt x="1159" y="53"/>
                  </a:cubicBezTo>
                  <a:cubicBezTo>
                    <a:pt x="984" y="98"/>
                    <a:pt x="824" y="182"/>
                    <a:pt x="649" y="220"/>
                  </a:cubicBezTo>
                  <a:cubicBezTo>
                    <a:pt x="413" y="426"/>
                    <a:pt x="199" y="647"/>
                    <a:pt x="1" y="883"/>
                  </a:cubicBezTo>
                  <a:cubicBezTo>
                    <a:pt x="70" y="883"/>
                    <a:pt x="131" y="883"/>
                    <a:pt x="192" y="868"/>
                  </a:cubicBezTo>
                  <a:cubicBezTo>
                    <a:pt x="283" y="853"/>
                    <a:pt x="374" y="822"/>
                    <a:pt x="466" y="807"/>
                  </a:cubicBezTo>
                  <a:cubicBezTo>
                    <a:pt x="737" y="725"/>
                    <a:pt x="1015" y="685"/>
                    <a:pt x="1295" y="685"/>
                  </a:cubicBezTo>
                  <a:cubicBezTo>
                    <a:pt x="1455" y="685"/>
                    <a:pt x="1616" y="698"/>
                    <a:pt x="1777" y="723"/>
                  </a:cubicBezTo>
                  <a:cubicBezTo>
                    <a:pt x="2219" y="792"/>
                    <a:pt x="2661" y="914"/>
                    <a:pt x="3118" y="944"/>
                  </a:cubicBezTo>
                  <a:cubicBezTo>
                    <a:pt x="3156" y="946"/>
                    <a:pt x="3194" y="946"/>
                    <a:pt x="3231" y="946"/>
                  </a:cubicBezTo>
                  <a:cubicBezTo>
                    <a:pt x="3412" y="946"/>
                    <a:pt x="3589" y="931"/>
                    <a:pt x="3766" y="906"/>
                  </a:cubicBezTo>
                  <a:cubicBezTo>
                    <a:pt x="3888" y="891"/>
                    <a:pt x="4025" y="876"/>
                    <a:pt x="4147" y="860"/>
                  </a:cubicBezTo>
                  <a:lnTo>
                    <a:pt x="4269" y="822"/>
                  </a:lnTo>
                  <a:cubicBezTo>
                    <a:pt x="4246" y="807"/>
                    <a:pt x="4223" y="799"/>
                    <a:pt x="4200" y="792"/>
                  </a:cubicBezTo>
                  <a:cubicBezTo>
                    <a:pt x="4162" y="777"/>
                    <a:pt x="4132" y="769"/>
                    <a:pt x="4101" y="754"/>
                  </a:cubicBezTo>
                  <a:lnTo>
                    <a:pt x="3972" y="731"/>
                  </a:lnTo>
                  <a:cubicBezTo>
                    <a:pt x="3636" y="655"/>
                    <a:pt x="3309" y="548"/>
                    <a:pt x="3004" y="395"/>
                  </a:cubicBezTo>
                  <a:cubicBezTo>
                    <a:pt x="2638" y="220"/>
                    <a:pt x="2249" y="98"/>
                    <a:pt x="1861" y="30"/>
                  </a:cubicBezTo>
                  <a:cubicBezTo>
                    <a:pt x="1759" y="10"/>
                    <a:pt x="1658" y="0"/>
                    <a:pt x="15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4"/>
            <p:cNvSpPr/>
            <p:nvPr/>
          </p:nvSpPr>
          <p:spPr>
            <a:xfrm>
              <a:off x="6968375" y="2125925"/>
              <a:ext cx="70900" cy="41025"/>
            </a:xfrm>
            <a:custGeom>
              <a:avLst/>
              <a:gdLst/>
              <a:ahLst/>
              <a:cxnLst/>
              <a:rect l="l" t="t" r="r" b="b"/>
              <a:pathLst>
                <a:path w="2836" h="1641" extrusionOk="0">
                  <a:moveTo>
                    <a:pt x="2835" y="1"/>
                  </a:moveTo>
                  <a:lnTo>
                    <a:pt x="2584" y="54"/>
                  </a:lnTo>
                  <a:cubicBezTo>
                    <a:pt x="2576" y="54"/>
                    <a:pt x="2569" y="62"/>
                    <a:pt x="2569" y="62"/>
                  </a:cubicBezTo>
                  <a:cubicBezTo>
                    <a:pt x="1944" y="252"/>
                    <a:pt x="1585" y="717"/>
                    <a:pt x="1143" y="1083"/>
                  </a:cubicBezTo>
                  <a:cubicBezTo>
                    <a:pt x="816" y="1350"/>
                    <a:pt x="419" y="1510"/>
                    <a:pt x="0" y="1548"/>
                  </a:cubicBezTo>
                  <a:cubicBezTo>
                    <a:pt x="262" y="1602"/>
                    <a:pt x="545" y="1640"/>
                    <a:pt x="819" y="1640"/>
                  </a:cubicBezTo>
                  <a:cubicBezTo>
                    <a:pt x="1048" y="1640"/>
                    <a:pt x="1270" y="1614"/>
                    <a:pt x="1471" y="1548"/>
                  </a:cubicBezTo>
                  <a:cubicBezTo>
                    <a:pt x="1555" y="1517"/>
                    <a:pt x="1639" y="1472"/>
                    <a:pt x="1715" y="1418"/>
                  </a:cubicBezTo>
                  <a:cubicBezTo>
                    <a:pt x="1814" y="1334"/>
                    <a:pt x="1898" y="1235"/>
                    <a:pt x="1959" y="1129"/>
                  </a:cubicBezTo>
                  <a:cubicBezTo>
                    <a:pt x="2081" y="953"/>
                    <a:pt x="2172" y="770"/>
                    <a:pt x="2287" y="595"/>
                  </a:cubicBezTo>
                  <a:cubicBezTo>
                    <a:pt x="2424" y="397"/>
                    <a:pt x="2584" y="222"/>
                    <a:pt x="2774" y="85"/>
                  </a:cubicBezTo>
                  <a:lnTo>
                    <a:pt x="2797" y="62"/>
                  </a:lnTo>
                  <a:lnTo>
                    <a:pt x="2813" y="31"/>
                  </a:lnTo>
                  <a:cubicBezTo>
                    <a:pt x="2820" y="24"/>
                    <a:pt x="2828" y="8"/>
                    <a:pt x="28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4"/>
            <p:cNvSpPr/>
            <p:nvPr/>
          </p:nvSpPr>
          <p:spPr>
            <a:xfrm>
              <a:off x="6921700" y="2120125"/>
              <a:ext cx="109575" cy="43200"/>
            </a:xfrm>
            <a:custGeom>
              <a:avLst/>
              <a:gdLst/>
              <a:ahLst/>
              <a:cxnLst/>
              <a:rect l="l" t="t" r="r" b="b"/>
              <a:pathLst>
                <a:path w="4383" h="1728" extrusionOk="0">
                  <a:moveTo>
                    <a:pt x="1831" y="1"/>
                  </a:moveTo>
                  <a:cubicBezTo>
                    <a:pt x="1688" y="1"/>
                    <a:pt x="1545" y="9"/>
                    <a:pt x="1402" y="27"/>
                  </a:cubicBezTo>
                  <a:cubicBezTo>
                    <a:pt x="1021" y="80"/>
                    <a:pt x="663" y="225"/>
                    <a:pt x="343" y="438"/>
                  </a:cubicBezTo>
                  <a:cubicBezTo>
                    <a:pt x="221" y="614"/>
                    <a:pt x="99" y="804"/>
                    <a:pt x="0" y="1010"/>
                  </a:cubicBezTo>
                  <a:cubicBezTo>
                    <a:pt x="30" y="1063"/>
                    <a:pt x="358" y="1277"/>
                    <a:pt x="915" y="1490"/>
                  </a:cubicBezTo>
                  <a:cubicBezTo>
                    <a:pt x="1151" y="1582"/>
                    <a:pt x="1387" y="1658"/>
                    <a:pt x="1631" y="1719"/>
                  </a:cubicBezTo>
                  <a:cubicBezTo>
                    <a:pt x="1683" y="1725"/>
                    <a:pt x="1736" y="1728"/>
                    <a:pt x="1787" y="1728"/>
                  </a:cubicBezTo>
                  <a:cubicBezTo>
                    <a:pt x="2330" y="1728"/>
                    <a:pt x="2830" y="1415"/>
                    <a:pt x="3170" y="1102"/>
                  </a:cubicBezTo>
                  <a:cubicBezTo>
                    <a:pt x="3475" y="827"/>
                    <a:pt x="3757" y="530"/>
                    <a:pt x="4154" y="347"/>
                  </a:cubicBezTo>
                  <a:lnTo>
                    <a:pt x="4154" y="347"/>
                  </a:lnTo>
                  <a:cubicBezTo>
                    <a:pt x="3834" y="408"/>
                    <a:pt x="3513" y="469"/>
                    <a:pt x="3186" y="515"/>
                  </a:cubicBezTo>
                  <a:cubicBezTo>
                    <a:pt x="3590" y="423"/>
                    <a:pt x="3986" y="317"/>
                    <a:pt x="4382" y="210"/>
                  </a:cubicBezTo>
                  <a:lnTo>
                    <a:pt x="4382" y="210"/>
                  </a:lnTo>
                  <a:cubicBezTo>
                    <a:pt x="4222" y="233"/>
                    <a:pt x="4055" y="248"/>
                    <a:pt x="3895" y="256"/>
                  </a:cubicBezTo>
                  <a:cubicBezTo>
                    <a:pt x="3864" y="257"/>
                    <a:pt x="3833" y="257"/>
                    <a:pt x="3803" y="257"/>
                  </a:cubicBezTo>
                  <a:cubicBezTo>
                    <a:pt x="3422" y="257"/>
                    <a:pt x="3043" y="173"/>
                    <a:pt x="2683" y="96"/>
                  </a:cubicBezTo>
                  <a:cubicBezTo>
                    <a:pt x="2403" y="35"/>
                    <a:pt x="2117" y="1"/>
                    <a:pt x="18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4"/>
            <p:cNvSpPr/>
            <p:nvPr/>
          </p:nvSpPr>
          <p:spPr>
            <a:xfrm>
              <a:off x="7034300" y="2104400"/>
              <a:ext cx="85375" cy="83425"/>
            </a:xfrm>
            <a:custGeom>
              <a:avLst/>
              <a:gdLst/>
              <a:ahLst/>
              <a:cxnLst/>
              <a:rect l="l" t="t" r="r" b="b"/>
              <a:pathLst>
                <a:path w="3415" h="3337" extrusionOk="0">
                  <a:moveTo>
                    <a:pt x="3415" y="0"/>
                  </a:moveTo>
                  <a:lnTo>
                    <a:pt x="3331" y="69"/>
                  </a:lnTo>
                  <a:cubicBezTo>
                    <a:pt x="3247" y="153"/>
                    <a:pt x="3163" y="237"/>
                    <a:pt x="3079" y="321"/>
                  </a:cubicBezTo>
                  <a:cubicBezTo>
                    <a:pt x="2896" y="534"/>
                    <a:pt x="2752" y="763"/>
                    <a:pt x="2637" y="1014"/>
                  </a:cubicBezTo>
                  <a:cubicBezTo>
                    <a:pt x="2409" y="1479"/>
                    <a:pt x="2149" y="1929"/>
                    <a:pt x="1860" y="2348"/>
                  </a:cubicBezTo>
                  <a:cubicBezTo>
                    <a:pt x="1616" y="2698"/>
                    <a:pt x="1303" y="2912"/>
                    <a:pt x="846" y="3080"/>
                  </a:cubicBezTo>
                  <a:cubicBezTo>
                    <a:pt x="572" y="3186"/>
                    <a:pt x="290" y="3262"/>
                    <a:pt x="0" y="3301"/>
                  </a:cubicBezTo>
                  <a:cubicBezTo>
                    <a:pt x="281" y="3324"/>
                    <a:pt x="565" y="3336"/>
                    <a:pt x="849" y="3336"/>
                  </a:cubicBezTo>
                  <a:cubicBezTo>
                    <a:pt x="1019" y="3336"/>
                    <a:pt x="1188" y="3332"/>
                    <a:pt x="1357" y="3323"/>
                  </a:cubicBezTo>
                  <a:cubicBezTo>
                    <a:pt x="1921" y="3041"/>
                    <a:pt x="2348" y="2538"/>
                    <a:pt x="2523" y="1929"/>
                  </a:cubicBezTo>
                  <a:cubicBezTo>
                    <a:pt x="2538" y="1875"/>
                    <a:pt x="2553" y="1814"/>
                    <a:pt x="2569" y="1753"/>
                  </a:cubicBezTo>
                  <a:cubicBezTo>
                    <a:pt x="2721" y="1159"/>
                    <a:pt x="2904" y="458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4"/>
            <p:cNvSpPr/>
            <p:nvPr/>
          </p:nvSpPr>
          <p:spPr>
            <a:xfrm>
              <a:off x="7099450" y="2045900"/>
              <a:ext cx="64800" cy="37200"/>
            </a:xfrm>
            <a:custGeom>
              <a:avLst/>
              <a:gdLst/>
              <a:ahLst/>
              <a:cxnLst/>
              <a:rect l="l" t="t" r="r" b="b"/>
              <a:pathLst>
                <a:path w="2592" h="1488" extrusionOk="0">
                  <a:moveTo>
                    <a:pt x="1" y="1"/>
                  </a:moveTo>
                  <a:cubicBezTo>
                    <a:pt x="397" y="161"/>
                    <a:pt x="755" y="412"/>
                    <a:pt x="1045" y="732"/>
                  </a:cubicBezTo>
                  <a:lnTo>
                    <a:pt x="1091" y="793"/>
                  </a:lnTo>
                  <a:cubicBezTo>
                    <a:pt x="1327" y="1052"/>
                    <a:pt x="1655" y="1411"/>
                    <a:pt x="2051" y="1479"/>
                  </a:cubicBezTo>
                  <a:cubicBezTo>
                    <a:pt x="2097" y="1485"/>
                    <a:pt x="2142" y="1488"/>
                    <a:pt x="2188" y="1488"/>
                  </a:cubicBezTo>
                  <a:cubicBezTo>
                    <a:pt x="2325" y="1488"/>
                    <a:pt x="2461" y="1462"/>
                    <a:pt x="2592" y="1411"/>
                  </a:cubicBezTo>
                  <a:cubicBezTo>
                    <a:pt x="2455" y="1342"/>
                    <a:pt x="2325" y="1258"/>
                    <a:pt x="2219" y="1152"/>
                  </a:cubicBezTo>
                  <a:cubicBezTo>
                    <a:pt x="2180" y="1121"/>
                    <a:pt x="2142" y="1083"/>
                    <a:pt x="2104" y="1060"/>
                  </a:cubicBezTo>
                  <a:cubicBezTo>
                    <a:pt x="1975" y="961"/>
                    <a:pt x="1860" y="854"/>
                    <a:pt x="1746" y="748"/>
                  </a:cubicBezTo>
                  <a:cubicBezTo>
                    <a:pt x="1639" y="641"/>
                    <a:pt x="1548" y="557"/>
                    <a:pt x="1441" y="473"/>
                  </a:cubicBezTo>
                  <a:cubicBezTo>
                    <a:pt x="1197" y="267"/>
                    <a:pt x="915" y="123"/>
                    <a:pt x="610" y="46"/>
                  </a:cubicBezTo>
                  <a:cubicBezTo>
                    <a:pt x="496" y="24"/>
                    <a:pt x="389" y="16"/>
                    <a:pt x="283" y="16"/>
                  </a:cubicBezTo>
                  <a:cubicBezTo>
                    <a:pt x="184" y="16"/>
                    <a:pt x="92" y="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4"/>
            <p:cNvSpPr/>
            <p:nvPr/>
          </p:nvSpPr>
          <p:spPr>
            <a:xfrm>
              <a:off x="7057150" y="2043425"/>
              <a:ext cx="85775" cy="47650"/>
            </a:xfrm>
            <a:custGeom>
              <a:avLst/>
              <a:gdLst/>
              <a:ahLst/>
              <a:cxnLst/>
              <a:rect l="l" t="t" r="r" b="b"/>
              <a:pathLst>
                <a:path w="3431" h="1906" extrusionOk="0">
                  <a:moveTo>
                    <a:pt x="412" y="1"/>
                  </a:moveTo>
                  <a:cubicBezTo>
                    <a:pt x="275" y="39"/>
                    <a:pt x="130" y="84"/>
                    <a:pt x="1" y="145"/>
                  </a:cubicBezTo>
                  <a:cubicBezTo>
                    <a:pt x="16" y="153"/>
                    <a:pt x="31" y="168"/>
                    <a:pt x="54" y="176"/>
                  </a:cubicBezTo>
                  <a:cubicBezTo>
                    <a:pt x="85" y="199"/>
                    <a:pt x="115" y="222"/>
                    <a:pt x="146" y="245"/>
                  </a:cubicBezTo>
                  <a:cubicBezTo>
                    <a:pt x="214" y="298"/>
                    <a:pt x="275" y="344"/>
                    <a:pt x="336" y="397"/>
                  </a:cubicBezTo>
                  <a:cubicBezTo>
                    <a:pt x="458" y="488"/>
                    <a:pt x="580" y="595"/>
                    <a:pt x="710" y="694"/>
                  </a:cubicBezTo>
                  <a:cubicBezTo>
                    <a:pt x="961" y="892"/>
                    <a:pt x="1220" y="1075"/>
                    <a:pt x="1495" y="1243"/>
                  </a:cubicBezTo>
                  <a:cubicBezTo>
                    <a:pt x="1777" y="1418"/>
                    <a:pt x="2074" y="1571"/>
                    <a:pt x="2379" y="1693"/>
                  </a:cubicBezTo>
                  <a:cubicBezTo>
                    <a:pt x="2638" y="1792"/>
                    <a:pt x="2897" y="1860"/>
                    <a:pt x="3171" y="1906"/>
                  </a:cubicBezTo>
                  <a:lnTo>
                    <a:pt x="3430" y="1815"/>
                  </a:lnTo>
                  <a:cubicBezTo>
                    <a:pt x="2684" y="1639"/>
                    <a:pt x="1022" y="466"/>
                    <a:pt x="603" y="62"/>
                  </a:cubicBezTo>
                  <a:cubicBezTo>
                    <a:pt x="550" y="23"/>
                    <a:pt x="481" y="8"/>
                    <a:pt x="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4"/>
            <p:cNvSpPr/>
            <p:nvPr/>
          </p:nvSpPr>
          <p:spPr>
            <a:xfrm>
              <a:off x="7093175" y="2040200"/>
              <a:ext cx="77575" cy="40400"/>
            </a:xfrm>
            <a:custGeom>
              <a:avLst/>
              <a:gdLst/>
              <a:ahLst/>
              <a:cxnLst/>
              <a:rect l="l" t="t" r="r" b="b"/>
              <a:pathLst>
                <a:path w="3103" h="1616" extrusionOk="0">
                  <a:moveTo>
                    <a:pt x="902" y="0"/>
                  </a:moveTo>
                  <a:cubicBezTo>
                    <a:pt x="615" y="0"/>
                    <a:pt x="306" y="52"/>
                    <a:pt x="0" y="107"/>
                  </a:cubicBezTo>
                  <a:cubicBezTo>
                    <a:pt x="122" y="175"/>
                    <a:pt x="328" y="183"/>
                    <a:pt x="534" y="198"/>
                  </a:cubicBezTo>
                  <a:cubicBezTo>
                    <a:pt x="648" y="198"/>
                    <a:pt x="762" y="206"/>
                    <a:pt x="877" y="221"/>
                  </a:cubicBezTo>
                  <a:cubicBezTo>
                    <a:pt x="1189" y="297"/>
                    <a:pt x="1486" y="450"/>
                    <a:pt x="1730" y="663"/>
                  </a:cubicBezTo>
                  <a:cubicBezTo>
                    <a:pt x="1845" y="755"/>
                    <a:pt x="1944" y="846"/>
                    <a:pt x="2050" y="938"/>
                  </a:cubicBezTo>
                  <a:cubicBezTo>
                    <a:pt x="2149" y="1029"/>
                    <a:pt x="2271" y="1151"/>
                    <a:pt x="2393" y="1250"/>
                  </a:cubicBezTo>
                  <a:cubicBezTo>
                    <a:pt x="2439" y="1280"/>
                    <a:pt x="2477" y="1311"/>
                    <a:pt x="2515" y="1349"/>
                  </a:cubicBezTo>
                  <a:cubicBezTo>
                    <a:pt x="2630" y="1463"/>
                    <a:pt x="2774" y="1555"/>
                    <a:pt x="2927" y="1616"/>
                  </a:cubicBezTo>
                  <a:lnTo>
                    <a:pt x="2934" y="1616"/>
                  </a:lnTo>
                  <a:cubicBezTo>
                    <a:pt x="2988" y="1601"/>
                    <a:pt x="3041" y="1585"/>
                    <a:pt x="3102" y="1570"/>
                  </a:cubicBezTo>
                  <a:cubicBezTo>
                    <a:pt x="3095" y="1555"/>
                    <a:pt x="3087" y="1540"/>
                    <a:pt x="3072" y="1532"/>
                  </a:cubicBezTo>
                  <a:cubicBezTo>
                    <a:pt x="3049" y="1509"/>
                    <a:pt x="3026" y="1486"/>
                    <a:pt x="2995" y="1463"/>
                  </a:cubicBezTo>
                  <a:cubicBezTo>
                    <a:pt x="2492" y="1212"/>
                    <a:pt x="2180" y="823"/>
                    <a:pt x="1875" y="419"/>
                  </a:cubicBezTo>
                  <a:cubicBezTo>
                    <a:pt x="1642" y="98"/>
                    <a:pt x="1294" y="0"/>
                    <a:pt x="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4"/>
            <p:cNvSpPr/>
            <p:nvPr/>
          </p:nvSpPr>
          <p:spPr>
            <a:xfrm>
              <a:off x="7071250" y="2099625"/>
              <a:ext cx="56800" cy="86925"/>
            </a:xfrm>
            <a:custGeom>
              <a:avLst/>
              <a:gdLst/>
              <a:ahLst/>
              <a:cxnLst/>
              <a:rect l="l" t="t" r="r" b="b"/>
              <a:pathLst>
                <a:path w="2272" h="3477" extrusionOk="0">
                  <a:moveTo>
                    <a:pt x="2249" y="1"/>
                  </a:moveTo>
                  <a:cubicBezTo>
                    <a:pt x="1525" y="420"/>
                    <a:pt x="1296" y="1258"/>
                    <a:pt x="1121" y="1952"/>
                  </a:cubicBezTo>
                  <a:cubicBezTo>
                    <a:pt x="1106" y="2013"/>
                    <a:pt x="1091" y="2066"/>
                    <a:pt x="1075" y="2127"/>
                  </a:cubicBezTo>
                  <a:cubicBezTo>
                    <a:pt x="908" y="2699"/>
                    <a:pt x="519" y="3187"/>
                    <a:pt x="1" y="3476"/>
                  </a:cubicBezTo>
                  <a:cubicBezTo>
                    <a:pt x="191" y="3461"/>
                    <a:pt x="336" y="3316"/>
                    <a:pt x="450" y="3202"/>
                  </a:cubicBezTo>
                  <a:cubicBezTo>
                    <a:pt x="572" y="3095"/>
                    <a:pt x="679" y="2966"/>
                    <a:pt x="793" y="2851"/>
                  </a:cubicBezTo>
                  <a:cubicBezTo>
                    <a:pt x="1114" y="2524"/>
                    <a:pt x="1350" y="2120"/>
                    <a:pt x="1495" y="1678"/>
                  </a:cubicBezTo>
                  <a:cubicBezTo>
                    <a:pt x="1617" y="1281"/>
                    <a:pt x="1731" y="885"/>
                    <a:pt x="1982" y="519"/>
                  </a:cubicBezTo>
                  <a:lnTo>
                    <a:pt x="2036" y="443"/>
                  </a:lnTo>
                  <a:cubicBezTo>
                    <a:pt x="2036" y="435"/>
                    <a:pt x="2036" y="435"/>
                    <a:pt x="2036" y="435"/>
                  </a:cubicBezTo>
                  <a:cubicBezTo>
                    <a:pt x="2081" y="374"/>
                    <a:pt x="2120" y="313"/>
                    <a:pt x="2165" y="252"/>
                  </a:cubicBezTo>
                  <a:lnTo>
                    <a:pt x="2180" y="237"/>
                  </a:lnTo>
                  <a:cubicBezTo>
                    <a:pt x="2196" y="207"/>
                    <a:pt x="2272" y="54"/>
                    <a:pt x="22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4"/>
            <p:cNvSpPr/>
            <p:nvPr/>
          </p:nvSpPr>
          <p:spPr>
            <a:xfrm>
              <a:off x="7075825" y="2095625"/>
              <a:ext cx="62325" cy="91100"/>
            </a:xfrm>
            <a:custGeom>
              <a:avLst/>
              <a:gdLst/>
              <a:ahLst/>
              <a:cxnLst/>
              <a:rect l="l" t="t" r="r" b="b"/>
              <a:pathLst>
                <a:path w="2493" h="3644" extrusionOk="0">
                  <a:moveTo>
                    <a:pt x="2493" y="1"/>
                  </a:moveTo>
                  <a:lnTo>
                    <a:pt x="2447" y="16"/>
                  </a:lnTo>
                  <a:cubicBezTo>
                    <a:pt x="2165" y="252"/>
                    <a:pt x="1929" y="534"/>
                    <a:pt x="1754" y="862"/>
                  </a:cubicBezTo>
                  <a:cubicBezTo>
                    <a:pt x="1525" y="1258"/>
                    <a:pt x="1449" y="1700"/>
                    <a:pt x="1273" y="2112"/>
                  </a:cubicBezTo>
                  <a:cubicBezTo>
                    <a:pt x="1106" y="2485"/>
                    <a:pt x="870" y="2836"/>
                    <a:pt x="580" y="3126"/>
                  </a:cubicBezTo>
                  <a:cubicBezTo>
                    <a:pt x="435" y="3286"/>
                    <a:pt x="245" y="3537"/>
                    <a:pt x="1" y="3644"/>
                  </a:cubicBezTo>
                  <a:cubicBezTo>
                    <a:pt x="763" y="3552"/>
                    <a:pt x="1464" y="3316"/>
                    <a:pt x="1731" y="2752"/>
                  </a:cubicBezTo>
                  <a:cubicBezTo>
                    <a:pt x="1898" y="2394"/>
                    <a:pt x="1944" y="1975"/>
                    <a:pt x="1990" y="1579"/>
                  </a:cubicBezTo>
                  <a:cubicBezTo>
                    <a:pt x="2051" y="1030"/>
                    <a:pt x="2119" y="466"/>
                    <a:pt x="24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4"/>
            <p:cNvSpPr/>
            <p:nvPr/>
          </p:nvSpPr>
          <p:spPr>
            <a:xfrm>
              <a:off x="7046300" y="2047050"/>
              <a:ext cx="89375" cy="50525"/>
            </a:xfrm>
            <a:custGeom>
              <a:avLst/>
              <a:gdLst/>
              <a:ahLst/>
              <a:cxnLst/>
              <a:rect l="l" t="t" r="r" b="b"/>
              <a:pathLst>
                <a:path w="3575" h="2021" extrusionOk="0">
                  <a:moveTo>
                    <a:pt x="420" y="0"/>
                  </a:moveTo>
                  <a:cubicBezTo>
                    <a:pt x="275" y="54"/>
                    <a:pt x="138" y="122"/>
                    <a:pt x="0" y="199"/>
                  </a:cubicBezTo>
                  <a:lnTo>
                    <a:pt x="16" y="199"/>
                  </a:lnTo>
                  <a:cubicBezTo>
                    <a:pt x="54" y="199"/>
                    <a:pt x="99" y="206"/>
                    <a:pt x="138" y="221"/>
                  </a:cubicBezTo>
                  <a:cubicBezTo>
                    <a:pt x="214" y="244"/>
                    <a:pt x="290" y="275"/>
                    <a:pt x="366" y="313"/>
                  </a:cubicBezTo>
                  <a:cubicBezTo>
                    <a:pt x="503" y="389"/>
                    <a:pt x="625" y="473"/>
                    <a:pt x="747" y="572"/>
                  </a:cubicBezTo>
                  <a:cubicBezTo>
                    <a:pt x="984" y="763"/>
                    <a:pt x="1197" y="976"/>
                    <a:pt x="1433" y="1159"/>
                  </a:cubicBezTo>
                  <a:cubicBezTo>
                    <a:pt x="1677" y="1349"/>
                    <a:pt x="1929" y="1517"/>
                    <a:pt x="2195" y="1677"/>
                  </a:cubicBezTo>
                  <a:cubicBezTo>
                    <a:pt x="2325" y="1761"/>
                    <a:pt x="2462" y="1837"/>
                    <a:pt x="2607" y="1906"/>
                  </a:cubicBezTo>
                  <a:cubicBezTo>
                    <a:pt x="2675" y="1936"/>
                    <a:pt x="2752" y="1974"/>
                    <a:pt x="2820" y="2005"/>
                  </a:cubicBezTo>
                  <a:lnTo>
                    <a:pt x="2851" y="2020"/>
                  </a:lnTo>
                  <a:lnTo>
                    <a:pt x="3354" y="1845"/>
                  </a:lnTo>
                  <a:lnTo>
                    <a:pt x="3575" y="1769"/>
                  </a:lnTo>
                  <a:cubicBezTo>
                    <a:pt x="3476" y="1761"/>
                    <a:pt x="3384" y="1746"/>
                    <a:pt x="3285" y="1723"/>
                  </a:cubicBezTo>
                  <a:cubicBezTo>
                    <a:pt x="3118" y="1685"/>
                    <a:pt x="2950" y="1639"/>
                    <a:pt x="2790" y="1586"/>
                  </a:cubicBezTo>
                  <a:cubicBezTo>
                    <a:pt x="2470" y="1464"/>
                    <a:pt x="2165" y="1319"/>
                    <a:pt x="1883" y="1144"/>
                  </a:cubicBezTo>
                  <a:cubicBezTo>
                    <a:pt x="1608" y="968"/>
                    <a:pt x="1349" y="778"/>
                    <a:pt x="1098" y="572"/>
                  </a:cubicBezTo>
                  <a:cubicBezTo>
                    <a:pt x="984" y="465"/>
                    <a:pt x="862" y="366"/>
                    <a:pt x="747" y="260"/>
                  </a:cubicBezTo>
                  <a:cubicBezTo>
                    <a:pt x="686" y="206"/>
                    <a:pt x="625" y="160"/>
                    <a:pt x="564" y="107"/>
                  </a:cubicBezTo>
                  <a:cubicBezTo>
                    <a:pt x="542" y="84"/>
                    <a:pt x="511" y="54"/>
                    <a:pt x="473" y="31"/>
                  </a:cubicBezTo>
                  <a:cubicBezTo>
                    <a:pt x="458" y="23"/>
                    <a:pt x="442" y="8"/>
                    <a:pt x="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4"/>
            <p:cNvSpPr/>
            <p:nvPr/>
          </p:nvSpPr>
          <p:spPr>
            <a:xfrm>
              <a:off x="6959600" y="2086950"/>
              <a:ext cx="92625" cy="33850"/>
            </a:xfrm>
            <a:custGeom>
              <a:avLst/>
              <a:gdLst/>
              <a:ahLst/>
              <a:cxnLst/>
              <a:rect l="l" t="t" r="r" b="b"/>
              <a:pathLst>
                <a:path w="3705" h="1354" extrusionOk="0">
                  <a:moveTo>
                    <a:pt x="976" y="0"/>
                  </a:moveTo>
                  <a:cubicBezTo>
                    <a:pt x="938" y="0"/>
                    <a:pt x="900" y="2"/>
                    <a:pt x="862" y="5"/>
                  </a:cubicBezTo>
                  <a:cubicBezTo>
                    <a:pt x="565" y="165"/>
                    <a:pt x="275" y="348"/>
                    <a:pt x="1" y="554"/>
                  </a:cubicBezTo>
                  <a:cubicBezTo>
                    <a:pt x="39" y="561"/>
                    <a:pt x="77" y="569"/>
                    <a:pt x="115" y="577"/>
                  </a:cubicBezTo>
                  <a:cubicBezTo>
                    <a:pt x="168" y="577"/>
                    <a:pt x="222" y="569"/>
                    <a:pt x="275" y="561"/>
                  </a:cubicBezTo>
                  <a:cubicBezTo>
                    <a:pt x="378" y="544"/>
                    <a:pt x="481" y="536"/>
                    <a:pt x="584" y="536"/>
                  </a:cubicBezTo>
                  <a:cubicBezTo>
                    <a:pt x="618" y="536"/>
                    <a:pt x="652" y="537"/>
                    <a:pt x="687" y="538"/>
                  </a:cubicBezTo>
                  <a:cubicBezTo>
                    <a:pt x="1068" y="569"/>
                    <a:pt x="1441" y="660"/>
                    <a:pt x="1792" y="813"/>
                  </a:cubicBezTo>
                  <a:cubicBezTo>
                    <a:pt x="2158" y="950"/>
                    <a:pt x="2478" y="1148"/>
                    <a:pt x="2866" y="1232"/>
                  </a:cubicBezTo>
                  <a:cubicBezTo>
                    <a:pt x="3080" y="1293"/>
                    <a:pt x="3285" y="1331"/>
                    <a:pt x="3506" y="1354"/>
                  </a:cubicBezTo>
                  <a:lnTo>
                    <a:pt x="3705" y="1293"/>
                  </a:lnTo>
                  <a:cubicBezTo>
                    <a:pt x="3689" y="1278"/>
                    <a:pt x="3667" y="1262"/>
                    <a:pt x="3644" y="1255"/>
                  </a:cubicBezTo>
                  <a:lnTo>
                    <a:pt x="3606" y="1240"/>
                  </a:lnTo>
                  <a:cubicBezTo>
                    <a:pt x="3240" y="1171"/>
                    <a:pt x="2897" y="1026"/>
                    <a:pt x="2584" y="820"/>
                  </a:cubicBezTo>
                  <a:cubicBezTo>
                    <a:pt x="2356" y="668"/>
                    <a:pt x="2142" y="493"/>
                    <a:pt x="1921" y="333"/>
                  </a:cubicBezTo>
                  <a:cubicBezTo>
                    <a:pt x="1921" y="333"/>
                    <a:pt x="1914" y="333"/>
                    <a:pt x="1914" y="325"/>
                  </a:cubicBezTo>
                  <a:cubicBezTo>
                    <a:pt x="1883" y="302"/>
                    <a:pt x="1845" y="279"/>
                    <a:pt x="1807" y="256"/>
                  </a:cubicBezTo>
                  <a:cubicBezTo>
                    <a:pt x="1776" y="234"/>
                    <a:pt x="1754" y="226"/>
                    <a:pt x="1738" y="211"/>
                  </a:cubicBezTo>
                  <a:cubicBezTo>
                    <a:pt x="1639" y="157"/>
                    <a:pt x="1540" y="119"/>
                    <a:pt x="1433" y="89"/>
                  </a:cubicBezTo>
                  <a:cubicBezTo>
                    <a:pt x="1292" y="27"/>
                    <a:pt x="1136" y="0"/>
                    <a:pt x="9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4"/>
            <p:cNvSpPr/>
            <p:nvPr/>
          </p:nvSpPr>
          <p:spPr>
            <a:xfrm>
              <a:off x="6988375" y="2082525"/>
              <a:ext cx="79675" cy="35225"/>
            </a:xfrm>
            <a:custGeom>
              <a:avLst/>
              <a:gdLst/>
              <a:ahLst/>
              <a:cxnLst/>
              <a:rect l="l" t="t" r="r" b="b"/>
              <a:pathLst>
                <a:path w="3187" h="1409" extrusionOk="0">
                  <a:moveTo>
                    <a:pt x="295" y="0"/>
                  </a:moveTo>
                  <a:cubicBezTo>
                    <a:pt x="219" y="0"/>
                    <a:pt x="146" y="5"/>
                    <a:pt x="77" y="14"/>
                  </a:cubicBezTo>
                  <a:lnTo>
                    <a:pt x="0" y="45"/>
                  </a:lnTo>
                  <a:cubicBezTo>
                    <a:pt x="183" y="90"/>
                    <a:pt x="366" y="167"/>
                    <a:pt x="526" y="273"/>
                  </a:cubicBezTo>
                  <a:cubicBezTo>
                    <a:pt x="770" y="418"/>
                    <a:pt x="999" y="586"/>
                    <a:pt x="1220" y="769"/>
                  </a:cubicBezTo>
                  <a:cubicBezTo>
                    <a:pt x="1654" y="1089"/>
                    <a:pt x="2157" y="1371"/>
                    <a:pt x="2767" y="1409"/>
                  </a:cubicBezTo>
                  <a:lnTo>
                    <a:pt x="3133" y="1295"/>
                  </a:lnTo>
                  <a:lnTo>
                    <a:pt x="3186" y="1279"/>
                  </a:lnTo>
                  <a:cubicBezTo>
                    <a:pt x="2935" y="1150"/>
                    <a:pt x="2714" y="982"/>
                    <a:pt x="2523" y="776"/>
                  </a:cubicBezTo>
                  <a:lnTo>
                    <a:pt x="2447" y="731"/>
                  </a:lnTo>
                  <a:cubicBezTo>
                    <a:pt x="1550" y="242"/>
                    <a:pt x="841" y="0"/>
                    <a:pt x="2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4"/>
            <p:cNvSpPr/>
            <p:nvPr/>
          </p:nvSpPr>
          <p:spPr>
            <a:xfrm>
              <a:off x="7021325" y="2059250"/>
              <a:ext cx="84450" cy="46500"/>
            </a:xfrm>
            <a:custGeom>
              <a:avLst/>
              <a:gdLst/>
              <a:ahLst/>
              <a:cxnLst/>
              <a:rect l="l" t="t" r="r" b="b"/>
              <a:pathLst>
                <a:path w="3378" h="1860" extrusionOk="0">
                  <a:moveTo>
                    <a:pt x="489" y="0"/>
                  </a:moveTo>
                  <a:lnTo>
                    <a:pt x="435" y="31"/>
                  </a:lnTo>
                  <a:cubicBezTo>
                    <a:pt x="291" y="115"/>
                    <a:pt x="146" y="198"/>
                    <a:pt x="1" y="282"/>
                  </a:cubicBezTo>
                  <a:cubicBezTo>
                    <a:pt x="138" y="297"/>
                    <a:pt x="291" y="282"/>
                    <a:pt x="428" y="305"/>
                  </a:cubicBezTo>
                  <a:cubicBezTo>
                    <a:pt x="588" y="320"/>
                    <a:pt x="740" y="366"/>
                    <a:pt x="885" y="435"/>
                  </a:cubicBezTo>
                  <a:cubicBezTo>
                    <a:pt x="1159" y="549"/>
                    <a:pt x="1419" y="709"/>
                    <a:pt x="1640" y="915"/>
                  </a:cubicBezTo>
                  <a:cubicBezTo>
                    <a:pt x="1693" y="961"/>
                    <a:pt x="1746" y="1006"/>
                    <a:pt x="1800" y="1052"/>
                  </a:cubicBezTo>
                  <a:cubicBezTo>
                    <a:pt x="1845" y="1105"/>
                    <a:pt x="1899" y="1159"/>
                    <a:pt x="1937" y="1212"/>
                  </a:cubicBezTo>
                  <a:cubicBezTo>
                    <a:pt x="2021" y="1319"/>
                    <a:pt x="2112" y="1425"/>
                    <a:pt x="2211" y="1524"/>
                  </a:cubicBezTo>
                  <a:cubicBezTo>
                    <a:pt x="2318" y="1624"/>
                    <a:pt x="2440" y="1700"/>
                    <a:pt x="2569" y="1761"/>
                  </a:cubicBezTo>
                  <a:cubicBezTo>
                    <a:pt x="2676" y="1806"/>
                    <a:pt x="2798" y="1845"/>
                    <a:pt x="2912" y="1860"/>
                  </a:cubicBezTo>
                  <a:lnTo>
                    <a:pt x="3377" y="1700"/>
                  </a:lnTo>
                  <a:cubicBezTo>
                    <a:pt x="3339" y="1662"/>
                    <a:pt x="3293" y="1639"/>
                    <a:pt x="3240" y="1631"/>
                  </a:cubicBezTo>
                  <a:cubicBezTo>
                    <a:pt x="3141" y="1593"/>
                    <a:pt x="3042" y="1547"/>
                    <a:pt x="2950" y="1502"/>
                  </a:cubicBezTo>
                  <a:cubicBezTo>
                    <a:pt x="2874" y="1471"/>
                    <a:pt x="2806" y="1433"/>
                    <a:pt x="2737" y="1403"/>
                  </a:cubicBezTo>
                  <a:cubicBezTo>
                    <a:pt x="2600" y="1334"/>
                    <a:pt x="2470" y="1250"/>
                    <a:pt x="2341" y="1166"/>
                  </a:cubicBezTo>
                  <a:cubicBezTo>
                    <a:pt x="2211" y="1082"/>
                    <a:pt x="2089" y="1006"/>
                    <a:pt x="1967" y="915"/>
                  </a:cubicBezTo>
                  <a:cubicBezTo>
                    <a:pt x="1731" y="732"/>
                    <a:pt x="1510" y="541"/>
                    <a:pt x="1274" y="366"/>
                  </a:cubicBezTo>
                  <a:cubicBezTo>
                    <a:pt x="1152" y="275"/>
                    <a:pt x="1022" y="191"/>
                    <a:pt x="893" y="122"/>
                  </a:cubicBezTo>
                  <a:cubicBezTo>
                    <a:pt x="763" y="61"/>
                    <a:pt x="634" y="15"/>
                    <a:pt x="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4"/>
            <p:cNvSpPr/>
            <p:nvPr/>
          </p:nvSpPr>
          <p:spPr>
            <a:xfrm>
              <a:off x="7005150" y="2073525"/>
              <a:ext cx="74125" cy="40625"/>
            </a:xfrm>
            <a:custGeom>
              <a:avLst/>
              <a:gdLst/>
              <a:ahLst/>
              <a:cxnLst/>
              <a:rect l="l" t="t" r="r" b="b"/>
              <a:pathLst>
                <a:path w="2965" h="1625" extrusionOk="0">
                  <a:moveTo>
                    <a:pt x="46" y="1"/>
                  </a:moveTo>
                  <a:lnTo>
                    <a:pt x="0" y="16"/>
                  </a:lnTo>
                  <a:cubicBezTo>
                    <a:pt x="183" y="92"/>
                    <a:pt x="374" y="153"/>
                    <a:pt x="572" y="207"/>
                  </a:cubicBezTo>
                  <a:cubicBezTo>
                    <a:pt x="1136" y="374"/>
                    <a:pt x="1723" y="542"/>
                    <a:pt x="1867" y="1045"/>
                  </a:cubicBezTo>
                  <a:lnTo>
                    <a:pt x="1890" y="1136"/>
                  </a:lnTo>
                  <a:cubicBezTo>
                    <a:pt x="2081" y="1335"/>
                    <a:pt x="2302" y="1502"/>
                    <a:pt x="2553" y="1624"/>
                  </a:cubicBezTo>
                  <a:lnTo>
                    <a:pt x="2965" y="1487"/>
                  </a:lnTo>
                  <a:cubicBezTo>
                    <a:pt x="2858" y="1456"/>
                    <a:pt x="2759" y="1411"/>
                    <a:pt x="2660" y="1365"/>
                  </a:cubicBezTo>
                  <a:cubicBezTo>
                    <a:pt x="2523" y="1296"/>
                    <a:pt x="2401" y="1205"/>
                    <a:pt x="2302" y="1098"/>
                  </a:cubicBezTo>
                  <a:cubicBezTo>
                    <a:pt x="2096" y="885"/>
                    <a:pt x="2005" y="626"/>
                    <a:pt x="1784" y="450"/>
                  </a:cubicBezTo>
                  <a:cubicBezTo>
                    <a:pt x="1669" y="359"/>
                    <a:pt x="1540" y="283"/>
                    <a:pt x="1395" y="237"/>
                  </a:cubicBezTo>
                  <a:cubicBezTo>
                    <a:pt x="1242" y="184"/>
                    <a:pt x="1090" y="146"/>
                    <a:pt x="938" y="123"/>
                  </a:cubicBezTo>
                  <a:cubicBezTo>
                    <a:pt x="778" y="100"/>
                    <a:pt x="610" y="77"/>
                    <a:pt x="450" y="62"/>
                  </a:cubicBezTo>
                  <a:cubicBezTo>
                    <a:pt x="313" y="47"/>
                    <a:pt x="183" y="24"/>
                    <a:pt x="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4"/>
            <p:cNvSpPr/>
            <p:nvPr/>
          </p:nvSpPr>
          <p:spPr>
            <a:xfrm>
              <a:off x="7006675" y="2066475"/>
              <a:ext cx="87100" cy="44225"/>
            </a:xfrm>
            <a:custGeom>
              <a:avLst/>
              <a:gdLst/>
              <a:ahLst/>
              <a:cxnLst/>
              <a:rect l="l" t="t" r="r" b="b"/>
              <a:pathLst>
                <a:path w="3484" h="1769" extrusionOk="0">
                  <a:moveTo>
                    <a:pt x="579" y="1"/>
                  </a:moveTo>
                  <a:cubicBezTo>
                    <a:pt x="396" y="108"/>
                    <a:pt x="198" y="199"/>
                    <a:pt x="0" y="275"/>
                  </a:cubicBezTo>
                  <a:cubicBezTo>
                    <a:pt x="130" y="298"/>
                    <a:pt x="259" y="306"/>
                    <a:pt x="396" y="321"/>
                  </a:cubicBezTo>
                  <a:cubicBezTo>
                    <a:pt x="557" y="329"/>
                    <a:pt x="724" y="344"/>
                    <a:pt x="884" y="367"/>
                  </a:cubicBezTo>
                  <a:cubicBezTo>
                    <a:pt x="1044" y="382"/>
                    <a:pt x="1204" y="420"/>
                    <a:pt x="1364" y="473"/>
                  </a:cubicBezTo>
                  <a:cubicBezTo>
                    <a:pt x="1509" y="519"/>
                    <a:pt x="1646" y="595"/>
                    <a:pt x="1768" y="694"/>
                  </a:cubicBezTo>
                  <a:cubicBezTo>
                    <a:pt x="1875" y="786"/>
                    <a:pt x="1966" y="900"/>
                    <a:pt x="2043" y="1022"/>
                  </a:cubicBezTo>
                  <a:cubicBezTo>
                    <a:pt x="2111" y="1136"/>
                    <a:pt x="2195" y="1251"/>
                    <a:pt x="2279" y="1357"/>
                  </a:cubicBezTo>
                  <a:cubicBezTo>
                    <a:pt x="2454" y="1540"/>
                    <a:pt x="2675" y="1685"/>
                    <a:pt x="2919" y="1769"/>
                  </a:cubicBezTo>
                  <a:cubicBezTo>
                    <a:pt x="3110" y="1700"/>
                    <a:pt x="3293" y="1639"/>
                    <a:pt x="3483" y="1578"/>
                  </a:cubicBezTo>
                  <a:cubicBezTo>
                    <a:pt x="3361" y="1563"/>
                    <a:pt x="3247" y="1540"/>
                    <a:pt x="3140" y="1495"/>
                  </a:cubicBezTo>
                  <a:cubicBezTo>
                    <a:pt x="3003" y="1441"/>
                    <a:pt x="2873" y="1357"/>
                    <a:pt x="2759" y="1258"/>
                  </a:cubicBezTo>
                  <a:cubicBezTo>
                    <a:pt x="2652" y="1167"/>
                    <a:pt x="2561" y="1060"/>
                    <a:pt x="2469" y="953"/>
                  </a:cubicBezTo>
                  <a:cubicBezTo>
                    <a:pt x="2431" y="900"/>
                    <a:pt x="2386" y="847"/>
                    <a:pt x="2332" y="801"/>
                  </a:cubicBezTo>
                  <a:cubicBezTo>
                    <a:pt x="2279" y="755"/>
                    <a:pt x="2226" y="710"/>
                    <a:pt x="2172" y="664"/>
                  </a:cubicBezTo>
                  <a:cubicBezTo>
                    <a:pt x="1959" y="466"/>
                    <a:pt x="1715" y="306"/>
                    <a:pt x="1448" y="184"/>
                  </a:cubicBezTo>
                  <a:cubicBezTo>
                    <a:pt x="1311" y="115"/>
                    <a:pt x="1159" y="69"/>
                    <a:pt x="1006" y="47"/>
                  </a:cubicBezTo>
                  <a:cubicBezTo>
                    <a:pt x="930" y="31"/>
                    <a:pt x="846" y="31"/>
                    <a:pt x="770" y="24"/>
                  </a:cubicBezTo>
                  <a:cubicBezTo>
                    <a:pt x="709" y="24"/>
                    <a:pt x="640" y="16"/>
                    <a:pt x="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4"/>
            <p:cNvSpPr/>
            <p:nvPr/>
          </p:nvSpPr>
          <p:spPr>
            <a:xfrm>
              <a:off x="7033725" y="2052200"/>
              <a:ext cx="83475" cy="47850"/>
            </a:xfrm>
            <a:custGeom>
              <a:avLst/>
              <a:gdLst/>
              <a:ahLst/>
              <a:cxnLst/>
              <a:rect l="l" t="t" r="r" b="b"/>
              <a:pathLst>
                <a:path w="3339" h="1914" extrusionOk="0">
                  <a:moveTo>
                    <a:pt x="488" y="0"/>
                  </a:moveTo>
                  <a:cubicBezTo>
                    <a:pt x="320" y="92"/>
                    <a:pt x="160" y="183"/>
                    <a:pt x="0" y="282"/>
                  </a:cubicBezTo>
                  <a:cubicBezTo>
                    <a:pt x="138" y="290"/>
                    <a:pt x="275" y="328"/>
                    <a:pt x="412" y="389"/>
                  </a:cubicBezTo>
                  <a:cubicBezTo>
                    <a:pt x="549" y="450"/>
                    <a:pt x="686" y="526"/>
                    <a:pt x="816" y="618"/>
                  </a:cubicBezTo>
                  <a:cubicBezTo>
                    <a:pt x="1060" y="785"/>
                    <a:pt x="1281" y="983"/>
                    <a:pt x="1517" y="1159"/>
                  </a:cubicBezTo>
                  <a:cubicBezTo>
                    <a:pt x="1761" y="1342"/>
                    <a:pt x="2012" y="1502"/>
                    <a:pt x="2272" y="1654"/>
                  </a:cubicBezTo>
                  <a:cubicBezTo>
                    <a:pt x="2340" y="1692"/>
                    <a:pt x="2409" y="1723"/>
                    <a:pt x="2477" y="1761"/>
                  </a:cubicBezTo>
                  <a:cubicBezTo>
                    <a:pt x="2500" y="1768"/>
                    <a:pt x="2531" y="1784"/>
                    <a:pt x="2561" y="1791"/>
                  </a:cubicBezTo>
                  <a:cubicBezTo>
                    <a:pt x="2607" y="1806"/>
                    <a:pt x="2653" y="1822"/>
                    <a:pt x="2698" y="1829"/>
                  </a:cubicBezTo>
                  <a:lnTo>
                    <a:pt x="2797" y="1860"/>
                  </a:lnTo>
                  <a:cubicBezTo>
                    <a:pt x="2896" y="1883"/>
                    <a:pt x="2988" y="1898"/>
                    <a:pt x="3087" y="1913"/>
                  </a:cubicBezTo>
                  <a:lnTo>
                    <a:pt x="3339" y="1829"/>
                  </a:lnTo>
                  <a:lnTo>
                    <a:pt x="3316" y="1822"/>
                  </a:lnTo>
                  <a:cubicBezTo>
                    <a:pt x="3239" y="1791"/>
                    <a:pt x="3163" y="1761"/>
                    <a:pt x="3087" y="1723"/>
                  </a:cubicBezTo>
                  <a:cubicBezTo>
                    <a:pt x="2942" y="1662"/>
                    <a:pt x="2797" y="1585"/>
                    <a:pt x="2660" y="1502"/>
                  </a:cubicBezTo>
                  <a:cubicBezTo>
                    <a:pt x="2393" y="1349"/>
                    <a:pt x="2134" y="1182"/>
                    <a:pt x="1883" y="991"/>
                  </a:cubicBezTo>
                  <a:cubicBezTo>
                    <a:pt x="1647" y="800"/>
                    <a:pt x="1433" y="595"/>
                    <a:pt x="1212" y="397"/>
                  </a:cubicBezTo>
                  <a:cubicBezTo>
                    <a:pt x="1098" y="297"/>
                    <a:pt x="976" y="206"/>
                    <a:pt x="846" y="130"/>
                  </a:cubicBezTo>
                  <a:cubicBezTo>
                    <a:pt x="778" y="84"/>
                    <a:pt x="709" y="54"/>
                    <a:pt x="633" y="23"/>
                  </a:cubicBezTo>
                  <a:cubicBezTo>
                    <a:pt x="595" y="15"/>
                    <a:pt x="557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4"/>
            <p:cNvSpPr/>
            <p:nvPr/>
          </p:nvSpPr>
          <p:spPr>
            <a:xfrm>
              <a:off x="6918250" y="2037325"/>
              <a:ext cx="344900" cy="152650"/>
            </a:xfrm>
            <a:custGeom>
              <a:avLst/>
              <a:gdLst/>
              <a:ahLst/>
              <a:cxnLst/>
              <a:rect l="l" t="t" r="r" b="b"/>
              <a:pathLst>
                <a:path w="13796" h="6106" extrusionOk="0">
                  <a:moveTo>
                    <a:pt x="7904" y="130"/>
                  </a:moveTo>
                  <a:cubicBezTo>
                    <a:pt x="8354" y="130"/>
                    <a:pt x="8659" y="260"/>
                    <a:pt x="8864" y="542"/>
                  </a:cubicBezTo>
                  <a:cubicBezTo>
                    <a:pt x="9154" y="931"/>
                    <a:pt x="9482" y="1334"/>
                    <a:pt x="9992" y="1586"/>
                  </a:cubicBezTo>
                  <a:cubicBezTo>
                    <a:pt x="10015" y="1609"/>
                    <a:pt x="10046" y="1632"/>
                    <a:pt x="10069" y="1655"/>
                  </a:cubicBezTo>
                  <a:cubicBezTo>
                    <a:pt x="10069" y="1655"/>
                    <a:pt x="10076" y="1662"/>
                    <a:pt x="10076" y="1670"/>
                  </a:cubicBezTo>
                  <a:lnTo>
                    <a:pt x="9931" y="1708"/>
                  </a:lnTo>
                  <a:cubicBezTo>
                    <a:pt x="9787" y="1647"/>
                    <a:pt x="9649" y="1563"/>
                    <a:pt x="9535" y="1449"/>
                  </a:cubicBezTo>
                  <a:cubicBezTo>
                    <a:pt x="9489" y="1411"/>
                    <a:pt x="9451" y="1380"/>
                    <a:pt x="9413" y="1350"/>
                  </a:cubicBezTo>
                  <a:cubicBezTo>
                    <a:pt x="9291" y="1251"/>
                    <a:pt x="9177" y="1144"/>
                    <a:pt x="9063" y="1045"/>
                  </a:cubicBezTo>
                  <a:cubicBezTo>
                    <a:pt x="8971" y="953"/>
                    <a:pt x="8864" y="862"/>
                    <a:pt x="8750" y="771"/>
                  </a:cubicBezTo>
                  <a:cubicBezTo>
                    <a:pt x="8499" y="557"/>
                    <a:pt x="8201" y="405"/>
                    <a:pt x="7881" y="321"/>
                  </a:cubicBezTo>
                  <a:cubicBezTo>
                    <a:pt x="7767" y="306"/>
                    <a:pt x="7653" y="290"/>
                    <a:pt x="7538" y="290"/>
                  </a:cubicBezTo>
                  <a:cubicBezTo>
                    <a:pt x="7518" y="291"/>
                    <a:pt x="7498" y="292"/>
                    <a:pt x="7477" y="292"/>
                  </a:cubicBezTo>
                  <a:cubicBezTo>
                    <a:pt x="7338" y="292"/>
                    <a:pt x="7199" y="269"/>
                    <a:pt x="7066" y="229"/>
                  </a:cubicBezTo>
                  <a:cubicBezTo>
                    <a:pt x="7340" y="176"/>
                    <a:pt x="7622" y="146"/>
                    <a:pt x="7904" y="130"/>
                  </a:cubicBezTo>
                  <a:close/>
                  <a:moveTo>
                    <a:pt x="7355" y="367"/>
                  </a:moveTo>
                  <a:cubicBezTo>
                    <a:pt x="7416" y="374"/>
                    <a:pt x="7477" y="374"/>
                    <a:pt x="7531" y="374"/>
                  </a:cubicBezTo>
                  <a:lnTo>
                    <a:pt x="7531" y="382"/>
                  </a:lnTo>
                  <a:cubicBezTo>
                    <a:pt x="7637" y="382"/>
                    <a:pt x="7744" y="389"/>
                    <a:pt x="7851" y="405"/>
                  </a:cubicBezTo>
                  <a:cubicBezTo>
                    <a:pt x="8156" y="481"/>
                    <a:pt x="8438" y="626"/>
                    <a:pt x="8674" y="824"/>
                  </a:cubicBezTo>
                  <a:cubicBezTo>
                    <a:pt x="8781" y="915"/>
                    <a:pt x="8880" y="1007"/>
                    <a:pt x="8979" y="1098"/>
                  </a:cubicBezTo>
                  <a:lnTo>
                    <a:pt x="8986" y="1106"/>
                  </a:lnTo>
                  <a:cubicBezTo>
                    <a:pt x="9093" y="1205"/>
                    <a:pt x="9207" y="1312"/>
                    <a:pt x="9337" y="1411"/>
                  </a:cubicBezTo>
                  <a:cubicBezTo>
                    <a:pt x="9375" y="1441"/>
                    <a:pt x="9421" y="1479"/>
                    <a:pt x="9451" y="1510"/>
                  </a:cubicBezTo>
                  <a:cubicBezTo>
                    <a:pt x="9550" y="1601"/>
                    <a:pt x="9665" y="1685"/>
                    <a:pt x="9787" y="1746"/>
                  </a:cubicBezTo>
                  <a:cubicBezTo>
                    <a:pt x="9665" y="1784"/>
                    <a:pt x="9543" y="1807"/>
                    <a:pt x="9421" y="1815"/>
                  </a:cubicBezTo>
                  <a:cubicBezTo>
                    <a:pt x="9383" y="1815"/>
                    <a:pt x="9345" y="1807"/>
                    <a:pt x="9307" y="1799"/>
                  </a:cubicBezTo>
                  <a:cubicBezTo>
                    <a:pt x="8910" y="1731"/>
                    <a:pt x="8590" y="1373"/>
                    <a:pt x="8354" y="1113"/>
                  </a:cubicBezTo>
                  <a:lnTo>
                    <a:pt x="8308" y="1060"/>
                  </a:lnTo>
                  <a:cubicBezTo>
                    <a:pt x="8041" y="763"/>
                    <a:pt x="7721" y="527"/>
                    <a:pt x="7355" y="367"/>
                  </a:cubicBezTo>
                  <a:close/>
                  <a:moveTo>
                    <a:pt x="5984" y="267"/>
                  </a:moveTo>
                  <a:cubicBezTo>
                    <a:pt x="6045" y="275"/>
                    <a:pt x="6098" y="290"/>
                    <a:pt x="6151" y="321"/>
                  </a:cubicBezTo>
                  <a:cubicBezTo>
                    <a:pt x="6548" y="664"/>
                    <a:pt x="6967" y="976"/>
                    <a:pt x="7401" y="1251"/>
                  </a:cubicBezTo>
                  <a:cubicBezTo>
                    <a:pt x="7782" y="1502"/>
                    <a:pt x="8476" y="1929"/>
                    <a:pt x="8925" y="2066"/>
                  </a:cubicBezTo>
                  <a:lnTo>
                    <a:pt x="8720" y="2135"/>
                  </a:lnTo>
                  <a:cubicBezTo>
                    <a:pt x="8453" y="2089"/>
                    <a:pt x="8186" y="2020"/>
                    <a:pt x="7935" y="1921"/>
                  </a:cubicBezTo>
                  <a:cubicBezTo>
                    <a:pt x="7630" y="1799"/>
                    <a:pt x="7333" y="1655"/>
                    <a:pt x="7051" y="1479"/>
                  </a:cubicBezTo>
                  <a:cubicBezTo>
                    <a:pt x="6784" y="1304"/>
                    <a:pt x="6517" y="1121"/>
                    <a:pt x="6273" y="923"/>
                  </a:cubicBezTo>
                  <a:cubicBezTo>
                    <a:pt x="6159" y="839"/>
                    <a:pt x="6045" y="740"/>
                    <a:pt x="5930" y="656"/>
                  </a:cubicBezTo>
                  <a:lnTo>
                    <a:pt x="5877" y="610"/>
                  </a:lnTo>
                  <a:cubicBezTo>
                    <a:pt x="5824" y="557"/>
                    <a:pt x="5770" y="519"/>
                    <a:pt x="5717" y="473"/>
                  </a:cubicBezTo>
                  <a:lnTo>
                    <a:pt x="5717" y="481"/>
                  </a:lnTo>
                  <a:cubicBezTo>
                    <a:pt x="5686" y="450"/>
                    <a:pt x="5656" y="428"/>
                    <a:pt x="5625" y="405"/>
                  </a:cubicBezTo>
                  <a:lnTo>
                    <a:pt x="5610" y="397"/>
                  </a:lnTo>
                  <a:lnTo>
                    <a:pt x="5603" y="389"/>
                  </a:lnTo>
                  <a:cubicBezTo>
                    <a:pt x="5724" y="344"/>
                    <a:pt x="5846" y="298"/>
                    <a:pt x="5976" y="267"/>
                  </a:cubicBezTo>
                  <a:close/>
                  <a:moveTo>
                    <a:pt x="5542" y="420"/>
                  </a:moveTo>
                  <a:lnTo>
                    <a:pt x="5572" y="435"/>
                  </a:lnTo>
                  <a:lnTo>
                    <a:pt x="5580" y="443"/>
                  </a:lnTo>
                  <a:cubicBezTo>
                    <a:pt x="5618" y="473"/>
                    <a:pt x="5648" y="504"/>
                    <a:pt x="5679" y="519"/>
                  </a:cubicBezTo>
                  <a:cubicBezTo>
                    <a:pt x="5732" y="565"/>
                    <a:pt x="5793" y="618"/>
                    <a:pt x="5846" y="671"/>
                  </a:cubicBezTo>
                  <a:cubicBezTo>
                    <a:pt x="5961" y="763"/>
                    <a:pt x="6083" y="877"/>
                    <a:pt x="6205" y="976"/>
                  </a:cubicBezTo>
                  <a:cubicBezTo>
                    <a:pt x="6456" y="1182"/>
                    <a:pt x="6715" y="1380"/>
                    <a:pt x="6990" y="1548"/>
                  </a:cubicBezTo>
                  <a:cubicBezTo>
                    <a:pt x="7279" y="1731"/>
                    <a:pt x="7584" y="1876"/>
                    <a:pt x="7904" y="1998"/>
                  </a:cubicBezTo>
                  <a:cubicBezTo>
                    <a:pt x="8064" y="2051"/>
                    <a:pt x="8240" y="2104"/>
                    <a:pt x="8407" y="2135"/>
                  </a:cubicBezTo>
                  <a:cubicBezTo>
                    <a:pt x="8476" y="2150"/>
                    <a:pt x="8544" y="2165"/>
                    <a:pt x="8613" y="2173"/>
                  </a:cubicBezTo>
                  <a:lnTo>
                    <a:pt x="8468" y="2226"/>
                  </a:lnTo>
                  <a:lnTo>
                    <a:pt x="7980" y="2394"/>
                  </a:lnTo>
                  <a:lnTo>
                    <a:pt x="7958" y="2386"/>
                  </a:lnTo>
                  <a:cubicBezTo>
                    <a:pt x="7889" y="2356"/>
                    <a:pt x="7820" y="2318"/>
                    <a:pt x="7737" y="2280"/>
                  </a:cubicBezTo>
                  <a:cubicBezTo>
                    <a:pt x="7615" y="2219"/>
                    <a:pt x="7493" y="2150"/>
                    <a:pt x="7371" y="2081"/>
                  </a:cubicBezTo>
                  <a:lnTo>
                    <a:pt x="7333" y="2051"/>
                  </a:lnTo>
                  <a:cubicBezTo>
                    <a:pt x="7066" y="1898"/>
                    <a:pt x="6814" y="1723"/>
                    <a:pt x="6570" y="1540"/>
                  </a:cubicBezTo>
                  <a:cubicBezTo>
                    <a:pt x="6433" y="1426"/>
                    <a:pt x="6296" y="1312"/>
                    <a:pt x="6174" y="1197"/>
                  </a:cubicBezTo>
                  <a:cubicBezTo>
                    <a:pt x="6075" y="1121"/>
                    <a:pt x="5984" y="1037"/>
                    <a:pt x="5885" y="953"/>
                  </a:cubicBezTo>
                  <a:cubicBezTo>
                    <a:pt x="5763" y="854"/>
                    <a:pt x="5633" y="771"/>
                    <a:pt x="5496" y="694"/>
                  </a:cubicBezTo>
                  <a:cubicBezTo>
                    <a:pt x="5427" y="656"/>
                    <a:pt x="5351" y="618"/>
                    <a:pt x="5267" y="595"/>
                  </a:cubicBezTo>
                  <a:cubicBezTo>
                    <a:pt x="5244" y="588"/>
                    <a:pt x="5214" y="580"/>
                    <a:pt x="5191" y="580"/>
                  </a:cubicBezTo>
                  <a:cubicBezTo>
                    <a:pt x="5313" y="519"/>
                    <a:pt x="5427" y="466"/>
                    <a:pt x="5542" y="420"/>
                  </a:cubicBezTo>
                  <a:close/>
                  <a:moveTo>
                    <a:pt x="5138" y="618"/>
                  </a:moveTo>
                  <a:cubicBezTo>
                    <a:pt x="5176" y="626"/>
                    <a:pt x="5214" y="633"/>
                    <a:pt x="5252" y="649"/>
                  </a:cubicBezTo>
                  <a:cubicBezTo>
                    <a:pt x="5328" y="671"/>
                    <a:pt x="5397" y="702"/>
                    <a:pt x="5465" y="748"/>
                  </a:cubicBezTo>
                  <a:cubicBezTo>
                    <a:pt x="5595" y="824"/>
                    <a:pt x="5717" y="915"/>
                    <a:pt x="5824" y="1014"/>
                  </a:cubicBezTo>
                  <a:cubicBezTo>
                    <a:pt x="5892" y="1068"/>
                    <a:pt x="5961" y="1136"/>
                    <a:pt x="6037" y="1197"/>
                  </a:cubicBezTo>
                  <a:cubicBezTo>
                    <a:pt x="6182" y="1334"/>
                    <a:pt x="6334" y="1472"/>
                    <a:pt x="6502" y="1601"/>
                  </a:cubicBezTo>
                  <a:cubicBezTo>
                    <a:pt x="6746" y="1792"/>
                    <a:pt x="7005" y="1967"/>
                    <a:pt x="7279" y="2119"/>
                  </a:cubicBezTo>
                  <a:lnTo>
                    <a:pt x="7317" y="2135"/>
                  </a:lnTo>
                  <a:cubicBezTo>
                    <a:pt x="7439" y="2211"/>
                    <a:pt x="7569" y="2280"/>
                    <a:pt x="7706" y="2333"/>
                  </a:cubicBezTo>
                  <a:lnTo>
                    <a:pt x="7904" y="2417"/>
                  </a:lnTo>
                  <a:lnTo>
                    <a:pt x="7828" y="2447"/>
                  </a:lnTo>
                  <a:lnTo>
                    <a:pt x="7706" y="2485"/>
                  </a:lnTo>
                  <a:lnTo>
                    <a:pt x="7676" y="2485"/>
                  </a:lnTo>
                  <a:cubicBezTo>
                    <a:pt x="7599" y="2470"/>
                    <a:pt x="7515" y="2455"/>
                    <a:pt x="7432" y="2440"/>
                  </a:cubicBezTo>
                  <a:lnTo>
                    <a:pt x="7325" y="2409"/>
                  </a:lnTo>
                  <a:cubicBezTo>
                    <a:pt x="7287" y="2401"/>
                    <a:pt x="7249" y="2386"/>
                    <a:pt x="7203" y="2379"/>
                  </a:cubicBezTo>
                  <a:lnTo>
                    <a:pt x="7195" y="2379"/>
                  </a:lnTo>
                  <a:cubicBezTo>
                    <a:pt x="7157" y="2363"/>
                    <a:pt x="7134" y="2356"/>
                    <a:pt x="7112" y="2341"/>
                  </a:cubicBezTo>
                  <a:cubicBezTo>
                    <a:pt x="7043" y="2310"/>
                    <a:pt x="6974" y="2280"/>
                    <a:pt x="6906" y="2241"/>
                  </a:cubicBezTo>
                  <a:cubicBezTo>
                    <a:pt x="6647" y="2089"/>
                    <a:pt x="6395" y="1929"/>
                    <a:pt x="6151" y="1746"/>
                  </a:cubicBezTo>
                  <a:cubicBezTo>
                    <a:pt x="6060" y="1677"/>
                    <a:pt x="5968" y="1601"/>
                    <a:pt x="5885" y="1533"/>
                  </a:cubicBezTo>
                  <a:cubicBezTo>
                    <a:pt x="5747" y="1426"/>
                    <a:pt x="5595" y="1312"/>
                    <a:pt x="5450" y="1205"/>
                  </a:cubicBezTo>
                  <a:cubicBezTo>
                    <a:pt x="5321" y="1113"/>
                    <a:pt x="5183" y="1037"/>
                    <a:pt x="5046" y="969"/>
                  </a:cubicBezTo>
                  <a:cubicBezTo>
                    <a:pt x="4932" y="915"/>
                    <a:pt x="4810" y="885"/>
                    <a:pt x="4680" y="870"/>
                  </a:cubicBezTo>
                  <a:cubicBezTo>
                    <a:pt x="4802" y="793"/>
                    <a:pt x="4962" y="702"/>
                    <a:pt x="5122" y="618"/>
                  </a:cubicBezTo>
                  <a:close/>
                  <a:moveTo>
                    <a:pt x="4619" y="892"/>
                  </a:moveTo>
                  <a:cubicBezTo>
                    <a:pt x="4757" y="915"/>
                    <a:pt x="4886" y="953"/>
                    <a:pt x="5000" y="1022"/>
                  </a:cubicBezTo>
                  <a:cubicBezTo>
                    <a:pt x="5138" y="1091"/>
                    <a:pt x="5267" y="1167"/>
                    <a:pt x="5382" y="1258"/>
                  </a:cubicBezTo>
                  <a:cubicBezTo>
                    <a:pt x="5526" y="1357"/>
                    <a:pt x="5664" y="1472"/>
                    <a:pt x="5793" y="1578"/>
                  </a:cubicBezTo>
                  <a:cubicBezTo>
                    <a:pt x="5885" y="1647"/>
                    <a:pt x="5976" y="1731"/>
                    <a:pt x="6075" y="1807"/>
                  </a:cubicBezTo>
                  <a:cubicBezTo>
                    <a:pt x="6174" y="1883"/>
                    <a:pt x="6296" y="1959"/>
                    <a:pt x="6403" y="2028"/>
                  </a:cubicBezTo>
                  <a:lnTo>
                    <a:pt x="6456" y="2066"/>
                  </a:lnTo>
                  <a:cubicBezTo>
                    <a:pt x="6586" y="2150"/>
                    <a:pt x="6715" y="2226"/>
                    <a:pt x="6852" y="2295"/>
                  </a:cubicBezTo>
                  <a:cubicBezTo>
                    <a:pt x="6929" y="2333"/>
                    <a:pt x="6997" y="2371"/>
                    <a:pt x="7073" y="2401"/>
                  </a:cubicBezTo>
                  <a:lnTo>
                    <a:pt x="7119" y="2424"/>
                  </a:lnTo>
                  <a:cubicBezTo>
                    <a:pt x="7195" y="2462"/>
                    <a:pt x="7279" y="2501"/>
                    <a:pt x="7363" y="2531"/>
                  </a:cubicBezTo>
                  <a:cubicBezTo>
                    <a:pt x="7401" y="2539"/>
                    <a:pt x="7432" y="2554"/>
                    <a:pt x="7462" y="2569"/>
                  </a:cubicBezTo>
                  <a:lnTo>
                    <a:pt x="7386" y="2600"/>
                  </a:lnTo>
                  <a:lnTo>
                    <a:pt x="7035" y="2722"/>
                  </a:lnTo>
                  <a:cubicBezTo>
                    <a:pt x="6921" y="2699"/>
                    <a:pt x="6814" y="2668"/>
                    <a:pt x="6708" y="2623"/>
                  </a:cubicBezTo>
                  <a:cubicBezTo>
                    <a:pt x="6578" y="2562"/>
                    <a:pt x="6456" y="2485"/>
                    <a:pt x="6349" y="2386"/>
                  </a:cubicBezTo>
                  <a:cubicBezTo>
                    <a:pt x="6258" y="2287"/>
                    <a:pt x="6167" y="2188"/>
                    <a:pt x="6083" y="2081"/>
                  </a:cubicBezTo>
                  <a:lnTo>
                    <a:pt x="6060" y="2059"/>
                  </a:lnTo>
                  <a:cubicBezTo>
                    <a:pt x="6022" y="2005"/>
                    <a:pt x="5984" y="1959"/>
                    <a:pt x="5938" y="1921"/>
                  </a:cubicBezTo>
                  <a:cubicBezTo>
                    <a:pt x="5892" y="1876"/>
                    <a:pt x="5831" y="1822"/>
                    <a:pt x="5778" y="1777"/>
                  </a:cubicBezTo>
                  <a:cubicBezTo>
                    <a:pt x="5557" y="1571"/>
                    <a:pt x="5298" y="1411"/>
                    <a:pt x="5023" y="1289"/>
                  </a:cubicBezTo>
                  <a:cubicBezTo>
                    <a:pt x="4879" y="1228"/>
                    <a:pt x="4718" y="1182"/>
                    <a:pt x="4558" y="1159"/>
                  </a:cubicBezTo>
                  <a:cubicBezTo>
                    <a:pt x="4490" y="1152"/>
                    <a:pt x="4421" y="1152"/>
                    <a:pt x="4353" y="1152"/>
                  </a:cubicBezTo>
                  <a:cubicBezTo>
                    <a:pt x="4299" y="1152"/>
                    <a:pt x="4246" y="1152"/>
                    <a:pt x="4193" y="1144"/>
                  </a:cubicBezTo>
                  <a:cubicBezTo>
                    <a:pt x="4315" y="1075"/>
                    <a:pt x="4436" y="1007"/>
                    <a:pt x="4574" y="923"/>
                  </a:cubicBezTo>
                  <a:lnTo>
                    <a:pt x="4619" y="892"/>
                  </a:lnTo>
                  <a:close/>
                  <a:moveTo>
                    <a:pt x="4132" y="1182"/>
                  </a:moveTo>
                  <a:cubicBezTo>
                    <a:pt x="4185" y="1197"/>
                    <a:pt x="4246" y="1205"/>
                    <a:pt x="4307" y="1205"/>
                  </a:cubicBezTo>
                  <a:lnTo>
                    <a:pt x="4345" y="1205"/>
                  </a:lnTo>
                  <a:cubicBezTo>
                    <a:pt x="4414" y="1205"/>
                    <a:pt x="4482" y="1213"/>
                    <a:pt x="4543" y="1228"/>
                  </a:cubicBezTo>
                  <a:cubicBezTo>
                    <a:pt x="4696" y="1251"/>
                    <a:pt x="4840" y="1296"/>
                    <a:pt x="4978" y="1365"/>
                  </a:cubicBezTo>
                  <a:cubicBezTo>
                    <a:pt x="5244" y="1479"/>
                    <a:pt x="5488" y="1639"/>
                    <a:pt x="5702" y="1838"/>
                  </a:cubicBezTo>
                  <a:cubicBezTo>
                    <a:pt x="5755" y="1883"/>
                    <a:pt x="5808" y="1937"/>
                    <a:pt x="5862" y="1982"/>
                  </a:cubicBezTo>
                  <a:cubicBezTo>
                    <a:pt x="5907" y="2013"/>
                    <a:pt x="5945" y="2059"/>
                    <a:pt x="5976" y="2104"/>
                  </a:cubicBezTo>
                  <a:lnTo>
                    <a:pt x="5999" y="2135"/>
                  </a:lnTo>
                  <a:cubicBezTo>
                    <a:pt x="6083" y="2241"/>
                    <a:pt x="6182" y="2348"/>
                    <a:pt x="6281" y="2440"/>
                  </a:cubicBezTo>
                  <a:cubicBezTo>
                    <a:pt x="6395" y="2546"/>
                    <a:pt x="6532" y="2623"/>
                    <a:pt x="6670" y="2683"/>
                  </a:cubicBezTo>
                  <a:cubicBezTo>
                    <a:pt x="6761" y="2714"/>
                    <a:pt x="6845" y="2737"/>
                    <a:pt x="6936" y="2752"/>
                  </a:cubicBezTo>
                  <a:lnTo>
                    <a:pt x="6464" y="2912"/>
                  </a:lnTo>
                  <a:cubicBezTo>
                    <a:pt x="6227" y="2836"/>
                    <a:pt x="6014" y="2691"/>
                    <a:pt x="5839" y="2508"/>
                  </a:cubicBezTo>
                  <a:cubicBezTo>
                    <a:pt x="5763" y="2417"/>
                    <a:pt x="5686" y="2310"/>
                    <a:pt x="5625" y="2211"/>
                  </a:cubicBezTo>
                  <a:lnTo>
                    <a:pt x="5603" y="2180"/>
                  </a:lnTo>
                  <a:cubicBezTo>
                    <a:pt x="5534" y="2059"/>
                    <a:pt x="5435" y="1944"/>
                    <a:pt x="5328" y="1845"/>
                  </a:cubicBezTo>
                  <a:cubicBezTo>
                    <a:pt x="5206" y="1746"/>
                    <a:pt x="5069" y="1670"/>
                    <a:pt x="4917" y="1624"/>
                  </a:cubicBezTo>
                  <a:cubicBezTo>
                    <a:pt x="4757" y="1571"/>
                    <a:pt x="4597" y="1533"/>
                    <a:pt x="4429" y="1510"/>
                  </a:cubicBezTo>
                  <a:cubicBezTo>
                    <a:pt x="4299" y="1495"/>
                    <a:pt x="4170" y="1487"/>
                    <a:pt x="4048" y="1472"/>
                  </a:cubicBezTo>
                  <a:lnTo>
                    <a:pt x="3941" y="1464"/>
                  </a:lnTo>
                  <a:cubicBezTo>
                    <a:pt x="3819" y="1456"/>
                    <a:pt x="3712" y="1441"/>
                    <a:pt x="3613" y="1434"/>
                  </a:cubicBezTo>
                  <a:cubicBezTo>
                    <a:pt x="3796" y="1357"/>
                    <a:pt x="3964" y="1281"/>
                    <a:pt x="4132" y="1182"/>
                  </a:cubicBezTo>
                  <a:close/>
                  <a:moveTo>
                    <a:pt x="3530" y="1464"/>
                  </a:moveTo>
                  <a:cubicBezTo>
                    <a:pt x="3667" y="1495"/>
                    <a:pt x="3804" y="1510"/>
                    <a:pt x="3926" y="1525"/>
                  </a:cubicBezTo>
                  <a:lnTo>
                    <a:pt x="4025" y="1540"/>
                  </a:lnTo>
                  <a:cubicBezTo>
                    <a:pt x="4154" y="1556"/>
                    <a:pt x="4284" y="1571"/>
                    <a:pt x="4406" y="1594"/>
                  </a:cubicBezTo>
                  <a:cubicBezTo>
                    <a:pt x="4566" y="1609"/>
                    <a:pt x="4718" y="1647"/>
                    <a:pt x="4863" y="1700"/>
                  </a:cubicBezTo>
                  <a:cubicBezTo>
                    <a:pt x="5008" y="1746"/>
                    <a:pt x="5130" y="1822"/>
                    <a:pt x="5244" y="1914"/>
                  </a:cubicBezTo>
                  <a:cubicBezTo>
                    <a:pt x="5359" y="2013"/>
                    <a:pt x="5458" y="2127"/>
                    <a:pt x="5534" y="2264"/>
                  </a:cubicBezTo>
                  <a:lnTo>
                    <a:pt x="5542" y="2264"/>
                  </a:lnTo>
                  <a:cubicBezTo>
                    <a:pt x="5610" y="2363"/>
                    <a:pt x="5686" y="2462"/>
                    <a:pt x="5770" y="2554"/>
                  </a:cubicBezTo>
                  <a:cubicBezTo>
                    <a:pt x="5869" y="2668"/>
                    <a:pt x="5991" y="2760"/>
                    <a:pt x="6128" y="2828"/>
                  </a:cubicBezTo>
                  <a:cubicBezTo>
                    <a:pt x="6212" y="2874"/>
                    <a:pt x="6296" y="2904"/>
                    <a:pt x="6388" y="2935"/>
                  </a:cubicBezTo>
                  <a:lnTo>
                    <a:pt x="6037" y="3049"/>
                  </a:lnTo>
                  <a:cubicBezTo>
                    <a:pt x="5793" y="2935"/>
                    <a:pt x="5572" y="2767"/>
                    <a:pt x="5389" y="2569"/>
                  </a:cubicBezTo>
                  <a:lnTo>
                    <a:pt x="5366" y="2485"/>
                  </a:lnTo>
                  <a:cubicBezTo>
                    <a:pt x="5214" y="1975"/>
                    <a:pt x="4619" y="1799"/>
                    <a:pt x="4055" y="1632"/>
                  </a:cubicBezTo>
                  <a:cubicBezTo>
                    <a:pt x="3865" y="1578"/>
                    <a:pt x="3690" y="1533"/>
                    <a:pt x="3530" y="1464"/>
                  </a:cubicBezTo>
                  <a:close/>
                  <a:moveTo>
                    <a:pt x="3103" y="1830"/>
                  </a:moveTo>
                  <a:cubicBezTo>
                    <a:pt x="3644" y="1830"/>
                    <a:pt x="4345" y="2074"/>
                    <a:pt x="5237" y="2562"/>
                  </a:cubicBezTo>
                  <a:lnTo>
                    <a:pt x="5313" y="2607"/>
                  </a:lnTo>
                  <a:cubicBezTo>
                    <a:pt x="5496" y="2798"/>
                    <a:pt x="5709" y="2965"/>
                    <a:pt x="5938" y="3087"/>
                  </a:cubicBezTo>
                  <a:lnTo>
                    <a:pt x="5930" y="3087"/>
                  </a:lnTo>
                  <a:lnTo>
                    <a:pt x="5572" y="3202"/>
                  </a:lnTo>
                  <a:cubicBezTo>
                    <a:pt x="5061" y="3164"/>
                    <a:pt x="4574" y="2965"/>
                    <a:pt x="4040" y="2562"/>
                  </a:cubicBezTo>
                  <a:lnTo>
                    <a:pt x="3903" y="2455"/>
                  </a:lnTo>
                  <a:cubicBezTo>
                    <a:pt x="3728" y="2310"/>
                    <a:pt x="3545" y="2180"/>
                    <a:pt x="3347" y="2066"/>
                  </a:cubicBezTo>
                  <a:cubicBezTo>
                    <a:pt x="3202" y="1975"/>
                    <a:pt x="3042" y="1906"/>
                    <a:pt x="2874" y="1853"/>
                  </a:cubicBezTo>
                  <a:lnTo>
                    <a:pt x="2889" y="1845"/>
                  </a:lnTo>
                  <a:cubicBezTo>
                    <a:pt x="2958" y="1838"/>
                    <a:pt x="3034" y="1830"/>
                    <a:pt x="3103" y="1830"/>
                  </a:cubicBezTo>
                  <a:close/>
                  <a:moveTo>
                    <a:pt x="2620" y="2002"/>
                  </a:moveTo>
                  <a:cubicBezTo>
                    <a:pt x="2631" y="2002"/>
                    <a:pt x="2642" y="2003"/>
                    <a:pt x="2653" y="2005"/>
                  </a:cubicBezTo>
                  <a:cubicBezTo>
                    <a:pt x="2805" y="2005"/>
                    <a:pt x="2950" y="2028"/>
                    <a:pt x="3095" y="2089"/>
                  </a:cubicBezTo>
                  <a:lnTo>
                    <a:pt x="3171" y="2112"/>
                  </a:lnTo>
                  <a:cubicBezTo>
                    <a:pt x="3248" y="2135"/>
                    <a:pt x="3316" y="2165"/>
                    <a:pt x="3385" y="2211"/>
                  </a:cubicBezTo>
                  <a:cubicBezTo>
                    <a:pt x="3408" y="2219"/>
                    <a:pt x="3430" y="2234"/>
                    <a:pt x="3453" y="2249"/>
                  </a:cubicBezTo>
                  <a:lnTo>
                    <a:pt x="3461" y="2249"/>
                  </a:lnTo>
                  <a:cubicBezTo>
                    <a:pt x="3491" y="2272"/>
                    <a:pt x="3530" y="2295"/>
                    <a:pt x="3560" y="2325"/>
                  </a:cubicBezTo>
                  <a:cubicBezTo>
                    <a:pt x="3568" y="2325"/>
                    <a:pt x="3575" y="2333"/>
                    <a:pt x="3575" y="2333"/>
                  </a:cubicBezTo>
                  <a:cubicBezTo>
                    <a:pt x="3659" y="2386"/>
                    <a:pt x="3735" y="2447"/>
                    <a:pt x="3804" y="2501"/>
                  </a:cubicBezTo>
                  <a:cubicBezTo>
                    <a:pt x="3941" y="2607"/>
                    <a:pt x="4086" y="2722"/>
                    <a:pt x="4238" y="2821"/>
                  </a:cubicBezTo>
                  <a:cubicBezTo>
                    <a:pt x="4543" y="3026"/>
                    <a:pt x="4894" y="3171"/>
                    <a:pt x="5252" y="3240"/>
                  </a:cubicBezTo>
                  <a:lnTo>
                    <a:pt x="5260" y="3247"/>
                  </a:lnTo>
                  <a:lnTo>
                    <a:pt x="5290" y="3255"/>
                  </a:lnTo>
                  <a:lnTo>
                    <a:pt x="5321" y="3270"/>
                  </a:lnTo>
                  <a:lnTo>
                    <a:pt x="5160" y="3324"/>
                  </a:lnTo>
                  <a:cubicBezTo>
                    <a:pt x="4985" y="3301"/>
                    <a:pt x="4818" y="3270"/>
                    <a:pt x="4650" y="3225"/>
                  </a:cubicBezTo>
                  <a:lnTo>
                    <a:pt x="4635" y="3225"/>
                  </a:lnTo>
                  <a:lnTo>
                    <a:pt x="4536" y="3202"/>
                  </a:lnTo>
                  <a:cubicBezTo>
                    <a:pt x="4284" y="3133"/>
                    <a:pt x="4048" y="3049"/>
                    <a:pt x="3819" y="2935"/>
                  </a:cubicBezTo>
                  <a:cubicBezTo>
                    <a:pt x="3705" y="2882"/>
                    <a:pt x="3583" y="2828"/>
                    <a:pt x="3461" y="2775"/>
                  </a:cubicBezTo>
                  <a:cubicBezTo>
                    <a:pt x="3110" y="2623"/>
                    <a:pt x="2729" y="2531"/>
                    <a:pt x="2348" y="2501"/>
                  </a:cubicBezTo>
                  <a:lnTo>
                    <a:pt x="2242" y="2501"/>
                  </a:lnTo>
                  <a:cubicBezTo>
                    <a:pt x="2135" y="2501"/>
                    <a:pt x="2036" y="2508"/>
                    <a:pt x="1929" y="2531"/>
                  </a:cubicBezTo>
                  <a:cubicBezTo>
                    <a:pt x="1899" y="2539"/>
                    <a:pt x="1860" y="2539"/>
                    <a:pt x="1830" y="2539"/>
                  </a:cubicBezTo>
                  <a:lnTo>
                    <a:pt x="1777" y="2539"/>
                  </a:lnTo>
                  <a:cubicBezTo>
                    <a:pt x="1754" y="2539"/>
                    <a:pt x="1731" y="2531"/>
                    <a:pt x="1708" y="2531"/>
                  </a:cubicBezTo>
                  <a:cubicBezTo>
                    <a:pt x="1975" y="2333"/>
                    <a:pt x="2249" y="2158"/>
                    <a:pt x="2539" y="2013"/>
                  </a:cubicBezTo>
                  <a:cubicBezTo>
                    <a:pt x="2566" y="2007"/>
                    <a:pt x="2593" y="2002"/>
                    <a:pt x="2620" y="2002"/>
                  </a:cubicBezTo>
                  <a:close/>
                  <a:moveTo>
                    <a:pt x="2249" y="2592"/>
                  </a:moveTo>
                  <a:cubicBezTo>
                    <a:pt x="2356" y="2592"/>
                    <a:pt x="2455" y="2600"/>
                    <a:pt x="2554" y="2615"/>
                  </a:cubicBezTo>
                  <a:cubicBezTo>
                    <a:pt x="2950" y="2683"/>
                    <a:pt x="3339" y="2805"/>
                    <a:pt x="3697" y="2981"/>
                  </a:cubicBezTo>
                  <a:cubicBezTo>
                    <a:pt x="4010" y="3133"/>
                    <a:pt x="4337" y="3247"/>
                    <a:pt x="4673" y="3316"/>
                  </a:cubicBezTo>
                  <a:lnTo>
                    <a:pt x="4764" y="3339"/>
                  </a:lnTo>
                  <a:lnTo>
                    <a:pt x="4802" y="3347"/>
                  </a:lnTo>
                  <a:cubicBezTo>
                    <a:pt x="4840" y="3354"/>
                    <a:pt x="4871" y="3369"/>
                    <a:pt x="4901" y="3377"/>
                  </a:cubicBezTo>
                  <a:lnTo>
                    <a:pt x="4917" y="3385"/>
                  </a:lnTo>
                  <a:lnTo>
                    <a:pt x="4924" y="3385"/>
                  </a:lnTo>
                  <a:lnTo>
                    <a:pt x="4856" y="3408"/>
                  </a:lnTo>
                  <a:cubicBezTo>
                    <a:pt x="4772" y="3415"/>
                    <a:pt x="4688" y="3430"/>
                    <a:pt x="4612" y="3438"/>
                  </a:cubicBezTo>
                  <a:lnTo>
                    <a:pt x="4475" y="3453"/>
                  </a:lnTo>
                  <a:cubicBezTo>
                    <a:pt x="4299" y="3476"/>
                    <a:pt x="4132" y="3491"/>
                    <a:pt x="3956" y="3499"/>
                  </a:cubicBezTo>
                  <a:lnTo>
                    <a:pt x="3827" y="3499"/>
                  </a:lnTo>
                  <a:cubicBezTo>
                    <a:pt x="3537" y="3468"/>
                    <a:pt x="3240" y="3423"/>
                    <a:pt x="2950" y="3362"/>
                  </a:cubicBezTo>
                  <a:cubicBezTo>
                    <a:pt x="2798" y="3331"/>
                    <a:pt x="2645" y="3301"/>
                    <a:pt x="2493" y="3278"/>
                  </a:cubicBezTo>
                  <a:cubicBezTo>
                    <a:pt x="2333" y="3250"/>
                    <a:pt x="2172" y="3237"/>
                    <a:pt x="2012" y="3237"/>
                  </a:cubicBezTo>
                  <a:cubicBezTo>
                    <a:pt x="1729" y="3237"/>
                    <a:pt x="1447" y="3279"/>
                    <a:pt x="1175" y="3362"/>
                  </a:cubicBezTo>
                  <a:cubicBezTo>
                    <a:pt x="1136" y="3369"/>
                    <a:pt x="1091" y="3377"/>
                    <a:pt x="1053" y="3392"/>
                  </a:cubicBezTo>
                  <a:cubicBezTo>
                    <a:pt x="1007" y="3400"/>
                    <a:pt x="953" y="3415"/>
                    <a:pt x="900" y="3423"/>
                  </a:cubicBezTo>
                  <a:cubicBezTo>
                    <a:pt x="854" y="3430"/>
                    <a:pt x="809" y="3438"/>
                    <a:pt x="755" y="3438"/>
                  </a:cubicBezTo>
                  <a:cubicBezTo>
                    <a:pt x="938" y="3217"/>
                    <a:pt x="1144" y="3004"/>
                    <a:pt x="1365" y="2805"/>
                  </a:cubicBezTo>
                  <a:cubicBezTo>
                    <a:pt x="1464" y="2783"/>
                    <a:pt x="1556" y="2752"/>
                    <a:pt x="1647" y="2722"/>
                  </a:cubicBezTo>
                  <a:cubicBezTo>
                    <a:pt x="1723" y="2691"/>
                    <a:pt x="1799" y="2661"/>
                    <a:pt x="1876" y="2638"/>
                  </a:cubicBezTo>
                  <a:cubicBezTo>
                    <a:pt x="1998" y="2607"/>
                    <a:pt x="2120" y="2592"/>
                    <a:pt x="2249" y="2592"/>
                  </a:cubicBezTo>
                  <a:close/>
                  <a:moveTo>
                    <a:pt x="9695" y="2074"/>
                  </a:moveTo>
                  <a:cubicBezTo>
                    <a:pt x="9695" y="2104"/>
                    <a:pt x="9688" y="2142"/>
                    <a:pt x="9680" y="2180"/>
                  </a:cubicBezTo>
                  <a:cubicBezTo>
                    <a:pt x="9680" y="2196"/>
                    <a:pt x="9672" y="2211"/>
                    <a:pt x="9672" y="2219"/>
                  </a:cubicBezTo>
                  <a:cubicBezTo>
                    <a:pt x="9627" y="2341"/>
                    <a:pt x="9596" y="2455"/>
                    <a:pt x="9573" y="2577"/>
                  </a:cubicBezTo>
                  <a:lnTo>
                    <a:pt x="9566" y="2600"/>
                  </a:lnTo>
                  <a:lnTo>
                    <a:pt x="9550" y="2668"/>
                  </a:lnTo>
                  <a:cubicBezTo>
                    <a:pt x="9528" y="2767"/>
                    <a:pt x="9505" y="2874"/>
                    <a:pt x="9482" y="2973"/>
                  </a:cubicBezTo>
                  <a:cubicBezTo>
                    <a:pt x="9436" y="3202"/>
                    <a:pt x="9383" y="3430"/>
                    <a:pt x="9307" y="3651"/>
                  </a:cubicBezTo>
                  <a:cubicBezTo>
                    <a:pt x="9276" y="3743"/>
                    <a:pt x="9246" y="3834"/>
                    <a:pt x="9223" y="3918"/>
                  </a:cubicBezTo>
                  <a:lnTo>
                    <a:pt x="9223" y="3933"/>
                  </a:lnTo>
                  <a:cubicBezTo>
                    <a:pt x="9131" y="4238"/>
                    <a:pt x="9017" y="4535"/>
                    <a:pt x="8872" y="4817"/>
                  </a:cubicBezTo>
                  <a:cubicBezTo>
                    <a:pt x="9032" y="4505"/>
                    <a:pt x="9124" y="4162"/>
                    <a:pt x="9162" y="3811"/>
                  </a:cubicBezTo>
                  <a:cubicBezTo>
                    <a:pt x="9162" y="3743"/>
                    <a:pt x="9177" y="3674"/>
                    <a:pt x="9177" y="3613"/>
                  </a:cubicBezTo>
                  <a:lnTo>
                    <a:pt x="9177" y="3575"/>
                  </a:lnTo>
                  <a:cubicBezTo>
                    <a:pt x="9207" y="2988"/>
                    <a:pt x="9238" y="2440"/>
                    <a:pt x="9695" y="2074"/>
                  </a:cubicBezTo>
                  <a:close/>
                  <a:moveTo>
                    <a:pt x="1952" y="3331"/>
                  </a:moveTo>
                  <a:cubicBezTo>
                    <a:pt x="2242" y="3331"/>
                    <a:pt x="2531" y="3362"/>
                    <a:pt x="2813" y="3423"/>
                  </a:cubicBezTo>
                  <a:lnTo>
                    <a:pt x="2950" y="3453"/>
                  </a:lnTo>
                  <a:cubicBezTo>
                    <a:pt x="3270" y="3529"/>
                    <a:pt x="3598" y="3575"/>
                    <a:pt x="3933" y="3583"/>
                  </a:cubicBezTo>
                  <a:lnTo>
                    <a:pt x="4025" y="3583"/>
                  </a:lnTo>
                  <a:cubicBezTo>
                    <a:pt x="4109" y="3583"/>
                    <a:pt x="4185" y="3575"/>
                    <a:pt x="4269" y="3568"/>
                  </a:cubicBezTo>
                  <a:lnTo>
                    <a:pt x="4269" y="3568"/>
                  </a:lnTo>
                  <a:cubicBezTo>
                    <a:pt x="3933" y="3659"/>
                    <a:pt x="3621" y="3735"/>
                    <a:pt x="3316" y="3811"/>
                  </a:cubicBezTo>
                  <a:lnTo>
                    <a:pt x="3331" y="3850"/>
                  </a:lnTo>
                  <a:cubicBezTo>
                    <a:pt x="3598" y="3811"/>
                    <a:pt x="3872" y="3758"/>
                    <a:pt x="4162" y="3705"/>
                  </a:cubicBezTo>
                  <a:lnTo>
                    <a:pt x="4162" y="3705"/>
                  </a:lnTo>
                  <a:cubicBezTo>
                    <a:pt x="3895" y="3865"/>
                    <a:pt x="3644" y="4063"/>
                    <a:pt x="3423" y="4284"/>
                  </a:cubicBezTo>
                  <a:lnTo>
                    <a:pt x="3301" y="4398"/>
                  </a:lnTo>
                  <a:cubicBezTo>
                    <a:pt x="3042" y="4635"/>
                    <a:pt x="2523" y="5023"/>
                    <a:pt x="1921" y="5023"/>
                  </a:cubicBezTo>
                  <a:cubicBezTo>
                    <a:pt x="1868" y="5023"/>
                    <a:pt x="1822" y="5023"/>
                    <a:pt x="1777" y="5016"/>
                  </a:cubicBezTo>
                  <a:cubicBezTo>
                    <a:pt x="1533" y="4955"/>
                    <a:pt x="1296" y="4878"/>
                    <a:pt x="1060" y="4787"/>
                  </a:cubicBezTo>
                  <a:cubicBezTo>
                    <a:pt x="489" y="4566"/>
                    <a:pt x="207" y="4375"/>
                    <a:pt x="161" y="4322"/>
                  </a:cubicBezTo>
                  <a:cubicBezTo>
                    <a:pt x="260" y="4124"/>
                    <a:pt x="374" y="3941"/>
                    <a:pt x="496" y="3758"/>
                  </a:cubicBezTo>
                  <a:cubicBezTo>
                    <a:pt x="809" y="3552"/>
                    <a:pt x="1167" y="3415"/>
                    <a:pt x="1540" y="3362"/>
                  </a:cubicBezTo>
                  <a:cubicBezTo>
                    <a:pt x="1678" y="3339"/>
                    <a:pt x="1815" y="3331"/>
                    <a:pt x="1952" y="3331"/>
                  </a:cubicBezTo>
                  <a:close/>
                  <a:moveTo>
                    <a:pt x="10252" y="1860"/>
                  </a:moveTo>
                  <a:cubicBezTo>
                    <a:pt x="9947" y="2234"/>
                    <a:pt x="9863" y="2683"/>
                    <a:pt x="9787" y="3110"/>
                  </a:cubicBezTo>
                  <a:cubicBezTo>
                    <a:pt x="9749" y="3377"/>
                    <a:pt x="9688" y="3636"/>
                    <a:pt x="9596" y="3888"/>
                  </a:cubicBezTo>
                  <a:cubicBezTo>
                    <a:pt x="9451" y="4269"/>
                    <a:pt x="9238" y="4627"/>
                    <a:pt x="8979" y="4947"/>
                  </a:cubicBezTo>
                  <a:cubicBezTo>
                    <a:pt x="8918" y="5016"/>
                    <a:pt x="8857" y="5084"/>
                    <a:pt x="8788" y="5145"/>
                  </a:cubicBezTo>
                  <a:cubicBezTo>
                    <a:pt x="9055" y="4772"/>
                    <a:pt x="9192" y="4360"/>
                    <a:pt x="9322" y="3956"/>
                  </a:cubicBezTo>
                  <a:lnTo>
                    <a:pt x="9329" y="3918"/>
                  </a:lnTo>
                  <a:cubicBezTo>
                    <a:pt x="9360" y="3834"/>
                    <a:pt x="9383" y="3758"/>
                    <a:pt x="9413" y="3674"/>
                  </a:cubicBezTo>
                  <a:cubicBezTo>
                    <a:pt x="9482" y="3453"/>
                    <a:pt x="9543" y="3225"/>
                    <a:pt x="9589" y="2988"/>
                  </a:cubicBezTo>
                  <a:lnTo>
                    <a:pt x="9596" y="2958"/>
                  </a:lnTo>
                  <a:cubicBezTo>
                    <a:pt x="9611" y="2866"/>
                    <a:pt x="9634" y="2775"/>
                    <a:pt x="9657" y="2683"/>
                  </a:cubicBezTo>
                  <a:lnTo>
                    <a:pt x="9672" y="2592"/>
                  </a:lnTo>
                  <a:cubicBezTo>
                    <a:pt x="9726" y="2379"/>
                    <a:pt x="9779" y="2150"/>
                    <a:pt x="9931" y="1967"/>
                  </a:cubicBezTo>
                  <a:cubicBezTo>
                    <a:pt x="10031" y="1929"/>
                    <a:pt x="10137" y="1898"/>
                    <a:pt x="10252" y="1860"/>
                  </a:cubicBezTo>
                  <a:close/>
                  <a:moveTo>
                    <a:pt x="4810" y="3568"/>
                  </a:moveTo>
                  <a:lnTo>
                    <a:pt x="4810" y="3575"/>
                  </a:lnTo>
                  <a:lnTo>
                    <a:pt x="4802" y="3590"/>
                  </a:lnTo>
                  <a:lnTo>
                    <a:pt x="4779" y="3613"/>
                  </a:lnTo>
                  <a:cubicBezTo>
                    <a:pt x="4589" y="3758"/>
                    <a:pt x="4421" y="3933"/>
                    <a:pt x="4284" y="4132"/>
                  </a:cubicBezTo>
                  <a:cubicBezTo>
                    <a:pt x="4223" y="4223"/>
                    <a:pt x="4170" y="4314"/>
                    <a:pt x="4116" y="4406"/>
                  </a:cubicBezTo>
                  <a:cubicBezTo>
                    <a:pt x="4071" y="4490"/>
                    <a:pt x="4025" y="4581"/>
                    <a:pt x="3964" y="4665"/>
                  </a:cubicBezTo>
                  <a:cubicBezTo>
                    <a:pt x="3895" y="4772"/>
                    <a:pt x="3812" y="4863"/>
                    <a:pt x="3720" y="4947"/>
                  </a:cubicBezTo>
                  <a:cubicBezTo>
                    <a:pt x="3651" y="4993"/>
                    <a:pt x="3583" y="5031"/>
                    <a:pt x="3507" y="5061"/>
                  </a:cubicBezTo>
                  <a:lnTo>
                    <a:pt x="3484" y="5077"/>
                  </a:lnTo>
                  <a:cubicBezTo>
                    <a:pt x="3278" y="5138"/>
                    <a:pt x="3065" y="5168"/>
                    <a:pt x="2851" y="5168"/>
                  </a:cubicBezTo>
                  <a:cubicBezTo>
                    <a:pt x="2607" y="5160"/>
                    <a:pt x="2371" y="5138"/>
                    <a:pt x="2142" y="5092"/>
                  </a:cubicBezTo>
                  <a:cubicBezTo>
                    <a:pt x="2516" y="5031"/>
                    <a:pt x="2866" y="4878"/>
                    <a:pt x="3164" y="4642"/>
                  </a:cubicBezTo>
                  <a:lnTo>
                    <a:pt x="3171" y="4642"/>
                  </a:lnTo>
                  <a:cubicBezTo>
                    <a:pt x="3286" y="4543"/>
                    <a:pt x="3392" y="4452"/>
                    <a:pt x="3499" y="4345"/>
                  </a:cubicBezTo>
                  <a:cubicBezTo>
                    <a:pt x="3812" y="4063"/>
                    <a:pt x="4124" y="3766"/>
                    <a:pt x="4589" y="3621"/>
                  </a:cubicBezTo>
                  <a:cubicBezTo>
                    <a:pt x="4589" y="3621"/>
                    <a:pt x="4597" y="3621"/>
                    <a:pt x="4604" y="3613"/>
                  </a:cubicBezTo>
                  <a:lnTo>
                    <a:pt x="4810" y="3568"/>
                  </a:lnTo>
                  <a:close/>
                  <a:moveTo>
                    <a:pt x="5808" y="3324"/>
                  </a:moveTo>
                  <a:cubicBezTo>
                    <a:pt x="5717" y="3385"/>
                    <a:pt x="5641" y="3446"/>
                    <a:pt x="5587" y="3484"/>
                  </a:cubicBezTo>
                  <a:cubicBezTo>
                    <a:pt x="5290" y="3712"/>
                    <a:pt x="5100" y="4002"/>
                    <a:pt x="4909" y="4276"/>
                  </a:cubicBezTo>
                  <a:cubicBezTo>
                    <a:pt x="4749" y="4528"/>
                    <a:pt x="4558" y="4764"/>
                    <a:pt x="4345" y="4970"/>
                  </a:cubicBezTo>
                  <a:cubicBezTo>
                    <a:pt x="4109" y="5191"/>
                    <a:pt x="3827" y="5351"/>
                    <a:pt x="3514" y="5450"/>
                  </a:cubicBezTo>
                  <a:cubicBezTo>
                    <a:pt x="3408" y="5488"/>
                    <a:pt x="3278" y="5511"/>
                    <a:pt x="3171" y="5541"/>
                  </a:cubicBezTo>
                  <a:lnTo>
                    <a:pt x="3095" y="5564"/>
                  </a:lnTo>
                  <a:cubicBezTo>
                    <a:pt x="3293" y="5473"/>
                    <a:pt x="3461" y="5336"/>
                    <a:pt x="3590" y="5160"/>
                  </a:cubicBezTo>
                  <a:lnTo>
                    <a:pt x="3598" y="5160"/>
                  </a:lnTo>
                  <a:lnTo>
                    <a:pt x="3629" y="5115"/>
                  </a:lnTo>
                  <a:cubicBezTo>
                    <a:pt x="3674" y="5092"/>
                    <a:pt x="3712" y="5069"/>
                    <a:pt x="3751" y="5038"/>
                  </a:cubicBezTo>
                  <a:cubicBezTo>
                    <a:pt x="3834" y="4978"/>
                    <a:pt x="3918" y="4894"/>
                    <a:pt x="3979" y="4810"/>
                  </a:cubicBezTo>
                  <a:cubicBezTo>
                    <a:pt x="4055" y="4703"/>
                    <a:pt x="4124" y="4596"/>
                    <a:pt x="4185" y="4482"/>
                  </a:cubicBezTo>
                  <a:cubicBezTo>
                    <a:pt x="4223" y="4414"/>
                    <a:pt x="4269" y="4345"/>
                    <a:pt x="4307" y="4276"/>
                  </a:cubicBezTo>
                  <a:cubicBezTo>
                    <a:pt x="4513" y="3949"/>
                    <a:pt x="4795" y="3682"/>
                    <a:pt x="5130" y="3499"/>
                  </a:cubicBezTo>
                  <a:cubicBezTo>
                    <a:pt x="5351" y="3446"/>
                    <a:pt x="5580" y="3385"/>
                    <a:pt x="5808" y="3324"/>
                  </a:cubicBezTo>
                  <a:close/>
                  <a:moveTo>
                    <a:pt x="6509" y="3118"/>
                  </a:moveTo>
                  <a:cubicBezTo>
                    <a:pt x="6509" y="3141"/>
                    <a:pt x="6494" y="3156"/>
                    <a:pt x="6487" y="3179"/>
                  </a:cubicBezTo>
                  <a:lnTo>
                    <a:pt x="6471" y="3194"/>
                  </a:lnTo>
                  <a:cubicBezTo>
                    <a:pt x="6464" y="3209"/>
                    <a:pt x="6456" y="3225"/>
                    <a:pt x="6449" y="3232"/>
                  </a:cubicBezTo>
                  <a:cubicBezTo>
                    <a:pt x="6258" y="3468"/>
                    <a:pt x="6083" y="3728"/>
                    <a:pt x="5938" y="3994"/>
                  </a:cubicBezTo>
                  <a:lnTo>
                    <a:pt x="5938" y="4002"/>
                  </a:lnTo>
                  <a:cubicBezTo>
                    <a:pt x="5885" y="4109"/>
                    <a:pt x="5816" y="4215"/>
                    <a:pt x="5747" y="4322"/>
                  </a:cubicBezTo>
                  <a:cubicBezTo>
                    <a:pt x="5572" y="4619"/>
                    <a:pt x="5351" y="4886"/>
                    <a:pt x="5100" y="5122"/>
                  </a:cubicBezTo>
                  <a:cubicBezTo>
                    <a:pt x="5343" y="4817"/>
                    <a:pt x="5442" y="4505"/>
                    <a:pt x="5389" y="4185"/>
                  </a:cubicBezTo>
                  <a:lnTo>
                    <a:pt x="5366" y="4032"/>
                  </a:lnTo>
                  <a:lnTo>
                    <a:pt x="5252" y="4162"/>
                  </a:lnTo>
                  <a:cubicBezTo>
                    <a:pt x="5130" y="4299"/>
                    <a:pt x="5023" y="4436"/>
                    <a:pt x="4917" y="4589"/>
                  </a:cubicBezTo>
                  <a:cubicBezTo>
                    <a:pt x="4528" y="5130"/>
                    <a:pt x="4124" y="5686"/>
                    <a:pt x="2943" y="5686"/>
                  </a:cubicBezTo>
                  <a:lnTo>
                    <a:pt x="2866" y="5686"/>
                  </a:lnTo>
                  <a:cubicBezTo>
                    <a:pt x="2973" y="5648"/>
                    <a:pt x="3080" y="5625"/>
                    <a:pt x="3194" y="5602"/>
                  </a:cubicBezTo>
                  <a:cubicBezTo>
                    <a:pt x="3308" y="5572"/>
                    <a:pt x="3423" y="5541"/>
                    <a:pt x="3537" y="5503"/>
                  </a:cubicBezTo>
                  <a:lnTo>
                    <a:pt x="3545" y="5503"/>
                  </a:lnTo>
                  <a:cubicBezTo>
                    <a:pt x="3865" y="5404"/>
                    <a:pt x="4154" y="5237"/>
                    <a:pt x="4398" y="5016"/>
                  </a:cubicBezTo>
                  <a:cubicBezTo>
                    <a:pt x="4619" y="4802"/>
                    <a:pt x="4810" y="4566"/>
                    <a:pt x="4970" y="4307"/>
                  </a:cubicBezTo>
                  <a:cubicBezTo>
                    <a:pt x="5160" y="4032"/>
                    <a:pt x="5351" y="3750"/>
                    <a:pt x="5641" y="3529"/>
                  </a:cubicBezTo>
                  <a:cubicBezTo>
                    <a:pt x="5763" y="3430"/>
                    <a:pt x="5892" y="3339"/>
                    <a:pt x="6029" y="3263"/>
                  </a:cubicBezTo>
                  <a:cubicBezTo>
                    <a:pt x="6182" y="3217"/>
                    <a:pt x="6349" y="3164"/>
                    <a:pt x="6509" y="3118"/>
                  </a:cubicBezTo>
                  <a:close/>
                  <a:moveTo>
                    <a:pt x="7858" y="2683"/>
                  </a:moveTo>
                  <a:cubicBezTo>
                    <a:pt x="7790" y="2737"/>
                    <a:pt x="7721" y="2790"/>
                    <a:pt x="7645" y="2844"/>
                  </a:cubicBezTo>
                  <a:lnTo>
                    <a:pt x="7607" y="2882"/>
                  </a:lnTo>
                  <a:cubicBezTo>
                    <a:pt x="7264" y="3126"/>
                    <a:pt x="6967" y="3430"/>
                    <a:pt x="6730" y="3766"/>
                  </a:cubicBezTo>
                  <a:cubicBezTo>
                    <a:pt x="6639" y="3895"/>
                    <a:pt x="6563" y="4032"/>
                    <a:pt x="6487" y="4162"/>
                  </a:cubicBezTo>
                  <a:cubicBezTo>
                    <a:pt x="6357" y="4406"/>
                    <a:pt x="6197" y="4635"/>
                    <a:pt x="6022" y="4848"/>
                  </a:cubicBezTo>
                  <a:cubicBezTo>
                    <a:pt x="5740" y="5145"/>
                    <a:pt x="5420" y="5351"/>
                    <a:pt x="4917" y="5564"/>
                  </a:cubicBezTo>
                  <a:lnTo>
                    <a:pt x="4741" y="5641"/>
                  </a:lnTo>
                  <a:lnTo>
                    <a:pt x="4711" y="5656"/>
                  </a:lnTo>
                  <a:cubicBezTo>
                    <a:pt x="4612" y="5702"/>
                    <a:pt x="4497" y="5747"/>
                    <a:pt x="4391" y="5793"/>
                  </a:cubicBezTo>
                  <a:cubicBezTo>
                    <a:pt x="4429" y="5763"/>
                    <a:pt x="4467" y="5732"/>
                    <a:pt x="4497" y="5709"/>
                  </a:cubicBezTo>
                  <a:lnTo>
                    <a:pt x="4597" y="5641"/>
                  </a:lnTo>
                  <a:cubicBezTo>
                    <a:pt x="4711" y="5557"/>
                    <a:pt x="4833" y="5465"/>
                    <a:pt x="4947" y="5374"/>
                  </a:cubicBezTo>
                  <a:cubicBezTo>
                    <a:pt x="5244" y="5138"/>
                    <a:pt x="5503" y="4848"/>
                    <a:pt x="5724" y="4535"/>
                  </a:cubicBezTo>
                  <a:cubicBezTo>
                    <a:pt x="5839" y="4375"/>
                    <a:pt x="5930" y="4208"/>
                    <a:pt x="6022" y="4048"/>
                  </a:cubicBezTo>
                  <a:cubicBezTo>
                    <a:pt x="6227" y="3689"/>
                    <a:pt x="6441" y="3316"/>
                    <a:pt x="6799" y="3026"/>
                  </a:cubicBezTo>
                  <a:cubicBezTo>
                    <a:pt x="7127" y="2927"/>
                    <a:pt x="7470" y="2813"/>
                    <a:pt x="7858" y="2683"/>
                  </a:cubicBezTo>
                  <a:close/>
                  <a:moveTo>
                    <a:pt x="10534" y="1784"/>
                  </a:moveTo>
                  <a:lnTo>
                    <a:pt x="10534" y="1784"/>
                  </a:lnTo>
                  <a:cubicBezTo>
                    <a:pt x="10556" y="1868"/>
                    <a:pt x="10549" y="1959"/>
                    <a:pt x="10511" y="2043"/>
                  </a:cubicBezTo>
                  <a:lnTo>
                    <a:pt x="10511" y="2036"/>
                  </a:lnTo>
                  <a:cubicBezTo>
                    <a:pt x="10495" y="2074"/>
                    <a:pt x="10473" y="2104"/>
                    <a:pt x="10457" y="2142"/>
                  </a:cubicBezTo>
                  <a:cubicBezTo>
                    <a:pt x="10305" y="2508"/>
                    <a:pt x="10183" y="2889"/>
                    <a:pt x="10107" y="3286"/>
                  </a:cubicBezTo>
                  <a:cubicBezTo>
                    <a:pt x="10076" y="3415"/>
                    <a:pt x="10046" y="3537"/>
                    <a:pt x="10008" y="3667"/>
                  </a:cubicBezTo>
                  <a:lnTo>
                    <a:pt x="10008" y="3682"/>
                  </a:lnTo>
                  <a:cubicBezTo>
                    <a:pt x="9764" y="4596"/>
                    <a:pt x="9535" y="5465"/>
                    <a:pt x="8163" y="5793"/>
                  </a:cubicBezTo>
                  <a:lnTo>
                    <a:pt x="8224" y="5732"/>
                  </a:lnTo>
                  <a:lnTo>
                    <a:pt x="8270" y="5694"/>
                  </a:lnTo>
                  <a:lnTo>
                    <a:pt x="8407" y="5587"/>
                  </a:lnTo>
                  <a:lnTo>
                    <a:pt x="8415" y="5587"/>
                  </a:lnTo>
                  <a:cubicBezTo>
                    <a:pt x="8651" y="5420"/>
                    <a:pt x="8864" y="5221"/>
                    <a:pt x="9063" y="5008"/>
                  </a:cubicBezTo>
                  <a:cubicBezTo>
                    <a:pt x="9329" y="4680"/>
                    <a:pt x="9543" y="4314"/>
                    <a:pt x="9695" y="3926"/>
                  </a:cubicBezTo>
                  <a:cubicBezTo>
                    <a:pt x="9787" y="3667"/>
                    <a:pt x="9848" y="3408"/>
                    <a:pt x="9886" y="3141"/>
                  </a:cubicBezTo>
                  <a:lnTo>
                    <a:pt x="9886" y="3133"/>
                  </a:lnTo>
                  <a:cubicBezTo>
                    <a:pt x="9970" y="2668"/>
                    <a:pt x="10053" y="2180"/>
                    <a:pt x="10434" y="1807"/>
                  </a:cubicBezTo>
                  <a:lnTo>
                    <a:pt x="10534" y="1784"/>
                  </a:lnTo>
                  <a:close/>
                  <a:moveTo>
                    <a:pt x="7615" y="2950"/>
                  </a:moveTo>
                  <a:lnTo>
                    <a:pt x="7615" y="2950"/>
                  </a:lnTo>
                  <a:cubicBezTo>
                    <a:pt x="7493" y="3072"/>
                    <a:pt x="7394" y="3209"/>
                    <a:pt x="7302" y="3362"/>
                  </a:cubicBezTo>
                  <a:cubicBezTo>
                    <a:pt x="7211" y="3522"/>
                    <a:pt x="7127" y="3689"/>
                    <a:pt x="7043" y="3857"/>
                  </a:cubicBezTo>
                  <a:lnTo>
                    <a:pt x="7043" y="3865"/>
                  </a:lnTo>
                  <a:cubicBezTo>
                    <a:pt x="6921" y="4093"/>
                    <a:pt x="6799" y="4330"/>
                    <a:pt x="6662" y="4551"/>
                  </a:cubicBezTo>
                  <a:cubicBezTo>
                    <a:pt x="6410" y="4962"/>
                    <a:pt x="6151" y="5381"/>
                    <a:pt x="5587" y="5602"/>
                  </a:cubicBezTo>
                  <a:cubicBezTo>
                    <a:pt x="5237" y="5740"/>
                    <a:pt x="4779" y="5892"/>
                    <a:pt x="4353" y="5892"/>
                  </a:cubicBezTo>
                  <a:lnTo>
                    <a:pt x="4284" y="5892"/>
                  </a:lnTo>
                  <a:cubicBezTo>
                    <a:pt x="4452" y="5839"/>
                    <a:pt x="4597" y="5770"/>
                    <a:pt x="4741" y="5709"/>
                  </a:cubicBezTo>
                  <a:lnTo>
                    <a:pt x="4749" y="5709"/>
                  </a:lnTo>
                  <a:lnTo>
                    <a:pt x="4939" y="5625"/>
                  </a:lnTo>
                  <a:cubicBezTo>
                    <a:pt x="5450" y="5412"/>
                    <a:pt x="5778" y="5199"/>
                    <a:pt x="6067" y="4894"/>
                  </a:cubicBezTo>
                  <a:cubicBezTo>
                    <a:pt x="6250" y="4680"/>
                    <a:pt x="6410" y="4444"/>
                    <a:pt x="6540" y="4200"/>
                  </a:cubicBezTo>
                  <a:cubicBezTo>
                    <a:pt x="6616" y="4071"/>
                    <a:pt x="6692" y="3933"/>
                    <a:pt x="6784" y="3804"/>
                  </a:cubicBezTo>
                  <a:cubicBezTo>
                    <a:pt x="7012" y="3476"/>
                    <a:pt x="7294" y="3186"/>
                    <a:pt x="7615" y="2950"/>
                  </a:cubicBezTo>
                  <a:close/>
                  <a:moveTo>
                    <a:pt x="8361" y="2516"/>
                  </a:moveTo>
                  <a:lnTo>
                    <a:pt x="8361" y="2516"/>
                  </a:lnTo>
                  <a:cubicBezTo>
                    <a:pt x="8354" y="2592"/>
                    <a:pt x="8323" y="2661"/>
                    <a:pt x="8285" y="2722"/>
                  </a:cubicBezTo>
                  <a:lnTo>
                    <a:pt x="8278" y="2729"/>
                  </a:lnTo>
                  <a:cubicBezTo>
                    <a:pt x="8240" y="2783"/>
                    <a:pt x="8194" y="2844"/>
                    <a:pt x="8148" y="2912"/>
                  </a:cubicBezTo>
                  <a:cubicBezTo>
                    <a:pt x="8140" y="2912"/>
                    <a:pt x="8133" y="2920"/>
                    <a:pt x="8133" y="2927"/>
                  </a:cubicBezTo>
                  <a:lnTo>
                    <a:pt x="8087" y="3004"/>
                  </a:lnTo>
                  <a:cubicBezTo>
                    <a:pt x="7858" y="3339"/>
                    <a:pt x="7737" y="3712"/>
                    <a:pt x="7622" y="4078"/>
                  </a:cubicBezTo>
                  <a:lnTo>
                    <a:pt x="7592" y="4170"/>
                  </a:lnTo>
                  <a:cubicBezTo>
                    <a:pt x="7455" y="4604"/>
                    <a:pt x="7218" y="5008"/>
                    <a:pt x="6898" y="5336"/>
                  </a:cubicBezTo>
                  <a:cubicBezTo>
                    <a:pt x="6852" y="5381"/>
                    <a:pt x="6807" y="5427"/>
                    <a:pt x="6761" y="5481"/>
                  </a:cubicBezTo>
                  <a:cubicBezTo>
                    <a:pt x="6700" y="5549"/>
                    <a:pt x="6631" y="5618"/>
                    <a:pt x="6563" y="5686"/>
                  </a:cubicBezTo>
                  <a:lnTo>
                    <a:pt x="6555" y="5694"/>
                  </a:lnTo>
                  <a:cubicBezTo>
                    <a:pt x="6464" y="5785"/>
                    <a:pt x="6357" y="5862"/>
                    <a:pt x="6235" y="5923"/>
                  </a:cubicBezTo>
                  <a:cubicBezTo>
                    <a:pt x="6479" y="5770"/>
                    <a:pt x="6685" y="5580"/>
                    <a:pt x="6852" y="5359"/>
                  </a:cubicBezTo>
                  <a:cubicBezTo>
                    <a:pt x="7020" y="5138"/>
                    <a:pt x="7142" y="4886"/>
                    <a:pt x="7218" y="4619"/>
                  </a:cubicBezTo>
                  <a:cubicBezTo>
                    <a:pt x="7234" y="4574"/>
                    <a:pt x="7249" y="4513"/>
                    <a:pt x="7264" y="4444"/>
                  </a:cubicBezTo>
                  <a:cubicBezTo>
                    <a:pt x="7439" y="3773"/>
                    <a:pt x="7660" y="2943"/>
                    <a:pt x="8361" y="2516"/>
                  </a:cubicBezTo>
                  <a:close/>
                  <a:moveTo>
                    <a:pt x="8727" y="2394"/>
                  </a:moveTo>
                  <a:lnTo>
                    <a:pt x="8727" y="2394"/>
                  </a:lnTo>
                  <a:cubicBezTo>
                    <a:pt x="8392" y="2844"/>
                    <a:pt x="8331" y="3385"/>
                    <a:pt x="8270" y="3911"/>
                  </a:cubicBezTo>
                  <a:cubicBezTo>
                    <a:pt x="8232" y="4307"/>
                    <a:pt x="8186" y="4718"/>
                    <a:pt x="8019" y="5077"/>
                  </a:cubicBezTo>
                  <a:cubicBezTo>
                    <a:pt x="7797" y="5541"/>
                    <a:pt x="7256" y="5831"/>
                    <a:pt x="6410" y="5945"/>
                  </a:cubicBezTo>
                  <a:cubicBezTo>
                    <a:pt x="6563" y="5839"/>
                    <a:pt x="6692" y="5709"/>
                    <a:pt x="6814" y="5564"/>
                  </a:cubicBezTo>
                  <a:cubicBezTo>
                    <a:pt x="6845" y="5526"/>
                    <a:pt x="6868" y="5503"/>
                    <a:pt x="6898" y="5473"/>
                  </a:cubicBezTo>
                  <a:cubicBezTo>
                    <a:pt x="7188" y="5176"/>
                    <a:pt x="7424" y="4825"/>
                    <a:pt x="7592" y="4444"/>
                  </a:cubicBezTo>
                  <a:cubicBezTo>
                    <a:pt x="7660" y="4284"/>
                    <a:pt x="7714" y="4116"/>
                    <a:pt x="7767" y="3956"/>
                  </a:cubicBezTo>
                  <a:cubicBezTo>
                    <a:pt x="7843" y="3689"/>
                    <a:pt x="7942" y="3438"/>
                    <a:pt x="8072" y="3202"/>
                  </a:cubicBezTo>
                  <a:cubicBezTo>
                    <a:pt x="8240" y="2889"/>
                    <a:pt x="8461" y="2615"/>
                    <a:pt x="8727" y="2394"/>
                  </a:cubicBezTo>
                  <a:close/>
                  <a:moveTo>
                    <a:pt x="7759" y="3004"/>
                  </a:moveTo>
                  <a:cubicBezTo>
                    <a:pt x="7455" y="3430"/>
                    <a:pt x="7317" y="3964"/>
                    <a:pt x="7195" y="4429"/>
                  </a:cubicBezTo>
                  <a:lnTo>
                    <a:pt x="7150" y="4612"/>
                  </a:lnTo>
                  <a:cubicBezTo>
                    <a:pt x="6974" y="5206"/>
                    <a:pt x="6555" y="5709"/>
                    <a:pt x="5991" y="5984"/>
                  </a:cubicBezTo>
                  <a:cubicBezTo>
                    <a:pt x="5831" y="5991"/>
                    <a:pt x="5664" y="5999"/>
                    <a:pt x="5488" y="5999"/>
                  </a:cubicBezTo>
                  <a:cubicBezTo>
                    <a:pt x="5275" y="5999"/>
                    <a:pt x="5054" y="5991"/>
                    <a:pt x="4810" y="5976"/>
                  </a:cubicBezTo>
                  <a:cubicBezTo>
                    <a:pt x="5046" y="5930"/>
                    <a:pt x="5275" y="5862"/>
                    <a:pt x="5496" y="5778"/>
                  </a:cubicBezTo>
                  <a:cubicBezTo>
                    <a:pt x="5976" y="5610"/>
                    <a:pt x="6273" y="5389"/>
                    <a:pt x="6525" y="5046"/>
                  </a:cubicBezTo>
                  <a:cubicBezTo>
                    <a:pt x="6814" y="4619"/>
                    <a:pt x="7073" y="4177"/>
                    <a:pt x="7302" y="3712"/>
                  </a:cubicBezTo>
                  <a:cubicBezTo>
                    <a:pt x="7409" y="3461"/>
                    <a:pt x="7561" y="3225"/>
                    <a:pt x="7744" y="3019"/>
                  </a:cubicBezTo>
                  <a:lnTo>
                    <a:pt x="7759" y="3004"/>
                  </a:lnTo>
                  <a:close/>
                  <a:moveTo>
                    <a:pt x="7904" y="1"/>
                  </a:moveTo>
                  <a:cubicBezTo>
                    <a:pt x="7576" y="8"/>
                    <a:pt x="7256" y="46"/>
                    <a:pt x="6936" y="115"/>
                  </a:cubicBezTo>
                  <a:lnTo>
                    <a:pt x="6578" y="176"/>
                  </a:lnTo>
                  <a:lnTo>
                    <a:pt x="6776" y="260"/>
                  </a:lnTo>
                  <a:cubicBezTo>
                    <a:pt x="7462" y="549"/>
                    <a:pt x="7797" y="717"/>
                    <a:pt x="8186" y="1144"/>
                  </a:cubicBezTo>
                  <a:lnTo>
                    <a:pt x="8232" y="1197"/>
                  </a:lnTo>
                  <a:cubicBezTo>
                    <a:pt x="8483" y="1472"/>
                    <a:pt x="8819" y="1845"/>
                    <a:pt x="9268" y="1929"/>
                  </a:cubicBezTo>
                  <a:lnTo>
                    <a:pt x="9299" y="1937"/>
                  </a:lnTo>
                  <a:lnTo>
                    <a:pt x="9192" y="1967"/>
                  </a:lnTo>
                  <a:lnTo>
                    <a:pt x="9185" y="1967"/>
                  </a:lnTo>
                  <a:cubicBezTo>
                    <a:pt x="9177" y="1971"/>
                    <a:pt x="9171" y="1973"/>
                    <a:pt x="9166" y="1973"/>
                  </a:cubicBezTo>
                  <a:cubicBezTo>
                    <a:pt x="9160" y="1973"/>
                    <a:pt x="9154" y="1971"/>
                    <a:pt x="9146" y="1967"/>
                  </a:cubicBezTo>
                  <a:cubicBezTo>
                    <a:pt x="8659" y="1967"/>
                    <a:pt x="6769" y="717"/>
                    <a:pt x="6258" y="222"/>
                  </a:cubicBezTo>
                  <a:cubicBezTo>
                    <a:pt x="6174" y="161"/>
                    <a:pt x="6083" y="130"/>
                    <a:pt x="5984" y="123"/>
                  </a:cubicBezTo>
                  <a:lnTo>
                    <a:pt x="5938" y="123"/>
                  </a:lnTo>
                  <a:cubicBezTo>
                    <a:pt x="5374" y="275"/>
                    <a:pt x="4917" y="549"/>
                    <a:pt x="4482" y="809"/>
                  </a:cubicBezTo>
                  <a:cubicBezTo>
                    <a:pt x="4101" y="1037"/>
                    <a:pt x="3735" y="1251"/>
                    <a:pt x="3324" y="1380"/>
                  </a:cubicBezTo>
                  <a:lnTo>
                    <a:pt x="3171" y="1426"/>
                  </a:lnTo>
                  <a:lnTo>
                    <a:pt x="3308" y="1495"/>
                  </a:lnTo>
                  <a:cubicBezTo>
                    <a:pt x="3530" y="1594"/>
                    <a:pt x="3758" y="1670"/>
                    <a:pt x="3994" y="1738"/>
                  </a:cubicBezTo>
                  <a:cubicBezTo>
                    <a:pt x="4444" y="1868"/>
                    <a:pt x="4917" y="2005"/>
                    <a:pt x="5122" y="2318"/>
                  </a:cubicBezTo>
                  <a:cubicBezTo>
                    <a:pt x="4299" y="1883"/>
                    <a:pt x="3644" y="1677"/>
                    <a:pt x="3103" y="1677"/>
                  </a:cubicBezTo>
                  <a:cubicBezTo>
                    <a:pt x="3019" y="1677"/>
                    <a:pt x="2935" y="1685"/>
                    <a:pt x="2851" y="1693"/>
                  </a:cubicBezTo>
                  <a:lnTo>
                    <a:pt x="2836" y="1693"/>
                  </a:lnTo>
                  <a:cubicBezTo>
                    <a:pt x="2813" y="1700"/>
                    <a:pt x="953" y="2409"/>
                    <a:pt x="8" y="4261"/>
                  </a:cubicBezTo>
                  <a:cubicBezTo>
                    <a:pt x="1" y="4276"/>
                    <a:pt x="1" y="4284"/>
                    <a:pt x="1" y="4299"/>
                  </a:cubicBezTo>
                  <a:cubicBezTo>
                    <a:pt x="16" y="4429"/>
                    <a:pt x="443" y="4635"/>
                    <a:pt x="626" y="4726"/>
                  </a:cubicBezTo>
                  <a:cubicBezTo>
                    <a:pt x="1373" y="5061"/>
                    <a:pt x="2203" y="5267"/>
                    <a:pt x="2844" y="5267"/>
                  </a:cubicBezTo>
                  <a:cubicBezTo>
                    <a:pt x="3004" y="5267"/>
                    <a:pt x="3164" y="5260"/>
                    <a:pt x="3316" y="5229"/>
                  </a:cubicBezTo>
                  <a:lnTo>
                    <a:pt x="3316" y="5229"/>
                  </a:lnTo>
                  <a:cubicBezTo>
                    <a:pt x="3156" y="5359"/>
                    <a:pt x="2897" y="5488"/>
                    <a:pt x="2478" y="5648"/>
                  </a:cubicBezTo>
                  <a:lnTo>
                    <a:pt x="2211" y="5740"/>
                  </a:lnTo>
                  <a:lnTo>
                    <a:pt x="2501" y="5770"/>
                  </a:lnTo>
                  <a:cubicBezTo>
                    <a:pt x="2645" y="5778"/>
                    <a:pt x="2798" y="5785"/>
                    <a:pt x="2927" y="5785"/>
                  </a:cubicBezTo>
                  <a:cubicBezTo>
                    <a:pt x="4208" y="5785"/>
                    <a:pt x="4657" y="5168"/>
                    <a:pt x="5046" y="4627"/>
                  </a:cubicBezTo>
                  <a:lnTo>
                    <a:pt x="5054" y="4619"/>
                  </a:lnTo>
                  <a:cubicBezTo>
                    <a:pt x="5115" y="4535"/>
                    <a:pt x="5176" y="4452"/>
                    <a:pt x="5244" y="4368"/>
                  </a:cubicBezTo>
                  <a:lnTo>
                    <a:pt x="5244" y="4368"/>
                  </a:lnTo>
                  <a:cubicBezTo>
                    <a:pt x="5206" y="5046"/>
                    <a:pt x="4429" y="5572"/>
                    <a:pt x="3781" y="5900"/>
                  </a:cubicBezTo>
                  <a:lnTo>
                    <a:pt x="3758" y="5907"/>
                  </a:lnTo>
                  <a:lnTo>
                    <a:pt x="3834" y="6022"/>
                  </a:lnTo>
                  <a:lnTo>
                    <a:pt x="3865" y="6022"/>
                  </a:lnTo>
                  <a:cubicBezTo>
                    <a:pt x="3926" y="6022"/>
                    <a:pt x="4055" y="6029"/>
                    <a:pt x="4223" y="6045"/>
                  </a:cubicBezTo>
                  <a:cubicBezTo>
                    <a:pt x="4551" y="6067"/>
                    <a:pt x="5000" y="6105"/>
                    <a:pt x="5488" y="6105"/>
                  </a:cubicBezTo>
                  <a:cubicBezTo>
                    <a:pt x="6952" y="6105"/>
                    <a:pt x="7858" y="5770"/>
                    <a:pt x="8171" y="5099"/>
                  </a:cubicBezTo>
                  <a:cubicBezTo>
                    <a:pt x="8346" y="4726"/>
                    <a:pt x="8392" y="4307"/>
                    <a:pt x="8438" y="3895"/>
                  </a:cubicBezTo>
                  <a:cubicBezTo>
                    <a:pt x="8506" y="3316"/>
                    <a:pt x="8575" y="2714"/>
                    <a:pt x="9032" y="2257"/>
                  </a:cubicBezTo>
                  <a:lnTo>
                    <a:pt x="9436" y="2112"/>
                  </a:lnTo>
                  <a:lnTo>
                    <a:pt x="9436" y="2112"/>
                  </a:lnTo>
                  <a:cubicBezTo>
                    <a:pt x="9086" y="2508"/>
                    <a:pt x="9055" y="3042"/>
                    <a:pt x="9032" y="3552"/>
                  </a:cubicBezTo>
                  <a:lnTo>
                    <a:pt x="9032" y="3560"/>
                  </a:lnTo>
                  <a:cubicBezTo>
                    <a:pt x="9032" y="3644"/>
                    <a:pt x="9017" y="3712"/>
                    <a:pt x="9017" y="3789"/>
                  </a:cubicBezTo>
                  <a:cubicBezTo>
                    <a:pt x="8925" y="4604"/>
                    <a:pt x="8506" y="5343"/>
                    <a:pt x="7866" y="5854"/>
                  </a:cubicBezTo>
                  <a:lnTo>
                    <a:pt x="7668" y="6006"/>
                  </a:lnTo>
                  <a:lnTo>
                    <a:pt x="7668" y="6006"/>
                  </a:lnTo>
                  <a:lnTo>
                    <a:pt x="7935" y="5961"/>
                  </a:lnTo>
                  <a:cubicBezTo>
                    <a:pt x="9642" y="5671"/>
                    <a:pt x="9893" y="4711"/>
                    <a:pt x="10160" y="3705"/>
                  </a:cubicBezTo>
                  <a:lnTo>
                    <a:pt x="10168" y="3682"/>
                  </a:lnTo>
                  <a:cubicBezTo>
                    <a:pt x="10198" y="3560"/>
                    <a:pt x="10229" y="3430"/>
                    <a:pt x="10259" y="3301"/>
                  </a:cubicBezTo>
                  <a:cubicBezTo>
                    <a:pt x="10343" y="2920"/>
                    <a:pt x="10457" y="2539"/>
                    <a:pt x="10610" y="2180"/>
                  </a:cubicBezTo>
                  <a:cubicBezTo>
                    <a:pt x="10625" y="2142"/>
                    <a:pt x="10648" y="2104"/>
                    <a:pt x="10663" y="2066"/>
                  </a:cubicBezTo>
                  <a:lnTo>
                    <a:pt x="10671" y="2059"/>
                  </a:lnTo>
                  <a:cubicBezTo>
                    <a:pt x="10732" y="1937"/>
                    <a:pt x="10793" y="1815"/>
                    <a:pt x="10785" y="1723"/>
                  </a:cubicBezTo>
                  <a:cubicBezTo>
                    <a:pt x="10785" y="1716"/>
                    <a:pt x="10785" y="1708"/>
                    <a:pt x="10777" y="1700"/>
                  </a:cubicBezTo>
                  <a:cubicBezTo>
                    <a:pt x="10922" y="1655"/>
                    <a:pt x="11029" y="1624"/>
                    <a:pt x="11136" y="1601"/>
                  </a:cubicBezTo>
                  <a:cubicBezTo>
                    <a:pt x="11242" y="1578"/>
                    <a:pt x="11319" y="1556"/>
                    <a:pt x="11410" y="1533"/>
                  </a:cubicBezTo>
                  <a:lnTo>
                    <a:pt x="11410" y="1533"/>
                  </a:lnTo>
                  <a:cubicBezTo>
                    <a:pt x="11303" y="1594"/>
                    <a:pt x="11204" y="1662"/>
                    <a:pt x="11113" y="1746"/>
                  </a:cubicBezTo>
                  <a:cubicBezTo>
                    <a:pt x="10998" y="1838"/>
                    <a:pt x="10907" y="1959"/>
                    <a:pt x="10838" y="2089"/>
                  </a:cubicBezTo>
                  <a:cubicBezTo>
                    <a:pt x="10785" y="2219"/>
                    <a:pt x="10755" y="2356"/>
                    <a:pt x="10770" y="2501"/>
                  </a:cubicBezTo>
                  <a:cubicBezTo>
                    <a:pt x="10785" y="2638"/>
                    <a:pt x="10808" y="2775"/>
                    <a:pt x="10846" y="2912"/>
                  </a:cubicBezTo>
                  <a:cubicBezTo>
                    <a:pt x="10869" y="3026"/>
                    <a:pt x="10892" y="3133"/>
                    <a:pt x="10907" y="3247"/>
                  </a:cubicBezTo>
                  <a:cubicBezTo>
                    <a:pt x="10930" y="3369"/>
                    <a:pt x="10922" y="3499"/>
                    <a:pt x="10884" y="3613"/>
                  </a:cubicBezTo>
                  <a:cubicBezTo>
                    <a:pt x="10846" y="3743"/>
                    <a:pt x="10762" y="3850"/>
                    <a:pt x="10656" y="3933"/>
                  </a:cubicBezTo>
                  <a:lnTo>
                    <a:pt x="10678" y="3956"/>
                  </a:lnTo>
                  <a:cubicBezTo>
                    <a:pt x="10800" y="3880"/>
                    <a:pt x="10892" y="3766"/>
                    <a:pt x="10953" y="3629"/>
                  </a:cubicBezTo>
                  <a:cubicBezTo>
                    <a:pt x="10998" y="3507"/>
                    <a:pt x="11014" y="3377"/>
                    <a:pt x="11006" y="3240"/>
                  </a:cubicBezTo>
                  <a:cubicBezTo>
                    <a:pt x="10998" y="3126"/>
                    <a:pt x="10983" y="3004"/>
                    <a:pt x="10968" y="2889"/>
                  </a:cubicBezTo>
                  <a:cubicBezTo>
                    <a:pt x="10937" y="2760"/>
                    <a:pt x="10930" y="2623"/>
                    <a:pt x="10930" y="2493"/>
                  </a:cubicBezTo>
                  <a:cubicBezTo>
                    <a:pt x="10937" y="2371"/>
                    <a:pt x="10983" y="2257"/>
                    <a:pt x="11044" y="2158"/>
                  </a:cubicBezTo>
                  <a:cubicBezTo>
                    <a:pt x="11105" y="2043"/>
                    <a:pt x="11181" y="1937"/>
                    <a:pt x="11265" y="1845"/>
                  </a:cubicBezTo>
                  <a:cubicBezTo>
                    <a:pt x="11425" y="1670"/>
                    <a:pt x="11631" y="1533"/>
                    <a:pt x="11852" y="1449"/>
                  </a:cubicBezTo>
                  <a:lnTo>
                    <a:pt x="11905" y="1441"/>
                  </a:lnTo>
                  <a:lnTo>
                    <a:pt x="11905" y="1441"/>
                  </a:lnTo>
                  <a:cubicBezTo>
                    <a:pt x="11867" y="1464"/>
                    <a:pt x="11822" y="1487"/>
                    <a:pt x="11783" y="1510"/>
                  </a:cubicBezTo>
                  <a:cubicBezTo>
                    <a:pt x="11669" y="1578"/>
                    <a:pt x="11585" y="1677"/>
                    <a:pt x="11524" y="1799"/>
                  </a:cubicBezTo>
                  <a:cubicBezTo>
                    <a:pt x="11471" y="1906"/>
                    <a:pt x="11448" y="2020"/>
                    <a:pt x="11456" y="2135"/>
                  </a:cubicBezTo>
                  <a:cubicBezTo>
                    <a:pt x="11456" y="2257"/>
                    <a:pt x="11509" y="2371"/>
                    <a:pt x="11601" y="2455"/>
                  </a:cubicBezTo>
                  <a:cubicBezTo>
                    <a:pt x="11692" y="2546"/>
                    <a:pt x="11806" y="2615"/>
                    <a:pt x="11936" y="2645"/>
                  </a:cubicBezTo>
                  <a:cubicBezTo>
                    <a:pt x="12012" y="2668"/>
                    <a:pt x="12096" y="2683"/>
                    <a:pt x="12180" y="2683"/>
                  </a:cubicBezTo>
                  <a:cubicBezTo>
                    <a:pt x="12233" y="2683"/>
                    <a:pt x="12286" y="2676"/>
                    <a:pt x="12347" y="2661"/>
                  </a:cubicBezTo>
                  <a:cubicBezTo>
                    <a:pt x="12416" y="2645"/>
                    <a:pt x="12469" y="2592"/>
                    <a:pt x="12485" y="2523"/>
                  </a:cubicBezTo>
                  <a:cubicBezTo>
                    <a:pt x="12485" y="2462"/>
                    <a:pt x="12469" y="2409"/>
                    <a:pt x="12431" y="2363"/>
                  </a:cubicBezTo>
                  <a:lnTo>
                    <a:pt x="12393" y="2379"/>
                  </a:lnTo>
                  <a:cubicBezTo>
                    <a:pt x="12424" y="2424"/>
                    <a:pt x="12439" y="2470"/>
                    <a:pt x="12431" y="2516"/>
                  </a:cubicBezTo>
                  <a:cubicBezTo>
                    <a:pt x="12416" y="2562"/>
                    <a:pt x="12378" y="2600"/>
                    <a:pt x="12325" y="2607"/>
                  </a:cubicBezTo>
                  <a:cubicBezTo>
                    <a:pt x="12294" y="2615"/>
                    <a:pt x="12256" y="2623"/>
                    <a:pt x="12218" y="2623"/>
                  </a:cubicBezTo>
                  <a:cubicBezTo>
                    <a:pt x="12134" y="2615"/>
                    <a:pt x="12050" y="2600"/>
                    <a:pt x="11974" y="2569"/>
                  </a:cubicBezTo>
                  <a:cubicBezTo>
                    <a:pt x="11867" y="2539"/>
                    <a:pt x="11776" y="2478"/>
                    <a:pt x="11700" y="2394"/>
                  </a:cubicBezTo>
                  <a:cubicBezTo>
                    <a:pt x="11639" y="2325"/>
                    <a:pt x="11608" y="2234"/>
                    <a:pt x="11616" y="2142"/>
                  </a:cubicBezTo>
                  <a:cubicBezTo>
                    <a:pt x="11623" y="2043"/>
                    <a:pt x="11669" y="1952"/>
                    <a:pt x="11730" y="1876"/>
                  </a:cubicBezTo>
                  <a:cubicBezTo>
                    <a:pt x="11898" y="1647"/>
                    <a:pt x="12142" y="1472"/>
                    <a:pt x="12416" y="1388"/>
                  </a:cubicBezTo>
                  <a:lnTo>
                    <a:pt x="12462" y="1388"/>
                  </a:lnTo>
                  <a:cubicBezTo>
                    <a:pt x="12553" y="1380"/>
                    <a:pt x="12637" y="1380"/>
                    <a:pt x="12729" y="1380"/>
                  </a:cubicBezTo>
                  <a:cubicBezTo>
                    <a:pt x="12866" y="1380"/>
                    <a:pt x="12995" y="1388"/>
                    <a:pt x="13132" y="1403"/>
                  </a:cubicBezTo>
                  <a:cubicBezTo>
                    <a:pt x="13353" y="1426"/>
                    <a:pt x="13567" y="1472"/>
                    <a:pt x="13780" y="1533"/>
                  </a:cubicBezTo>
                  <a:lnTo>
                    <a:pt x="13796" y="1495"/>
                  </a:lnTo>
                  <a:lnTo>
                    <a:pt x="13796" y="1487"/>
                  </a:lnTo>
                  <a:cubicBezTo>
                    <a:pt x="13388" y="1327"/>
                    <a:pt x="12953" y="1250"/>
                    <a:pt x="12516" y="1250"/>
                  </a:cubicBezTo>
                  <a:cubicBezTo>
                    <a:pt x="12496" y="1250"/>
                    <a:pt x="12475" y="1250"/>
                    <a:pt x="12454" y="1251"/>
                  </a:cubicBezTo>
                  <a:cubicBezTo>
                    <a:pt x="12218" y="1251"/>
                    <a:pt x="11982" y="1266"/>
                    <a:pt x="11745" y="1304"/>
                  </a:cubicBezTo>
                  <a:lnTo>
                    <a:pt x="11662" y="1228"/>
                  </a:lnTo>
                  <a:cubicBezTo>
                    <a:pt x="11631" y="1197"/>
                    <a:pt x="11601" y="1167"/>
                    <a:pt x="11570" y="1136"/>
                  </a:cubicBezTo>
                  <a:cubicBezTo>
                    <a:pt x="11517" y="1075"/>
                    <a:pt x="11479" y="999"/>
                    <a:pt x="11448" y="923"/>
                  </a:cubicBezTo>
                  <a:cubicBezTo>
                    <a:pt x="11418" y="847"/>
                    <a:pt x="11402" y="771"/>
                    <a:pt x="11395" y="687"/>
                  </a:cubicBezTo>
                  <a:cubicBezTo>
                    <a:pt x="11387" y="610"/>
                    <a:pt x="11395" y="534"/>
                    <a:pt x="11433" y="458"/>
                  </a:cubicBezTo>
                  <a:cubicBezTo>
                    <a:pt x="11471" y="382"/>
                    <a:pt x="11532" y="321"/>
                    <a:pt x="11608" y="283"/>
                  </a:cubicBezTo>
                  <a:cubicBezTo>
                    <a:pt x="11654" y="252"/>
                    <a:pt x="11707" y="245"/>
                    <a:pt x="11761" y="245"/>
                  </a:cubicBezTo>
                  <a:cubicBezTo>
                    <a:pt x="11791" y="245"/>
                    <a:pt x="11829" y="252"/>
                    <a:pt x="11860" y="267"/>
                  </a:cubicBezTo>
                  <a:cubicBezTo>
                    <a:pt x="11936" y="298"/>
                    <a:pt x="11966" y="382"/>
                    <a:pt x="11944" y="458"/>
                  </a:cubicBezTo>
                  <a:cubicBezTo>
                    <a:pt x="11921" y="542"/>
                    <a:pt x="11875" y="618"/>
                    <a:pt x="11814" y="679"/>
                  </a:cubicBezTo>
                  <a:lnTo>
                    <a:pt x="11844" y="710"/>
                  </a:lnTo>
                  <a:cubicBezTo>
                    <a:pt x="11921" y="649"/>
                    <a:pt x="11982" y="565"/>
                    <a:pt x="12020" y="473"/>
                  </a:cubicBezTo>
                  <a:cubicBezTo>
                    <a:pt x="12065" y="367"/>
                    <a:pt x="12020" y="245"/>
                    <a:pt x="11928" y="191"/>
                  </a:cubicBezTo>
                  <a:cubicBezTo>
                    <a:pt x="11867" y="161"/>
                    <a:pt x="11806" y="146"/>
                    <a:pt x="11738" y="146"/>
                  </a:cubicBezTo>
                  <a:cubicBezTo>
                    <a:pt x="11677" y="146"/>
                    <a:pt x="11608" y="161"/>
                    <a:pt x="11547" y="184"/>
                  </a:cubicBezTo>
                  <a:cubicBezTo>
                    <a:pt x="11448" y="229"/>
                    <a:pt x="11357" y="306"/>
                    <a:pt x="11296" y="405"/>
                  </a:cubicBezTo>
                  <a:cubicBezTo>
                    <a:pt x="11242" y="489"/>
                    <a:pt x="11212" y="588"/>
                    <a:pt x="11212" y="687"/>
                  </a:cubicBezTo>
                  <a:cubicBezTo>
                    <a:pt x="11212" y="786"/>
                    <a:pt x="11227" y="877"/>
                    <a:pt x="11265" y="969"/>
                  </a:cubicBezTo>
                  <a:cubicBezTo>
                    <a:pt x="11303" y="1068"/>
                    <a:pt x="11364" y="1159"/>
                    <a:pt x="11441" y="1220"/>
                  </a:cubicBezTo>
                  <a:cubicBezTo>
                    <a:pt x="11486" y="1258"/>
                    <a:pt x="11540" y="1281"/>
                    <a:pt x="11593" y="1304"/>
                  </a:cubicBezTo>
                  <a:lnTo>
                    <a:pt x="11616" y="1319"/>
                  </a:lnTo>
                  <a:cubicBezTo>
                    <a:pt x="11486" y="1334"/>
                    <a:pt x="11349" y="1357"/>
                    <a:pt x="11212" y="1388"/>
                  </a:cubicBezTo>
                  <a:cubicBezTo>
                    <a:pt x="11044" y="1350"/>
                    <a:pt x="10892" y="1281"/>
                    <a:pt x="10747" y="1190"/>
                  </a:cubicBezTo>
                  <a:lnTo>
                    <a:pt x="10648" y="1113"/>
                  </a:lnTo>
                  <a:cubicBezTo>
                    <a:pt x="10511" y="1022"/>
                    <a:pt x="10381" y="923"/>
                    <a:pt x="10259" y="816"/>
                  </a:cubicBezTo>
                  <a:cubicBezTo>
                    <a:pt x="10213" y="771"/>
                    <a:pt x="10160" y="725"/>
                    <a:pt x="10114" y="679"/>
                  </a:cubicBezTo>
                  <a:cubicBezTo>
                    <a:pt x="10015" y="588"/>
                    <a:pt x="9909" y="481"/>
                    <a:pt x="9794" y="389"/>
                  </a:cubicBezTo>
                  <a:cubicBezTo>
                    <a:pt x="9710" y="321"/>
                    <a:pt x="9619" y="260"/>
                    <a:pt x="9520" y="207"/>
                  </a:cubicBezTo>
                  <a:cubicBezTo>
                    <a:pt x="9420" y="160"/>
                    <a:pt x="9314" y="137"/>
                    <a:pt x="9207" y="137"/>
                  </a:cubicBezTo>
                  <a:cubicBezTo>
                    <a:pt x="9192" y="137"/>
                    <a:pt x="9177" y="137"/>
                    <a:pt x="9162" y="138"/>
                  </a:cubicBezTo>
                  <a:lnTo>
                    <a:pt x="9162" y="176"/>
                  </a:lnTo>
                  <a:lnTo>
                    <a:pt x="9177" y="176"/>
                  </a:lnTo>
                  <a:cubicBezTo>
                    <a:pt x="9284" y="176"/>
                    <a:pt x="9390" y="207"/>
                    <a:pt x="9482" y="260"/>
                  </a:cubicBezTo>
                  <a:cubicBezTo>
                    <a:pt x="9566" y="313"/>
                    <a:pt x="9649" y="374"/>
                    <a:pt x="9726" y="450"/>
                  </a:cubicBezTo>
                  <a:cubicBezTo>
                    <a:pt x="9825" y="549"/>
                    <a:pt x="9916" y="656"/>
                    <a:pt x="10008" y="763"/>
                  </a:cubicBezTo>
                  <a:cubicBezTo>
                    <a:pt x="10053" y="809"/>
                    <a:pt x="10092" y="854"/>
                    <a:pt x="10130" y="900"/>
                  </a:cubicBezTo>
                  <a:lnTo>
                    <a:pt x="10198" y="969"/>
                  </a:lnTo>
                  <a:cubicBezTo>
                    <a:pt x="10305" y="1121"/>
                    <a:pt x="10450" y="1243"/>
                    <a:pt x="10610" y="1334"/>
                  </a:cubicBezTo>
                  <a:cubicBezTo>
                    <a:pt x="10709" y="1388"/>
                    <a:pt x="10823" y="1426"/>
                    <a:pt x="10930" y="1449"/>
                  </a:cubicBezTo>
                  <a:cubicBezTo>
                    <a:pt x="10739" y="1495"/>
                    <a:pt x="10549" y="1548"/>
                    <a:pt x="10358" y="1601"/>
                  </a:cubicBezTo>
                  <a:cubicBezTo>
                    <a:pt x="9710" y="1373"/>
                    <a:pt x="9345" y="938"/>
                    <a:pt x="9002" y="466"/>
                  </a:cubicBezTo>
                  <a:cubicBezTo>
                    <a:pt x="8765" y="153"/>
                    <a:pt x="8415" y="1"/>
                    <a:pt x="79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2" name="Google Shape;2172;p14"/>
          <p:cNvSpPr txBox="1">
            <a:spLocks noGrp="1"/>
          </p:cNvSpPr>
          <p:nvPr>
            <p:ph type="title" hasCustomPrompt="1"/>
          </p:nvPr>
        </p:nvSpPr>
        <p:spPr>
          <a:xfrm>
            <a:off x="4950000" y="1472679"/>
            <a:ext cx="3130200" cy="4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73" name="Google Shape;2173;p14"/>
          <p:cNvSpPr txBox="1">
            <a:spLocks noGrp="1"/>
          </p:cNvSpPr>
          <p:nvPr>
            <p:ph type="subTitle" idx="1"/>
          </p:nvPr>
        </p:nvSpPr>
        <p:spPr>
          <a:xfrm>
            <a:off x="4950000" y="1958654"/>
            <a:ext cx="3130200" cy="5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74" name="Google Shape;2174;p14"/>
          <p:cNvSpPr txBox="1">
            <a:spLocks noGrp="1"/>
          </p:cNvSpPr>
          <p:nvPr>
            <p:ph type="title" idx="2" hasCustomPrompt="1"/>
          </p:nvPr>
        </p:nvSpPr>
        <p:spPr>
          <a:xfrm>
            <a:off x="4950000" y="3624879"/>
            <a:ext cx="3130200" cy="4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75" name="Google Shape;2175;p14"/>
          <p:cNvSpPr txBox="1">
            <a:spLocks noGrp="1"/>
          </p:cNvSpPr>
          <p:nvPr>
            <p:ph type="subTitle" idx="3"/>
          </p:nvPr>
        </p:nvSpPr>
        <p:spPr>
          <a:xfrm>
            <a:off x="4950000" y="4110279"/>
            <a:ext cx="3130200" cy="5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76" name="Google Shape;2176;p14"/>
          <p:cNvSpPr txBox="1">
            <a:spLocks noGrp="1"/>
          </p:cNvSpPr>
          <p:nvPr>
            <p:ph type="title" idx="4" hasCustomPrompt="1"/>
          </p:nvPr>
        </p:nvSpPr>
        <p:spPr>
          <a:xfrm>
            <a:off x="1063800" y="1472679"/>
            <a:ext cx="3130200" cy="4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77" name="Google Shape;2177;p14"/>
          <p:cNvSpPr txBox="1">
            <a:spLocks noGrp="1"/>
          </p:cNvSpPr>
          <p:nvPr>
            <p:ph type="subTitle" idx="5"/>
          </p:nvPr>
        </p:nvSpPr>
        <p:spPr>
          <a:xfrm>
            <a:off x="1063800" y="1958654"/>
            <a:ext cx="3130200" cy="5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78" name="Google Shape;2178;p14"/>
          <p:cNvSpPr txBox="1">
            <a:spLocks noGrp="1"/>
          </p:cNvSpPr>
          <p:nvPr>
            <p:ph type="title" idx="6" hasCustomPrompt="1"/>
          </p:nvPr>
        </p:nvSpPr>
        <p:spPr>
          <a:xfrm>
            <a:off x="1063800" y="3624879"/>
            <a:ext cx="3130200" cy="4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79" name="Google Shape;2179;p14"/>
          <p:cNvSpPr txBox="1">
            <a:spLocks noGrp="1"/>
          </p:cNvSpPr>
          <p:nvPr>
            <p:ph type="subTitle" idx="7"/>
          </p:nvPr>
        </p:nvSpPr>
        <p:spPr>
          <a:xfrm>
            <a:off x="1063800" y="4110279"/>
            <a:ext cx="3130200" cy="5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8" name="Google Shape;3698;p24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10800000" flipH="1"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99" name="Google Shape;3699;p24"/>
          <p:cNvGrpSpPr/>
          <p:nvPr/>
        </p:nvGrpSpPr>
        <p:grpSpPr>
          <a:xfrm>
            <a:off x="371748" y="295950"/>
            <a:ext cx="8412661" cy="198675"/>
            <a:chOff x="371748" y="295950"/>
            <a:chExt cx="8412661" cy="198675"/>
          </a:xfrm>
        </p:grpSpPr>
        <p:sp>
          <p:nvSpPr>
            <p:cNvPr id="3700" name="Google Shape;3700;p24"/>
            <p:cNvSpPr/>
            <p:nvPr/>
          </p:nvSpPr>
          <p:spPr>
            <a:xfrm>
              <a:off x="8686802" y="361460"/>
              <a:ext cx="97607" cy="94146"/>
            </a:xfrm>
            <a:custGeom>
              <a:avLst/>
              <a:gdLst/>
              <a:ahLst/>
              <a:cxnLst/>
              <a:rect l="l" t="t" r="r" b="b"/>
              <a:pathLst>
                <a:path w="987" h="952" extrusionOk="0">
                  <a:moveTo>
                    <a:pt x="458" y="1"/>
                  </a:moveTo>
                  <a:cubicBezTo>
                    <a:pt x="170" y="1"/>
                    <a:pt x="209" y="196"/>
                    <a:pt x="337" y="361"/>
                  </a:cubicBezTo>
                  <a:lnTo>
                    <a:pt x="337" y="361"/>
                  </a:lnTo>
                  <a:cubicBezTo>
                    <a:pt x="441" y="249"/>
                    <a:pt x="570" y="155"/>
                    <a:pt x="687" y="120"/>
                  </a:cubicBezTo>
                  <a:lnTo>
                    <a:pt x="687" y="120"/>
                  </a:lnTo>
                  <a:cubicBezTo>
                    <a:pt x="634" y="48"/>
                    <a:pt x="558" y="1"/>
                    <a:pt x="458" y="1"/>
                  </a:cubicBezTo>
                  <a:close/>
                  <a:moveTo>
                    <a:pt x="780" y="104"/>
                  </a:moveTo>
                  <a:cubicBezTo>
                    <a:pt x="750" y="104"/>
                    <a:pt x="719" y="110"/>
                    <a:pt x="687" y="120"/>
                  </a:cubicBezTo>
                  <a:lnTo>
                    <a:pt x="687" y="120"/>
                  </a:lnTo>
                  <a:cubicBezTo>
                    <a:pt x="745" y="200"/>
                    <a:pt x="775" y="312"/>
                    <a:pt x="775" y="423"/>
                  </a:cubicBezTo>
                  <a:cubicBezTo>
                    <a:pt x="775" y="538"/>
                    <a:pt x="730" y="583"/>
                    <a:pt x="666" y="583"/>
                  </a:cubicBezTo>
                  <a:cubicBezTo>
                    <a:pt x="569" y="583"/>
                    <a:pt x="429" y="480"/>
                    <a:pt x="337" y="361"/>
                  </a:cubicBezTo>
                  <a:lnTo>
                    <a:pt x="337" y="361"/>
                  </a:lnTo>
                  <a:cubicBezTo>
                    <a:pt x="105" y="610"/>
                    <a:pt x="1" y="952"/>
                    <a:pt x="458" y="952"/>
                  </a:cubicBezTo>
                  <a:cubicBezTo>
                    <a:pt x="775" y="952"/>
                    <a:pt x="986" y="740"/>
                    <a:pt x="986" y="423"/>
                  </a:cubicBezTo>
                  <a:cubicBezTo>
                    <a:pt x="986" y="192"/>
                    <a:pt x="899" y="104"/>
                    <a:pt x="780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24"/>
            <p:cNvSpPr/>
            <p:nvPr/>
          </p:nvSpPr>
          <p:spPr>
            <a:xfrm>
              <a:off x="37174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2" name="Google Shape;3702;p24"/>
            <p:cNvGrpSpPr/>
            <p:nvPr/>
          </p:nvGrpSpPr>
          <p:grpSpPr>
            <a:xfrm>
              <a:off x="504825" y="295950"/>
              <a:ext cx="8122726" cy="198675"/>
              <a:chOff x="504825" y="298750"/>
              <a:chExt cx="8122726" cy="198675"/>
            </a:xfrm>
          </p:grpSpPr>
          <p:grpSp>
            <p:nvGrpSpPr>
              <p:cNvPr id="3703" name="Google Shape;3703;p24"/>
              <p:cNvGrpSpPr/>
              <p:nvPr/>
            </p:nvGrpSpPr>
            <p:grpSpPr>
              <a:xfrm>
                <a:off x="504825" y="298750"/>
                <a:ext cx="8122726" cy="198675"/>
                <a:chOff x="9017419" y="539512"/>
                <a:chExt cx="5210550" cy="198675"/>
              </a:xfrm>
            </p:grpSpPr>
            <p:sp>
              <p:nvSpPr>
                <p:cNvPr id="3704" name="Google Shape;3704;p24"/>
                <p:cNvSpPr/>
                <p:nvPr/>
              </p:nvSpPr>
              <p:spPr>
                <a:xfrm>
                  <a:off x="9038813" y="685962"/>
                  <a:ext cx="5150745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20" h="107" extrusionOk="0">
                      <a:moveTo>
                        <a:pt x="1" y="0"/>
                      </a:moveTo>
                      <a:lnTo>
                        <a:pt x="1" y="106"/>
                      </a:lnTo>
                      <a:lnTo>
                        <a:pt x="41319" y="106"/>
                      </a:lnTo>
                      <a:lnTo>
                        <a:pt x="4131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5" name="Google Shape;3705;p24"/>
                <p:cNvSpPr/>
                <p:nvPr/>
              </p:nvSpPr>
              <p:spPr>
                <a:xfrm>
                  <a:off x="96043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6" name="Google Shape;3706;p24"/>
                <p:cNvSpPr/>
                <p:nvPr/>
              </p:nvSpPr>
              <p:spPr>
                <a:xfrm>
                  <a:off x="967738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7" name="Google Shape;3707;p24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8" name="Google Shape;3708;p24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9" name="Google Shape;3709;p24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0" name="Google Shape;3710;p24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1" name="Google Shape;3711;p24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2" name="Google Shape;3712;p24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3" name="Google Shape;3713;p24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4" name="Google Shape;3714;p24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5" name="Google Shape;3715;p24"/>
                <p:cNvSpPr/>
                <p:nvPr/>
              </p:nvSpPr>
              <p:spPr>
                <a:xfrm>
                  <a:off x="10283499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6" name="Google Shape;3716;p24"/>
                <p:cNvSpPr/>
                <p:nvPr/>
              </p:nvSpPr>
              <p:spPr>
                <a:xfrm>
                  <a:off x="103462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7" name="Google Shape;3717;p24"/>
                <p:cNvSpPr/>
                <p:nvPr/>
              </p:nvSpPr>
              <p:spPr>
                <a:xfrm>
                  <a:off x="10419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8" name="Google Shape;3718;p24"/>
                <p:cNvSpPr/>
                <p:nvPr/>
              </p:nvSpPr>
              <p:spPr>
                <a:xfrm>
                  <a:off x="10482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9" name="Google Shape;3719;p24"/>
                <p:cNvSpPr/>
                <p:nvPr/>
              </p:nvSpPr>
              <p:spPr>
                <a:xfrm>
                  <a:off x="105552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0" name="Google Shape;3720;p24"/>
                <p:cNvSpPr/>
                <p:nvPr/>
              </p:nvSpPr>
              <p:spPr>
                <a:xfrm>
                  <a:off x="10617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1" name="Google Shape;3721;p24"/>
                <p:cNvSpPr/>
                <p:nvPr/>
              </p:nvSpPr>
              <p:spPr>
                <a:xfrm>
                  <a:off x="106911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2" name="Google Shape;3722;p24"/>
                <p:cNvSpPr/>
                <p:nvPr/>
              </p:nvSpPr>
              <p:spPr>
                <a:xfrm>
                  <a:off x="107538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3" name="Google Shape;3723;p24"/>
                <p:cNvSpPr/>
                <p:nvPr/>
              </p:nvSpPr>
              <p:spPr>
                <a:xfrm>
                  <a:off x="10826913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4" name="Google Shape;3724;p24"/>
                <p:cNvSpPr/>
                <p:nvPr/>
              </p:nvSpPr>
              <p:spPr>
                <a:xfrm>
                  <a:off x="1088971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5" name="Google Shape;3725;p24"/>
                <p:cNvSpPr/>
                <p:nvPr/>
              </p:nvSpPr>
              <p:spPr>
                <a:xfrm>
                  <a:off x="1096279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6" name="Google Shape;3726;p24"/>
                <p:cNvSpPr/>
                <p:nvPr/>
              </p:nvSpPr>
              <p:spPr>
                <a:xfrm>
                  <a:off x="11025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7" name="Google Shape;3727;p24"/>
                <p:cNvSpPr/>
                <p:nvPr/>
              </p:nvSpPr>
              <p:spPr>
                <a:xfrm>
                  <a:off x="110986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8" name="Google Shape;3728;p24"/>
                <p:cNvSpPr/>
                <p:nvPr/>
              </p:nvSpPr>
              <p:spPr>
                <a:xfrm>
                  <a:off x="1116136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9" name="Google Shape;3729;p24"/>
                <p:cNvSpPr/>
                <p:nvPr/>
              </p:nvSpPr>
              <p:spPr>
                <a:xfrm>
                  <a:off x="1123454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0" name="Google Shape;3730;p24"/>
                <p:cNvSpPr/>
                <p:nvPr/>
              </p:nvSpPr>
              <p:spPr>
                <a:xfrm>
                  <a:off x="1129724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1" name="Google Shape;3731;p24"/>
                <p:cNvSpPr/>
                <p:nvPr/>
              </p:nvSpPr>
              <p:spPr>
                <a:xfrm>
                  <a:off x="11370327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2" name="Google Shape;3732;p24"/>
                <p:cNvSpPr/>
                <p:nvPr/>
              </p:nvSpPr>
              <p:spPr>
                <a:xfrm>
                  <a:off x="1143312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3" name="Google Shape;3733;p24"/>
                <p:cNvSpPr/>
                <p:nvPr/>
              </p:nvSpPr>
              <p:spPr>
                <a:xfrm>
                  <a:off x="1150620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4" name="Google Shape;3734;p24"/>
                <p:cNvSpPr/>
                <p:nvPr/>
              </p:nvSpPr>
              <p:spPr>
                <a:xfrm>
                  <a:off x="1156890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5" name="Google Shape;3735;p24"/>
                <p:cNvSpPr/>
                <p:nvPr/>
              </p:nvSpPr>
              <p:spPr>
                <a:xfrm>
                  <a:off x="1164208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6" name="Google Shape;3736;p24"/>
                <p:cNvSpPr/>
                <p:nvPr/>
              </p:nvSpPr>
              <p:spPr>
                <a:xfrm>
                  <a:off x="1170478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7" name="Google Shape;3737;p24"/>
                <p:cNvSpPr/>
                <p:nvPr/>
              </p:nvSpPr>
              <p:spPr>
                <a:xfrm>
                  <a:off x="1177796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8" name="Google Shape;3738;p24"/>
                <p:cNvSpPr/>
                <p:nvPr/>
              </p:nvSpPr>
              <p:spPr>
                <a:xfrm>
                  <a:off x="1184066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9" name="Google Shape;3739;p24"/>
                <p:cNvSpPr/>
                <p:nvPr/>
              </p:nvSpPr>
              <p:spPr>
                <a:xfrm>
                  <a:off x="1191374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0" name="Google Shape;3740;p24"/>
                <p:cNvSpPr/>
                <p:nvPr/>
              </p:nvSpPr>
              <p:spPr>
                <a:xfrm>
                  <a:off x="11976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1" name="Google Shape;3741;p24"/>
                <p:cNvSpPr/>
                <p:nvPr/>
              </p:nvSpPr>
              <p:spPr>
                <a:xfrm>
                  <a:off x="120496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2" name="Google Shape;3742;p24"/>
                <p:cNvSpPr/>
                <p:nvPr/>
              </p:nvSpPr>
              <p:spPr>
                <a:xfrm>
                  <a:off x="1211231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3" name="Google Shape;3743;p24"/>
                <p:cNvSpPr/>
                <p:nvPr/>
              </p:nvSpPr>
              <p:spPr>
                <a:xfrm>
                  <a:off x="1218549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4" name="Google Shape;3744;p24"/>
                <p:cNvSpPr/>
                <p:nvPr/>
              </p:nvSpPr>
              <p:spPr>
                <a:xfrm>
                  <a:off x="122481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5" name="Google Shape;3745;p24"/>
                <p:cNvSpPr/>
                <p:nvPr/>
              </p:nvSpPr>
              <p:spPr>
                <a:xfrm>
                  <a:off x="12321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6" name="Google Shape;3746;p24"/>
                <p:cNvSpPr/>
                <p:nvPr/>
              </p:nvSpPr>
              <p:spPr>
                <a:xfrm>
                  <a:off x="12384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7" name="Google Shape;3747;p24"/>
                <p:cNvSpPr/>
                <p:nvPr/>
              </p:nvSpPr>
              <p:spPr>
                <a:xfrm>
                  <a:off x="124571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8" name="Google Shape;3748;p24"/>
                <p:cNvSpPr/>
                <p:nvPr/>
              </p:nvSpPr>
              <p:spPr>
                <a:xfrm>
                  <a:off x="12519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9" name="Google Shape;3749;p24"/>
                <p:cNvSpPr/>
                <p:nvPr/>
              </p:nvSpPr>
              <p:spPr>
                <a:xfrm>
                  <a:off x="125930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0" name="Google Shape;3750;p24"/>
                <p:cNvSpPr/>
                <p:nvPr/>
              </p:nvSpPr>
              <p:spPr>
                <a:xfrm>
                  <a:off x="126557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1" name="Google Shape;3751;p24"/>
                <p:cNvSpPr/>
                <p:nvPr/>
              </p:nvSpPr>
              <p:spPr>
                <a:xfrm>
                  <a:off x="1272891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2" name="Google Shape;3752;p24"/>
                <p:cNvSpPr/>
                <p:nvPr/>
              </p:nvSpPr>
              <p:spPr>
                <a:xfrm>
                  <a:off x="1279161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3" name="Google Shape;3753;p24"/>
                <p:cNvSpPr/>
                <p:nvPr/>
              </p:nvSpPr>
              <p:spPr>
                <a:xfrm>
                  <a:off x="1286479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4" name="Google Shape;3754;p24"/>
                <p:cNvSpPr/>
                <p:nvPr/>
              </p:nvSpPr>
              <p:spPr>
                <a:xfrm>
                  <a:off x="12927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5" name="Google Shape;3755;p24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6" name="Google Shape;3756;p24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7" name="Google Shape;3757;p24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8" name="Google Shape;3758;p24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9" name="Google Shape;3759;p24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0" name="Google Shape;3760;p24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1" name="Google Shape;3761;p24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2" name="Google Shape;3762;p24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3" name="Google Shape;3763;p24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4" name="Google Shape;3764;p24"/>
                <p:cNvSpPr/>
                <p:nvPr/>
              </p:nvSpPr>
              <p:spPr>
                <a:xfrm>
                  <a:off x="136067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5" name="Google Shape;3765;p24"/>
                <p:cNvSpPr/>
                <p:nvPr/>
              </p:nvSpPr>
              <p:spPr>
                <a:xfrm>
                  <a:off x="9017419" y="539512"/>
                  <a:ext cx="5210550" cy="3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318" extrusionOk="0">
                      <a:moveTo>
                        <a:pt x="212" y="1"/>
                      </a:moveTo>
                      <a:cubicBezTo>
                        <a:pt x="1" y="1"/>
                        <a:pt x="1" y="212"/>
                        <a:pt x="212" y="318"/>
                      </a:cubicBezTo>
                      <a:lnTo>
                        <a:pt x="41530" y="318"/>
                      </a:lnTo>
                      <a:cubicBezTo>
                        <a:pt x="41741" y="318"/>
                        <a:pt x="41741" y="1"/>
                        <a:pt x="415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6" name="Google Shape;3766;p24"/>
                <p:cNvSpPr/>
                <p:nvPr/>
              </p:nvSpPr>
              <p:spPr>
                <a:xfrm>
                  <a:off x="9017419" y="717222"/>
                  <a:ext cx="5210550" cy="2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212" extrusionOk="0">
                      <a:moveTo>
                        <a:pt x="212" y="0"/>
                      </a:moveTo>
                      <a:cubicBezTo>
                        <a:pt x="1" y="0"/>
                        <a:pt x="1" y="211"/>
                        <a:pt x="212" y="211"/>
                      </a:cubicBezTo>
                      <a:lnTo>
                        <a:pt x="41530" y="211"/>
                      </a:lnTo>
                      <a:cubicBezTo>
                        <a:pt x="41741" y="211"/>
                        <a:pt x="41741" y="0"/>
                        <a:pt x="415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67" name="Google Shape;3767;p24"/>
              <p:cNvGrpSpPr/>
              <p:nvPr/>
            </p:nvGrpSpPr>
            <p:grpSpPr>
              <a:xfrm>
                <a:off x="569351" y="371931"/>
                <a:ext cx="831096" cy="73279"/>
                <a:chOff x="9740085" y="612693"/>
                <a:chExt cx="533129" cy="73279"/>
              </a:xfrm>
            </p:grpSpPr>
            <p:sp>
              <p:nvSpPr>
                <p:cNvPr id="3768" name="Google Shape;3768;p24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9" name="Google Shape;3769;p24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0" name="Google Shape;3770;p24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1" name="Google Shape;3771;p24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2" name="Google Shape;3772;p24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3" name="Google Shape;3773;p24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4" name="Google Shape;3774;p24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5" name="Google Shape;3775;p24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776" name="Google Shape;3776;p24"/>
              <p:cNvGrpSpPr/>
              <p:nvPr/>
            </p:nvGrpSpPr>
            <p:grpSpPr>
              <a:xfrm>
                <a:off x="7658325" y="371931"/>
                <a:ext cx="945022" cy="73279"/>
                <a:chOff x="13000570" y="612693"/>
                <a:chExt cx="606211" cy="73279"/>
              </a:xfrm>
            </p:grpSpPr>
            <p:sp>
              <p:nvSpPr>
                <p:cNvPr id="3777" name="Google Shape;3777;p24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8" name="Google Shape;3778;p24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9" name="Google Shape;3779;p24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0" name="Google Shape;3780;p24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1" name="Google Shape;3781;p24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2" name="Google Shape;3782;p24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3" name="Google Shape;3783;p24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4" name="Google Shape;3784;p24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5" name="Google Shape;3785;p24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786" name="Google Shape;3786;p24"/>
          <p:cNvGrpSpPr/>
          <p:nvPr/>
        </p:nvGrpSpPr>
        <p:grpSpPr>
          <a:xfrm>
            <a:off x="370363" y="4648875"/>
            <a:ext cx="8414046" cy="198675"/>
            <a:chOff x="370363" y="4648875"/>
            <a:chExt cx="8414046" cy="198675"/>
          </a:xfrm>
        </p:grpSpPr>
        <p:sp>
          <p:nvSpPr>
            <p:cNvPr id="3787" name="Google Shape;3787;p24"/>
            <p:cNvSpPr/>
            <p:nvPr/>
          </p:nvSpPr>
          <p:spPr>
            <a:xfrm>
              <a:off x="8685319" y="4708775"/>
              <a:ext cx="99090" cy="104628"/>
            </a:xfrm>
            <a:custGeom>
              <a:avLst/>
              <a:gdLst/>
              <a:ahLst/>
              <a:cxnLst/>
              <a:rect l="l" t="t" r="r" b="b"/>
              <a:pathLst>
                <a:path w="1002" h="1058" extrusionOk="0">
                  <a:moveTo>
                    <a:pt x="473" y="1"/>
                  </a:moveTo>
                  <a:cubicBezTo>
                    <a:pt x="168" y="1"/>
                    <a:pt x="229" y="220"/>
                    <a:pt x="375" y="390"/>
                  </a:cubicBezTo>
                  <a:lnTo>
                    <a:pt x="375" y="390"/>
                  </a:lnTo>
                  <a:cubicBezTo>
                    <a:pt x="479" y="274"/>
                    <a:pt x="603" y="178"/>
                    <a:pt x="714" y="138"/>
                  </a:cubicBezTo>
                  <a:lnTo>
                    <a:pt x="714" y="138"/>
                  </a:lnTo>
                  <a:cubicBezTo>
                    <a:pt x="661" y="56"/>
                    <a:pt x="581" y="1"/>
                    <a:pt x="473" y="1"/>
                  </a:cubicBezTo>
                  <a:close/>
                  <a:moveTo>
                    <a:pt x="813" y="120"/>
                  </a:moveTo>
                  <a:cubicBezTo>
                    <a:pt x="782" y="120"/>
                    <a:pt x="749" y="126"/>
                    <a:pt x="714" y="138"/>
                  </a:cubicBezTo>
                  <a:lnTo>
                    <a:pt x="714" y="138"/>
                  </a:lnTo>
                  <a:cubicBezTo>
                    <a:pt x="765" y="217"/>
                    <a:pt x="790" y="320"/>
                    <a:pt x="790" y="423"/>
                  </a:cubicBezTo>
                  <a:cubicBezTo>
                    <a:pt x="790" y="538"/>
                    <a:pt x="745" y="583"/>
                    <a:pt x="681" y="583"/>
                  </a:cubicBezTo>
                  <a:cubicBezTo>
                    <a:pt x="592" y="583"/>
                    <a:pt x="467" y="496"/>
                    <a:pt x="375" y="390"/>
                  </a:cubicBezTo>
                  <a:lnTo>
                    <a:pt x="375" y="390"/>
                  </a:lnTo>
                  <a:cubicBezTo>
                    <a:pt x="128" y="667"/>
                    <a:pt x="1" y="1057"/>
                    <a:pt x="473" y="1057"/>
                  </a:cubicBezTo>
                  <a:cubicBezTo>
                    <a:pt x="790" y="1057"/>
                    <a:pt x="1001" y="740"/>
                    <a:pt x="1001" y="423"/>
                  </a:cubicBezTo>
                  <a:cubicBezTo>
                    <a:pt x="1001" y="204"/>
                    <a:pt x="922" y="120"/>
                    <a:pt x="81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24"/>
            <p:cNvSpPr/>
            <p:nvPr/>
          </p:nvSpPr>
          <p:spPr>
            <a:xfrm>
              <a:off x="370363" y="4708775"/>
              <a:ext cx="104332" cy="104628"/>
            </a:xfrm>
            <a:custGeom>
              <a:avLst/>
              <a:gdLst/>
              <a:ahLst/>
              <a:cxnLst/>
              <a:rect l="l" t="t" r="r" b="b"/>
              <a:pathLst>
                <a:path w="1055" h="1058" extrusionOk="0">
                  <a:moveTo>
                    <a:pt x="420" y="1"/>
                  </a:moveTo>
                  <a:cubicBezTo>
                    <a:pt x="166" y="1"/>
                    <a:pt x="254" y="221"/>
                    <a:pt x="414" y="390"/>
                  </a:cubicBezTo>
                  <a:lnTo>
                    <a:pt x="414" y="390"/>
                  </a:lnTo>
                  <a:cubicBezTo>
                    <a:pt x="512" y="286"/>
                    <a:pt x="625" y="198"/>
                    <a:pt x="729" y="152"/>
                  </a:cubicBezTo>
                  <a:lnTo>
                    <a:pt x="729" y="152"/>
                  </a:lnTo>
                  <a:cubicBezTo>
                    <a:pt x="648" y="62"/>
                    <a:pt x="534" y="1"/>
                    <a:pt x="420" y="1"/>
                  </a:cubicBezTo>
                  <a:close/>
                  <a:moveTo>
                    <a:pt x="865" y="120"/>
                  </a:moveTo>
                  <a:cubicBezTo>
                    <a:pt x="823" y="120"/>
                    <a:pt x="777" y="131"/>
                    <a:pt x="729" y="152"/>
                  </a:cubicBezTo>
                  <a:lnTo>
                    <a:pt x="729" y="152"/>
                  </a:lnTo>
                  <a:cubicBezTo>
                    <a:pt x="798" y="229"/>
                    <a:pt x="843" y="326"/>
                    <a:pt x="843" y="423"/>
                  </a:cubicBezTo>
                  <a:cubicBezTo>
                    <a:pt x="843" y="538"/>
                    <a:pt x="798" y="583"/>
                    <a:pt x="733" y="583"/>
                  </a:cubicBezTo>
                  <a:cubicBezTo>
                    <a:pt x="643" y="583"/>
                    <a:pt x="514" y="497"/>
                    <a:pt x="414" y="390"/>
                  </a:cubicBezTo>
                  <a:lnTo>
                    <a:pt x="414" y="390"/>
                  </a:lnTo>
                  <a:cubicBezTo>
                    <a:pt x="154" y="667"/>
                    <a:pt x="1" y="1057"/>
                    <a:pt x="420" y="1057"/>
                  </a:cubicBezTo>
                  <a:cubicBezTo>
                    <a:pt x="737" y="1057"/>
                    <a:pt x="1054" y="740"/>
                    <a:pt x="1054" y="423"/>
                  </a:cubicBezTo>
                  <a:cubicBezTo>
                    <a:pt x="1054" y="204"/>
                    <a:pt x="975" y="120"/>
                    <a:pt x="865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89" name="Google Shape;3789;p24"/>
            <p:cNvGrpSpPr/>
            <p:nvPr/>
          </p:nvGrpSpPr>
          <p:grpSpPr>
            <a:xfrm>
              <a:off x="504825" y="4648875"/>
              <a:ext cx="8122726" cy="198675"/>
              <a:chOff x="504825" y="298750"/>
              <a:chExt cx="8122726" cy="198675"/>
            </a:xfrm>
          </p:grpSpPr>
          <p:grpSp>
            <p:nvGrpSpPr>
              <p:cNvPr id="3790" name="Google Shape;3790;p24"/>
              <p:cNvGrpSpPr/>
              <p:nvPr/>
            </p:nvGrpSpPr>
            <p:grpSpPr>
              <a:xfrm>
                <a:off x="504825" y="298750"/>
                <a:ext cx="8122726" cy="198675"/>
                <a:chOff x="9017419" y="539512"/>
                <a:chExt cx="5210550" cy="198675"/>
              </a:xfrm>
            </p:grpSpPr>
            <p:sp>
              <p:nvSpPr>
                <p:cNvPr id="3791" name="Google Shape;3791;p24"/>
                <p:cNvSpPr/>
                <p:nvPr/>
              </p:nvSpPr>
              <p:spPr>
                <a:xfrm>
                  <a:off x="9038813" y="685962"/>
                  <a:ext cx="5150745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20" h="107" extrusionOk="0">
                      <a:moveTo>
                        <a:pt x="1" y="0"/>
                      </a:moveTo>
                      <a:lnTo>
                        <a:pt x="1" y="106"/>
                      </a:lnTo>
                      <a:lnTo>
                        <a:pt x="41319" y="106"/>
                      </a:lnTo>
                      <a:lnTo>
                        <a:pt x="4131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2" name="Google Shape;3792;p24"/>
                <p:cNvSpPr/>
                <p:nvPr/>
              </p:nvSpPr>
              <p:spPr>
                <a:xfrm>
                  <a:off x="96043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3" name="Google Shape;3793;p24"/>
                <p:cNvSpPr/>
                <p:nvPr/>
              </p:nvSpPr>
              <p:spPr>
                <a:xfrm>
                  <a:off x="967738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4" name="Google Shape;3794;p24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5" name="Google Shape;3795;p24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6" name="Google Shape;3796;p24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7" name="Google Shape;3797;p24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8" name="Google Shape;3798;p24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9" name="Google Shape;3799;p24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0" name="Google Shape;3800;p24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1" name="Google Shape;3801;p24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2" name="Google Shape;3802;p24"/>
                <p:cNvSpPr/>
                <p:nvPr/>
              </p:nvSpPr>
              <p:spPr>
                <a:xfrm>
                  <a:off x="10283499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3" name="Google Shape;3803;p24"/>
                <p:cNvSpPr/>
                <p:nvPr/>
              </p:nvSpPr>
              <p:spPr>
                <a:xfrm>
                  <a:off x="103462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4" name="Google Shape;3804;p24"/>
                <p:cNvSpPr/>
                <p:nvPr/>
              </p:nvSpPr>
              <p:spPr>
                <a:xfrm>
                  <a:off x="10419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5" name="Google Shape;3805;p24"/>
                <p:cNvSpPr/>
                <p:nvPr/>
              </p:nvSpPr>
              <p:spPr>
                <a:xfrm>
                  <a:off x="10482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6" name="Google Shape;3806;p24"/>
                <p:cNvSpPr/>
                <p:nvPr/>
              </p:nvSpPr>
              <p:spPr>
                <a:xfrm>
                  <a:off x="105552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7" name="Google Shape;3807;p24"/>
                <p:cNvSpPr/>
                <p:nvPr/>
              </p:nvSpPr>
              <p:spPr>
                <a:xfrm>
                  <a:off x="10617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8" name="Google Shape;3808;p24"/>
                <p:cNvSpPr/>
                <p:nvPr/>
              </p:nvSpPr>
              <p:spPr>
                <a:xfrm>
                  <a:off x="106911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9" name="Google Shape;3809;p24"/>
                <p:cNvSpPr/>
                <p:nvPr/>
              </p:nvSpPr>
              <p:spPr>
                <a:xfrm>
                  <a:off x="107538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0" name="Google Shape;3810;p24"/>
                <p:cNvSpPr/>
                <p:nvPr/>
              </p:nvSpPr>
              <p:spPr>
                <a:xfrm>
                  <a:off x="10826913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1" name="Google Shape;3811;p24"/>
                <p:cNvSpPr/>
                <p:nvPr/>
              </p:nvSpPr>
              <p:spPr>
                <a:xfrm>
                  <a:off x="1088971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2" name="Google Shape;3812;p24"/>
                <p:cNvSpPr/>
                <p:nvPr/>
              </p:nvSpPr>
              <p:spPr>
                <a:xfrm>
                  <a:off x="1096279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3" name="Google Shape;3813;p24"/>
                <p:cNvSpPr/>
                <p:nvPr/>
              </p:nvSpPr>
              <p:spPr>
                <a:xfrm>
                  <a:off x="11025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4" name="Google Shape;3814;p24"/>
                <p:cNvSpPr/>
                <p:nvPr/>
              </p:nvSpPr>
              <p:spPr>
                <a:xfrm>
                  <a:off x="110986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5" name="Google Shape;3815;p24"/>
                <p:cNvSpPr/>
                <p:nvPr/>
              </p:nvSpPr>
              <p:spPr>
                <a:xfrm>
                  <a:off x="1116136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6" name="Google Shape;3816;p24"/>
                <p:cNvSpPr/>
                <p:nvPr/>
              </p:nvSpPr>
              <p:spPr>
                <a:xfrm>
                  <a:off x="1123454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7" name="Google Shape;3817;p24"/>
                <p:cNvSpPr/>
                <p:nvPr/>
              </p:nvSpPr>
              <p:spPr>
                <a:xfrm>
                  <a:off x="1129724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8" name="Google Shape;3818;p24"/>
                <p:cNvSpPr/>
                <p:nvPr/>
              </p:nvSpPr>
              <p:spPr>
                <a:xfrm>
                  <a:off x="11370327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9" name="Google Shape;3819;p24"/>
                <p:cNvSpPr/>
                <p:nvPr/>
              </p:nvSpPr>
              <p:spPr>
                <a:xfrm>
                  <a:off x="1143312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0" name="Google Shape;3820;p24"/>
                <p:cNvSpPr/>
                <p:nvPr/>
              </p:nvSpPr>
              <p:spPr>
                <a:xfrm>
                  <a:off x="1150620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1" name="Google Shape;3821;p24"/>
                <p:cNvSpPr/>
                <p:nvPr/>
              </p:nvSpPr>
              <p:spPr>
                <a:xfrm>
                  <a:off x="1156890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2" name="Google Shape;3822;p24"/>
                <p:cNvSpPr/>
                <p:nvPr/>
              </p:nvSpPr>
              <p:spPr>
                <a:xfrm>
                  <a:off x="1164208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3" name="Google Shape;3823;p24"/>
                <p:cNvSpPr/>
                <p:nvPr/>
              </p:nvSpPr>
              <p:spPr>
                <a:xfrm>
                  <a:off x="1170478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4" name="Google Shape;3824;p24"/>
                <p:cNvSpPr/>
                <p:nvPr/>
              </p:nvSpPr>
              <p:spPr>
                <a:xfrm>
                  <a:off x="1177796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5" name="Google Shape;3825;p24"/>
                <p:cNvSpPr/>
                <p:nvPr/>
              </p:nvSpPr>
              <p:spPr>
                <a:xfrm>
                  <a:off x="1184066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6" name="Google Shape;3826;p24"/>
                <p:cNvSpPr/>
                <p:nvPr/>
              </p:nvSpPr>
              <p:spPr>
                <a:xfrm>
                  <a:off x="1191374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7" name="Google Shape;3827;p24"/>
                <p:cNvSpPr/>
                <p:nvPr/>
              </p:nvSpPr>
              <p:spPr>
                <a:xfrm>
                  <a:off x="11976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8" name="Google Shape;3828;p24"/>
                <p:cNvSpPr/>
                <p:nvPr/>
              </p:nvSpPr>
              <p:spPr>
                <a:xfrm>
                  <a:off x="120496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9" name="Google Shape;3829;p24"/>
                <p:cNvSpPr/>
                <p:nvPr/>
              </p:nvSpPr>
              <p:spPr>
                <a:xfrm>
                  <a:off x="1211231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0" name="Google Shape;3830;p24"/>
                <p:cNvSpPr/>
                <p:nvPr/>
              </p:nvSpPr>
              <p:spPr>
                <a:xfrm>
                  <a:off x="1218549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1" name="Google Shape;3831;p24"/>
                <p:cNvSpPr/>
                <p:nvPr/>
              </p:nvSpPr>
              <p:spPr>
                <a:xfrm>
                  <a:off x="122481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2" name="Google Shape;3832;p24"/>
                <p:cNvSpPr/>
                <p:nvPr/>
              </p:nvSpPr>
              <p:spPr>
                <a:xfrm>
                  <a:off x="12321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3" name="Google Shape;3833;p24"/>
                <p:cNvSpPr/>
                <p:nvPr/>
              </p:nvSpPr>
              <p:spPr>
                <a:xfrm>
                  <a:off x="12384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4" name="Google Shape;3834;p24"/>
                <p:cNvSpPr/>
                <p:nvPr/>
              </p:nvSpPr>
              <p:spPr>
                <a:xfrm>
                  <a:off x="124571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5" name="Google Shape;3835;p24"/>
                <p:cNvSpPr/>
                <p:nvPr/>
              </p:nvSpPr>
              <p:spPr>
                <a:xfrm>
                  <a:off x="12519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6" name="Google Shape;3836;p24"/>
                <p:cNvSpPr/>
                <p:nvPr/>
              </p:nvSpPr>
              <p:spPr>
                <a:xfrm>
                  <a:off x="125930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7" name="Google Shape;3837;p24"/>
                <p:cNvSpPr/>
                <p:nvPr/>
              </p:nvSpPr>
              <p:spPr>
                <a:xfrm>
                  <a:off x="126557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8" name="Google Shape;3838;p24"/>
                <p:cNvSpPr/>
                <p:nvPr/>
              </p:nvSpPr>
              <p:spPr>
                <a:xfrm>
                  <a:off x="1272891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9" name="Google Shape;3839;p24"/>
                <p:cNvSpPr/>
                <p:nvPr/>
              </p:nvSpPr>
              <p:spPr>
                <a:xfrm>
                  <a:off x="1279161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0" name="Google Shape;3840;p24"/>
                <p:cNvSpPr/>
                <p:nvPr/>
              </p:nvSpPr>
              <p:spPr>
                <a:xfrm>
                  <a:off x="1286479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1" name="Google Shape;3841;p24"/>
                <p:cNvSpPr/>
                <p:nvPr/>
              </p:nvSpPr>
              <p:spPr>
                <a:xfrm>
                  <a:off x="12927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2" name="Google Shape;3842;p24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3" name="Google Shape;3843;p24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4" name="Google Shape;3844;p24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5" name="Google Shape;3845;p24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6" name="Google Shape;3846;p24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7" name="Google Shape;3847;p24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8" name="Google Shape;3848;p24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9" name="Google Shape;3849;p24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0" name="Google Shape;3850;p24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1" name="Google Shape;3851;p24"/>
                <p:cNvSpPr/>
                <p:nvPr/>
              </p:nvSpPr>
              <p:spPr>
                <a:xfrm>
                  <a:off x="136067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2" name="Google Shape;3852;p24"/>
                <p:cNvSpPr/>
                <p:nvPr/>
              </p:nvSpPr>
              <p:spPr>
                <a:xfrm>
                  <a:off x="9017419" y="539512"/>
                  <a:ext cx="5210550" cy="3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318" extrusionOk="0">
                      <a:moveTo>
                        <a:pt x="212" y="1"/>
                      </a:moveTo>
                      <a:cubicBezTo>
                        <a:pt x="1" y="1"/>
                        <a:pt x="1" y="212"/>
                        <a:pt x="212" y="318"/>
                      </a:cubicBezTo>
                      <a:lnTo>
                        <a:pt x="41530" y="318"/>
                      </a:lnTo>
                      <a:cubicBezTo>
                        <a:pt x="41741" y="318"/>
                        <a:pt x="41741" y="1"/>
                        <a:pt x="415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3" name="Google Shape;3853;p24"/>
                <p:cNvSpPr/>
                <p:nvPr/>
              </p:nvSpPr>
              <p:spPr>
                <a:xfrm>
                  <a:off x="9017419" y="717222"/>
                  <a:ext cx="5210550" cy="2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212" extrusionOk="0">
                      <a:moveTo>
                        <a:pt x="212" y="0"/>
                      </a:moveTo>
                      <a:cubicBezTo>
                        <a:pt x="1" y="0"/>
                        <a:pt x="1" y="211"/>
                        <a:pt x="212" y="211"/>
                      </a:cubicBezTo>
                      <a:lnTo>
                        <a:pt x="41530" y="211"/>
                      </a:lnTo>
                      <a:cubicBezTo>
                        <a:pt x="41741" y="211"/>
                        <a:pt x="41741" y="0"/>
                        <a:pt x="415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54" name="Google Shape;3854;p24"/>
              <p:cNvGrpSpPr/>
              <p:nvPr/>
            </p:nvGrpSpPr>
            <p:grpSpPr>
              <a:xfrm>
                <a:off x="569351" y="371931"/>
                <a:ext cx="831096" cy="73279"/>
                <a:chOff x="9740085" y="612693"/>
                <a:chExt cx="533129" cy="73279"/>
              </a:xfrm>
            </p:grpSpPr>
            <p:sp>
              <p:nvSpPr>
                <p:cNvPr id="3855" name="Google Shape;3855;p24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6" name="Google Shape;3856;p24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7" name="Google Shape;3857;p24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8" name="Google Shape;3858;p24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9" name="Google Shape;3859;p24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0" name="Google Shape;3860;p24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1" name="Google Shape;3861;p24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2" name="Google Shape;3862;p24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3" name="Google Shape;3863;p24"/>
              <p:cNvGrpSpPr/>
              <p:nvPr/>
            </p:nvGrpSpPr>
            <p:grpSpPr>
              <a:xfrm>
                <a:off x="7658325" y="371931"/>
                <a:ext cx="945022" cy="73279"/>
                <a:chOff x="13000570" y="612693"/>
                <a:chExt cx="606211" cy="73279"/>
              </a:xfrm>
            </p:grpSpPr>
            <p:sp>
              <p:nvSpPr>
                <p:cNvPr id="3864" name="Google Shape;3864;p24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5" name="Google Shape;3865;p24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6" name="Google Shape;3866;p24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7" name="Google Shape;3867;p24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8" name="Google Shape;3868;p24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9" name="Google Shape;3869;p24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0" name="Google Shape;3870;p24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1" name="Google Shape;3871;p24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2" name="Google Shape;3872;p24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873" name="Google Shape;3873;p24"/>
          <p:cNvGrpSpPr/>
          <p:nvPr/>
        </p:nvGrpSpPr>
        <p:grpSpPr>
          <a:xfrm rot="-5400000">
            <a:off x="7929511" y="1262444"/>
            <a:ext cx="1495566" cy="476360"/>
            <a:chOff x="4440625" y="1955050"/>
            <a:chExt cx="825550" cy="262950"/>
          </a:xfrm>
        </p:grpSpPr>
        <p:sp>
          <p:nvSpPr>
            <p:cNvPr id="3874" name="Google Shape;3874;p24"/>
            <p:cNvSpPr/>
            <p:nvPr/>
          </p:nvSpPr>
          <p:spPr>
            <a:xfrm>
              <a:off x="4440625" y="1955050"/>
              <a:ext cx="825550" cy="262950"/>
            </a:xfrm>
            <a:custGeom>
              <a:avLst/>
              <a:gdLst/>
              <a:ahLst/>
              <a:cxnLst/>
              <a:rect l="l" t="t" r="r" b="b"/>
              <a:pathLst>
                <a:path w="33022" h="10518" extrusionOk="0">
                  <a:moveTo>
                    <a:pt x="21149" y="0"/>
                  </a:moveTo>
                  <a:cubicBezTo>
                    <a:pt x="21003" y="0"/>
                    <a:pt x="20856" y="17"/>
                    <a:pt x="20711" y="52"/>
                  </a:cubicBezTo>
                  <a:lnTo>
                    <a:pt x="20560" y="90"/>
                  </a:lnTo>
                  <a:lnTo>
                    <a:pt x="20484" y="103"/>
                  </a:lnTo>
                  <a:cubicBezTo>
                    <a:pt x="20371" y="140"/>
                    <a:pt x="20208" y="191"/>
                    <a:pt x="20019" y="254"/>
                  </a:cubicBezTo>
                  <a:lnTo>
                    <a:pt x="19956" y="279"/>
                  </a:lnTo>
                  <a:cubicBezTo>
                    <a:pt x="19780" y="342"/>
                    <a:pt x="19579" y="430"/>
                    <a:pt x="19365" y="530"/>
                  </a:cubicBezTo>
                  <a:lnTo>
                    <a:pt x="19290" y="568"/>
                  </a:lnTo>
                  <a:cubicBezTo>
                    <a:pt x="19152" y="643"/>
                    <a:pt x="19026" y="706"/>
                    <a:pt x="18887" y="794"/>
                  </a:cubicBezTo>
                  <a:lnTo>
                    <a:pt x="18774" y="794"/>
                  </a:lnTo>
                  <a:cubicBezTo>
                    <a:pt x="18334" y="832"/>
                    <a:pt x="17894" y="882"/>
                    <a:pt x="17454" y="970"/>
                  </a:cubicBezTo>
                  <a:cubicBezTo>
                    <a:pt x="17341" y="945"/>
                    <a:pt x="17240" y="945"/>
                    <a:pt x="17140" y="945"/>
                  </a:cubicBezTo>
                  <a:lnTo>
                    <a:pt x="16762" y="945"/>
                  </a:lnTo>
                  <a:cubicBezTo>
                    <a:pt x="16486" y="970"/>
                    <a:pt x="16209" y="1021"/>
                    <a:pt x="15932" y="1084"/>
                  </a:cubicBezTo>
                  <a:lnTo>
                    <a:pt x="15882" y="1096"/>
                  </a:lnTo>
                  <a:cubicBezTo>
                    <a:pt x="15543" y="1184"/>
                    <a:pt x="15228" y="1285"/>
                    <a:pt x="14901" y="1423"/>
                  </a:cubicBezTo>
                  <a:lnTo>
                    <a:pt x="14864" y="1436"/>
                  </a:lnTo>
                  <a:cubicBezTo>
                    <a:pt x="14612" y="1549"/>
                    <a:pt x="14373" y="1662"/>
                    <a:pt x="14159" y="1775"/>
                  </a:cubicBezTo>
                  <a:cubicBezTo>
                    <a:pt x="14065" y="1764"/>
                    <a:pt x="13971" y="1758"/>
                    <a:pt x="13877" y="1758"/>
                  </a:cubicBezTo>
                  <a:cubicBezTo>
                    <a:pt x="13657" y="1758"/>
                    <a:pt x="13440" y="1789"/>
                    <a:pt x="13229" y="1851"/>
                  </a:cubicBezTo>
                  <a:cubicBezTo>
                    <a:pt x="12927" y="1939"/>
                    <a:pt x="12600" y="1989"/>
                    <a:pt x="12286" y="2002"/>
                  </a:cubicBezTo>
                  <a:lnTo>
                    <a:pt x="12248" y="2002"/>
                  </a:lnTo>
                  <a:cubicBezTo>
                    <a:pt x="11883" y="1939"/>
                    <a:pt x="11506" y="1914"/>
                    <a:pt x="11141" y="1914"/>
                  </a:cubicBezTo>
                  <a:cubicBezTo>
                    <a:pt x="10613" y="1914"/>
                    <a:pt x="10085" y="1989"/>
                    <a:pt x="9582" y="2115"/>
                  </a:cubicBezTo>
                  <a:cubicBezTo>
                    <a:pt x="9392" y="2051"/>
                    <a:pt x="9196" y="2021"/>
                    <a:pt x="9000" y="2021"/>
                  </a:cubicBezTo>
                  <a:cubicBezTo>
                    <a:pt x="8652" y="2021"/>
                    <a:pt x="8308" y="2118"/>
                    <a:pt x="8010" y="2303"/>
                  </a:cubicBezTo>
                  <a:lnTo>
                    <a:pt x="7897" y="2366"/>
                  </a:lnTo>
                  <a:lnTo>
                    <a:pt x="7809" y="2429"/>
                  </a:lnTo>
                  <a:cubicBezTo>
                    <a:pt x="7784" y="2454"/>
                    <a:pt x="7708" y="2492"/>
                    <a:pt x="7620" y="2542"/>
                  </a:cubicBezTo>
                  <a:cubicBezTo>
                    <a:pt x="7583" y="2567"/>
                    <a:pt x="7545" y="2593"/>
                    <a:pt x="7507" y="2605"/>
                  </a:cubicBezTo>
                  <a:cubicBezTo>
                    <a:pt x="7482" y="2630"/>
                    <a:pt x="7394" y="2681"/>
                    <a:pt x="7231" y="2781"/>
                  </a:cubicBezTo>
                  <a:lnTo>
                    <a:pt x="7180" y="2806"/>
                  </a:lnTo>
                  <a:cubicBezTo>
                    <a:pt x="7055" y="2882"/>
                    <a:pt x="6941" y="2945"/>
                    <a:pt x="6841" y="2995"/>
                  </a:cubicBezTo>
                  <a:lnTo>
                    <a:pt x="6753" y="3045"/>
                  </a:lnTo>
                  <a:cubicBezTo>
                    <a:pt x="6627" y="3096"/>
                    <a:pt x="6514" y="3158"/>
                    <a:pt x="6426" y="3196"/>
                  </a:cubicBezTo>
                  <a:cubicBezTo>
                    <a:pt x="6199" y="3158"/>
                    <a:pt x="5973" y="3108"/>
                    <a:pt x="5759" y="3070"/>
                  </a:cubicBezTo>
                  <a:cubicBezTo>
                    <a:pt x="4716" y="2857"/>
                    <a:pt x="3684" y="2618"/>
                    <a:pt x="2892" y="2442"/>
                  </a:cubicBezTo>
                  <a:cubicBezTo>
                    <a:pt x="2741" y="2404"/>
                    <a:pt x="2578" y="2391"/>
                    <a:pt x="2427" y="2391"/>
                  </a:cubicBezTo>
                  <a:cubicBezTo>
                    <a:pt x="1962" y="2391"/>
                    <a:pt x="1509" y="2542"/>
                    <a:pt x="1144" y="2831"/>
                  </a:cubicBezTo>
                  <a:cubicBezTo>
                    <a:pt x="0" y="3737"/>
                    <a:pt x="226" y="5535"/>
                    <a:pt x="1559" y="6126"/>
                  </a:cubicBezTo>
                  <a:cubicBezTo>
                    <a:pt x="2565" y="6579"/>
                    <a:pt x="3622" y="6906"/>
                    <a:pt x="4703" y="7145"/>
                  </a:cubicBezTo>
                  <a:cubicBezTo>
                    <a:pt x="5244" y="7258"/>
                    <a:pt x="5797" y="7371"/>
                    <a:pt x="6388" y="7472"/>
                  </a:cubicBezTo>
                  <a:cubicBezTo>
                    <a:pt x="6476" y="7522"/>
                    <a:pt x="6552" y="7572"/>
                    <a:pt x="6640" y="7622"/>
                  </a:cubicBezTo>
                  <a:lnTo>
                    <a:pt x="6690" y="7660"/>
                  </a:lnTo>
                  <a:cubicBezTo>
                    <a:pt x="6765" y="7710"/>
                    <a:pt x="6841" y="7761"/>
                    <a:pt x="6904" y="7824"/>
                  </a:cubicBezTo>
                  <a:cubicBezTo>
                    <a:pt x="6941" y="7849"/>
                    <a:pt x="6992" y="7887"/>
                    <a:pt x="7029" y="7912"/>
                  </a:cubicBezTo>
                  <a:lnTo>
                    <a:pt x="7105" y="7975"/>
                  </a:lnTo>
                  <a:cubicBezTo>
                    <a:pt x="7130" y="8000"/>
                    <a:pt x="7155" y="8025"/>
                    <a:pt x="7180" y="8050"/>
                  </a:cubicBezTo>
                  <a:lnTo>
                    <a:pt x="7293" y="8151"/>
                  </a:lnTo>
                  <a:cubicBezTo>
                    <a:pt x="7595" y="8415"/>
                    <a:pt x="7960" y="8578"/>
                    <a:pt x="8350" y="8628"/>
                  </a:cubicBezTo>
                  <a:lnTo>
                    <a:pt x="8476" y="8716"/>
                  </a:lnTo>
                  <a:lnTo>
                    <a:pt x="8538" y="8754"/>
                  </a:lnTo>
                  <a:cubicBezTo>
                    <a:pt x="8702" y="8867"/>
                    <a:pt x="8853" y="8955"/>
                    <a:pt x="8978" y="9043"/>
                  </a:cubicBezTo>
                  <a:lnTo>
                    <a:pt x="9041" y="9094"/>
                  </a:lnTo>
                  <a:lnTo>
                    <a:pt x="9393" y="9307"/>
                  </a:lnTo>
                  <a:lnTo>
                    <a:pt x="9456" y="9333"/>
                  </a:lnTo>
                  <a:lnTo>
                    <a:pt x="9595" y="9421"/>
                  </a:lnTo>
                  <a:cubicBezTo>
                    <a:pt x="9834" y="9559"/>
                    <a:pt x="10098" y="9634"/>
                    <a:pt x="10374" y="9660"/>
                  </a:cubicBezTo>
                  <a:cubicBezTo>
                    <a:pt x="10664" y="9798"/>
                    <a:pt x="10940" y="9911"/>
                    <a:pt x="11204" y="9999"/>
                  </a:cubicBezTo>
                  <a:lnTo>
                    <a:pt x="11255" y="10024"/>
                  </a:lnTo>
                  <a:cubicBezTo>
                    <a:pt x="11544" y="10112"/>
                    <a:pt x="11833" y="10188"/>
                    <a:pt x="12135" y="10251"/>
                  </a:cubicBezTo>
                  <a:cubicBezTo>
                    <a:pt x="12223" y="10276"/>
                    <a:pt x="12311" y="10288"/>
                    <a:pt x="12374" y="10288"/>
                  </a:cubicBezTo>
                  <a:lnTo>
                    <a:pt x="12474" y="10313"/>
                  </a:lnTo>
                  <a:cubicBezTo>
                    <a:pt x="12555" y="10323"/>
                    <a:pt x="12636" y="10328"/>
                    <a:pt x="12717" y="10328"/>
                  </a:cubicBezTo>
                  <a:cubicBezTo>
                    <a:pt x="12953" y="10328"/>
                    <a:pt x="13189" y="10288"/>
                    <a:pt x="13405" y="10213"/>
                  </a:cubicBezTo>
                  <a:cubicBezTo>
                    <a:pt x="14637" y="10401"/>
                    <a:pt x="15882" y="10502"/>
                    <a:pt x="17140" y="10515"/>
                  </a:cubicBezTo>
                  <a:cubicBezTo>
                    <a:pt x="17232" y="10517"/>
                    <a:pt x="17325" y="10518"/>
                    <a:pt x="17418" y="10518"/>
                  </a:cubicBezTo>
                  <a:cubicBezTo>
                    <a:pt x="17885" y="10518"/>
                    <a:pt x="18363" y="10492"/>
                    <a:pt x="18825" y="10439"/>
                  </a:cubicBezTo>
                  <a:cubicBezTo>
                    <a:pt x="19013" y="10414"/>
                    <a:pt x="19189" y="10364"/>
                    <a:pt x="19353" y="10301"/>
                  </a:cubicBezTo>
                  <a:lnTo>
                    <a:pt x="19655" y="10351"/>
                  </a:lnTo>
                  <a:lnTo>
                    <a:pt x="19705" y="10351"/>
                  </a:lnTo>
                  <a:cubicBezTo>
                    <a:pt x="20019" y="10389"/>
                    <a:pt x="20296" y="10414"/>
                    <a:pt x="20547" y="10439"/>
                  </a:cubicBezTo>
                  <a:lnTo>
                    <a:pt x="20585" y="10439"/>
                  </a:lnTo>
                  <a:cubicBezTo>
                    <a:pt x="20837" y="10452"/>
                    <a:pt x="21038" y="10464"/>
                    <a:pt x="21189" y="10464"/>
                  </a:cubicBezTo>
                  <a:lnTo>
                    <a:pt x="21465" y="10464"/>
                  </a:lnTo>
                  <a:cubicBezTo>
                    <a:pt x="21993" y="10464"/>
                    <a:pt x="22496" y="10238"/>
                    <a:pt x="22849" y="9861"/>
                  </a:cubicBezTo>
                  <a:cubicBezTo>
                    <a:pt x="23100" y="9773"/>
                    <a:pt x="23352" y="9697"/>
                    <a:pt x="23603" y="9609"/>
                  </a:cubicBezTo>
                  <a:cubicBezTo>
                    <a:pt x="23892" y="9509"/>
                    <a:pt x="24383" y="9345"/>
                    <a:pt x="24559" y="9307"/>
                  </a:cubicBezTo>
                  <a:cubicBezTo>
                    <a:pt x="25313" y="9257"/>
                    <a:pt x="26357" y="9245"/>
                    <a:pt x="26395" y="9245"/>
                  </a:cubicBezTo>
                  <a:cubicBezTo>
                    <a:pt x="26747" y="9245"/>
                    <a:pt x="27099" y="9157"/>
                    <a:pt x="27426" y="9006"/>
                  </a:cubicBezTo>
                  <a:cubicBezTo>
                    <a:pt x="27523" y="9022"/>
                    <a:pt x="27620" y="9029"/>
                    <a:pt x="27716" y="9029"/>
                  </a:cubicBezTo>
                  <a:cubicBezTo>
                    <a:pt x="28309" y="9029"/>
                    <a:pt x="28880" y="8738"/>
                    <a:pt x="29237" y="8251"/>
                  </a:cubicBezTo>
                  <a:cubicBezTo>
                    <a:pt x="29287" y="8226"/>
                    <a:pt x="29337" y="8226"/>
                    <a:pt x="29400" y="8226"/>
                  </a:cubicBezTo>
                  <a:cubicBezTo>
                    <a:pt x="32267" y="7987"/>
                    <a:pt x="32946" y="6554"/>
                    <a:pt x="33009" y="5397"/>
                  </a:cubicBezTo>
                  <a:cubicBezTo>
                    <a:pt x="33022" y="5309"/>
                    <a:pt x="33022" y="5221"/>
                    <a:pt x="33009" y="5133"/>
                  </a:cubicBezTo>
                  <a:cubicBezTo>
                    <a:pt x="32934" y="3687"/>
                    <a:pt x="31726" y="3058"/>
                    <a:pt x="31072" y="2718"/>
                  </a:cubicBezTo>
                  <a:cubicBezTo>
                    <a:pt x="30821" y="2593"/>
                    <a:pt x="30582" y="2454"/>
                    <a:pt x="30356" y="2291"/>
                  </a:cubicBezTo>
                  <a:cubicBezTo>
                    <a:pt x="29928" y="1964"/>
                    <a:pt x="29438" y="1737"/>
                    <a:pt x="28922" y="1624"/>
                  </a:cubicBezTo>
                  <a:cubicBezTo>
                    <a:pt x="28847" y="1536"/>
                    <a:pt x="28759" y="1461"/>
                    <a:pt x="28671" y="1398"/>
                  </a:cubicBezTo>
                  <a:cubicBezTo>
                    <a:pt x="28432" y="1209"/>
                    <a:pt x="27514" y="606"/>
                    <a:pt x="25942" y="354"/>
                  </a:cubicBezTo>
                  <a:cubicBezTo>
                    <a:pt x="25791" y="329"/>
                    <a:pt x="25602" y="304"/>
                    <a:pt x="25389" y="279"/>
                  </a:cubicBezTo>
                  <a:cubicBezTo>
                    <a:pt x="25099" y="115"/>
                    <a:pt x="24772" y="27"/>
                    <a:pt x="24446" y="27"/>
                  </a:cubicBezTo>
                  <a:lnTo>
                    <a:pt x="24207" y="27"/>
                  </a:lnTo>
                  <a:lnTo>
                    <a:pt x="24093" y="40"/>
                  </a:lnTo>
                  <a:cubicBezTo>
                    <a:pt x="23993" y="52"/>
                    <a:pt x="23842" y="78"/>
                    <a:pt x="23666" y="115"/>
                  </a:cubicBezTo>
                  <a:lnTo>
                    <a:pt x="23603" y="128"/>
                  </a:lnTo>
                  <a:cubicBezTo>
                    <a:pt x="23515" y="103"/>
                    <a:pt x="23427" y="90"/>
                    <a:pt x="23352" y="90"/>
                  </a:cubicBezTo>
                  <a:cubicBezTo>
                    <a:pt x="23289" y="78"/>
                    <a:pt x="23100" y="65"/>
                    <a:pt x="22811" y="65"/>
                  </a:cubicBezTo>
                  <a:cubicBezTo>
                    <a:pt x="22559" y="65"/>
                    <a:pt x="22220" y="78"/>
                    <a:pt x="21792" y="115"/>
                  </a:cubicBezTo>
                  <a:cubicBezTo>
                    <a:pt x="21588" y="40"/>
                    <a:pt x="21370" y="0"/>
                    <a:pt x="211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3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24"/>
            <p:cNvSpPr/>
            <p:nvPr/>
          </p:nvSpPr>
          <p:spPr>
            <a:xfrm>
              <a:off x="4497525" y="2001925"/>
              <a:ext cx="721175" cy="168925"/>
            </a:xfrm>
            <a:custGeom>
              <a:avLst/>
              <a:gdLst/>
              <a:ahLst/>
              <a:cxnLst/>
              <a:rect l="l" t="t" r="r" b="b"/>
              <a:pathLst>
                <a:path w="28847" h="6757" extrusionOk="0">
                  <a:moveTo>
                    <a:pt x="18875" y="1"/>
                  </a:moveTo>
                  <a:lnTo>
                    <a:pt x="18724" y="39"/>
                  </a:lnTo>
                  <a:cubicBezTo>
                    <a:pt x="18636" y="64"/>
                    <a:pt x="18510" y="101"/>
                    <a:pt x="18359" y="152"/>
                  </a:cubicBezTo>
                  <a:cubicBezTo>
                    <a:pt x="18208" y="202"/>
                    <a:pt x="18058" y="277"/>
                    <a:pt x="17894" y="353"/>
                  </a:cubicBezTo>
                  <a:cubicBezTo>
                    <a:pt x="17718" y="428"/>
                    <a:pt x="17567" y="541"/>
                    <a:pt x="17404" y="642"/>
                  </a:cubicBezTo>
                  <a:cubicBezTo>
                    <a:pt x="17253" y="730"/>
                    <a:pt x="17127" y="856"/>
                    <a:pt x="17001" y="956"/>
                  </a:cubicBezTo>
                  <a:lnTo>
                    <a:pt x="16976" y="994"/>
                  </a:lnTo>
                  <a:cubicBezTo>
                    <a:pt x="16976" y="944"/>
                    <a:pt x="16938" y="894"/>
                    <a:pt x="16901" y="868"/>
                  </a:cubicBezTo>
                  <a:cubicBezTo>
                    <a:pt x="16828" y="827"/>
                    <a:pt x="16746" y="802"/>
                    <a:pt x="16663" y="802"/>
                  </a:cubicBezTo>
                  <a:cubicBezTo>
                    <a:pt x="16646" y="802"/>
                    <a:pt x="16629" y="803"/>
                    <a:pt x="16611" y="806"/>
                  </a:cubicBezTo>
                  <a:cubicBezTo>
                    <a:pt x="15668" y="868"/>
                    <a:pt x="14750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3" y="1623"/>
                    <a:pt x="13342" y="1522"/>
                    <a:pt x="13518" y="1434"/>
                  </a:cubicBezTo>
                  <a:cubicBezTo>
                    <a:pt x="13719" y="1321"/>
                    <a:pt x="13933" y="1233"/>
                    <a:pt x="14159" y="1145"/>
                  </a:cubicBezTo>
                  <a:cubicBezTo>
                    <a:pt x="14323" y="1082"/>
                    <a:pt x="14486" y="1032"/>
                    <a:pt x="14662" y="994"/>
                  </a:cubicBezTo>
                  <a:cubicBezTo>
                    <a:pt x="14725" y="982"/>
                    <a:pt x="14776" y="969"/>
                    <a:pt x="14813" y="956"/>
                  </a:cubicBezTo>
                  <a:lnTo>
                    <a:pt x="14876" y="944"/>
                  </a:lnTo>
                  <a:lnTo>
                    <a:pt x="14662" y="944"/>
                  </a:lnTo>
                  <a:cubicBezTo>
                    <a:pt x="14461" y="956"/>
                    <a:pt x="14273" y="994"/>
                    <a:pt x="14084" y="1032"/>
                  </a:cubicBezTo>
                  <a:cubicBezTo>
                    <a:pt x="13845" y="1095"/>
                    <a:pt x="13593" y="1183"/>
                    <a:pt x="13355" y="1283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74" y="1761"/>
                    <a:pt x="12160" y="1900"/>
                    <a:pt x="11934" y="2013"/>
                  </a:cubicBezTo>
                  <a:cubicBezTo>
                    <a:pt x="11946" y="2000"/>
                    <a:pt x="11946" y="1975"/>
                    <a:pt x="11946" y="1950"/>
                  </a:cubicBezTo>
                  <a:cubicBezTo>
                    <a:pt x="11946" y="1912"/>
                    <a:pt x="11921" y="1874"/>
                    <a:pt x="11883" y="1849"/>
                  </a:cubicBezTo>
                  <a:cubicBezTo>
                    <a:pt x="11809" y="1791"/>
                    <a:pt x="11713" y="1761"/>
                    <a:pt x="11617" y="1761"/>
                  </a:cubicBezTo>
                  <a:cubicBezTo>
                    <a:pt x="11566" y="1761"/>
                    <a:pt x="11516" y="1769"/>
                    <a:pt x="11468" y="1786"/>
                  </a:cubicBezTo>
                  <a:cubicBezTo>
                    <a:pt x="11219" y="1849"/>
                    <a:pt x="10558" y="1997"/>
                    <a:pt x="10030" y="1997"/>
                  </a:cubicBezTo>
                  <a:cubicBezTo>
                    <a:pt x="9919" y="1997"/>
                    <a:pt x="9814" y="1990"/>
                    <a:pt x="9720" y="1975"/>
                  </a:cubicBezTo>
                  <a:cubicBezTo>
                    <a:pt x="9411" y="1928"/>
                    <a:pt x="9147" y="1900"/>
                    <a:pt x="8882" y="1900"/>
                  </a:cubicBezTo>
                  <a:cubicBezTo>
                    <a:pt x="8374" y="1900"/>
                    <a:pt x="7865" y="2004"/>
                    <a:pt x="7029" y="2277"/>
                  </a:cubicBezTo>
                  <a:cubicBezTo>
                    <a:pt x="6791" y="2352"/>
                    <a:pt x="6501" y="2453"/>
                    <a:pt x="6200" y="2579"/>
                  </a:cubicBezTo>
                  <a:cubicBezTo>
                    <a:pt x="6300" y="2491"/>
                    <a:pt x="6388" y="2415"/>
                    <a:pt x="6464" y="2340"/>
                  </a:cubicBezTo>
                  <a:cubicBezTo>
                    <a:pt x="6552" y="2252"/>
                    <a:pt x="6614" y="2164"/>
                    <a:pt x="6665" y="2113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8" y="2201"/>
                    <a:pt x="6313" y="2277"/>
                  </a:cubicBezTo>
                  <a:cubicBezTo>
                    <a:pt x="6187" y="2352"/>
                    <a:pt x="6049" y="2440"/>
                    <a:pt x="5885" y="2528"/>
                  </a:cubicBezTo>
                  <a:cubicBezTo>
                    <a:pt x="5722" y="2616"/>
                    <a:pt x="5558" y="2717"/>
                    <a:pt x="5382" y="2805"/>
                  </a:cubicBezTo>
                  <a:cubicBezTo>
                    <a:pt x="5206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6" y="3270"/>
                  </a:cubicBezTo>
                  <a:cubicBezTo>
                    <a:pt x="3961" y="3195"/>
                    <a:pt x="3534" y="3119"/>
                    <a:pt x="3119" y="3031"/>
                  </a:cubicBezTo>
                  <a:cubicBezTo>
                    <a:pt x="2138" y="2843"/>
                    <a:pt x="1170" y="2629"/>
                    <a:pt x="201" y="2403"/>
                  </a:cubicBezTo>
                  <a:cubicBezTo>
                    <a:pt x="188" y="2399"/>
                    <a:pt x="174" y="2398"/>
                    <a:pt x="161" y="2398"/>
                  </a:cubicBezTo>
                  <a:cubicBezTo>
                    <a:pt x="124" y="2398"/>
                    <a:pt x="87" y="2409"/>
                    <a:pt x="50" y="2428"/>
                  </a:cubicBezTo>
                  <a:cubicBezTo>
                    <a:pt x="0" y="2465"/>
                    <a:pt x="13" y="2516"/>
                    <a:pt x="63" y="2541"/>
                  </a:cubicBezTo>
                  <a:cubicBezTo>
                    <a:pt x="968" y="2931"/>
                    <a:pt x="1899" y="3232"/>
                    <a:pt x="2855" y="3434"/>
                  </a:cubicBezTo>
                  <a:cubicBezTo>
                    <a:pt x="3458" y="3572"/>
                    <a:pt x="4074" y="3685"/>
                    <a:pt x="4703" y="3786"/>
                  </a:cubicBezTo>
                  <a:lnTo>
                    <a:pt x="4816" y="3849"/>
                  </a:lnTo>
                  <a:cubicBezTo>
                    <a:pt x="5030" y="3937"/>
                    <a:pt x="5231" y="4050"/>
                    <a:pt x="5420" y="4188"/>
                  </a:cubicBezTo>
                  <a:cubicBezTo>
                    <a:pt x="5583" y="4289"/>
                    <a:pt x="5734" y="4389"/>
                    <a:pt x="5873" y="4515"/>
                  </a:cubicBezTo>
                  <a:cubicBezTo>
                    <a:pt x="5948" y="4565"/>
                    <a:pt x="5998" y="4616"/>
                    <a:pt x="6049" y="4666"/>
                  </a:cubicBezTo>
                  <a:cubicBezTo>
                    <a:pt x="6099" y="4691"/>
                    <a:pt x="6137" y="4741"/>
                    <a:pt x="6174" y="4779"/>
                  </a:cubicBezTo>
                  <a:lnTo>
                    <a:pt x="6288" y="4880"/>
                  </a:lnTo>
                  <a:lnTo>
                    <a:pt x="6237" y="4754"/>
                  </a:lnTo>
                  <a:cubicBezTo>
                    <a:pt x="6212" y="4716"/>
                    <a:pt x="6187" y="4666"/>
                    <a:pt x="6162" y="4628"/>
                  </a:cubicBezTo>
                  <a:cubicBezTo>
                    <a:pt x="6124" y="4565"/>
                    <a:pt x="6086" y="4503"/>
                    <a:pt x="6049" y="4452"/>
                  </a:cubicBezTo>
                  <a:cubicBezTo>
                    <a:pt x="5998" y="4389"/>
                    <a:pt x="5948" y="4326"/>
                    <a:pt x="5873" y="4264"/>
                  </a:cubicBezTo>
                  <a:lnTo>
                    <a:pt x="5873" y="4264"/>
                  </a:lnTo>
                  <a:cubicBezTo>
                    <a:pt x="5998" y="4352"/>
                    <a:pt x="6137" y="4452"/>
                    <a:pt x="6275" y="4565"/>
                  </a:cubicBezTo>
                  <a:cubicBezTo>
                    <a:pt x="6413" y="4679"/>
                    <a:pt x="6614" y="4817"/>
                    <a:pt x="6778" y="4943"/>
                  </a:cubicBezTo>
                  <a:cubicBezTo>
                    <a:pt x="6954" y="5068"/>
                    <a:pt x="7143" y="5182"/>
                    <a:pt x="7306" y="5295"/>
                  </a:cubicBezTo>
                  <a:cubicBezTo>
                    <a:pt x="7470" y="5421"/>
                    <a:pt x="7633" y="5521"/>
                    <a:pt x="7771" y="5609"/>
                  </a:cubicBezTo>
                  <a:lnTo>
                    <a:pt x="8123" y="5823"/>
                  </a:lnTo>
                  <a:lnTo>
                    <a:pt x="8262" y="5911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7" y="5546"/>
                  </a:lnTo>
                  <a:cubicBezTo>
                    <a:pt x="8224" y="5710"/>
                    <a:pt x="8501" y="5873"/>
                    <a:pt x="8777" y="6024"/>
                  </a:cubicBezTo>
                  <a:cubicBezTo>
                    <a:pt x="9041" y="6150"/>
                    <a:pt x="9305" y="6263"/>
                    <a:pt x="9582" y="6364"/>
                  </a:cubicBezTo>
                  <a:cubicBezTo>
                    <a:pt x="9796" y="6439"/>
                    <a:pt x="10010" y="6489"/>
                    <a:pt x="10223" y="6540"/>
                  </a:cubicBezTo>
                  <a:cubicBezTo>
                    <a:pt x="10311" y="6552"/>
                    <a:pt x="10374" y="6552"/>
                    <a:pt x="10425" y="6565"/>
                  </a:cubicBezTo>
                  <a:lnTo>
                    <a:pt x="10488" y="6577"/>
                  </a:lnTo>
                  <a:lnTo>
                    <a:pt x="10425" y="6552"/>
                  </a:lnTo>
                  <a:cubicBezTo>
                    <a:pt x="10387" y="6540"/>
                    <a:pt x="10324" y="6527"/>
                    <a:pt x="10261" y="6489"/>
                  </a:cubicBezTo>
                  <a:cubicBezTo>
                    <a:pt x="10060" y="6426"/>
                    <a:pt x="9884" y="6351"/>
                    <a:pt x="9695" y="6263"/>
                  </a:cubicBezTo>
                  <a:cubicBezTo>
                    <a:pt x="9456" y="6150"/>
                    <a:pt x="9230" y="6024"/>
                    <a:pt x="9004" y="5886"/>
                  </a:cubicBezTo>
                  <a:lnTo>
                    <a:pt x="9004" y="5886"/>
                  </a:lnTo>
                  <a:cubicBezTo>
                    <a:pt x="9632" y="6125"/>
                    <a:pt x="10274" y="6288"/>
                    <a:pt x="10940" y="6401"/>
                  </a:cubicBezTo>
                  <a:cubicBezTo>
                    <a:pt x="12600" y="6684"/>
                    <a:pt x="13917" y="6757"/>
                    <a:pt x="14831" y="6757"/>
                  </a:cubicBezTo>
                  <a:cubicBezTo>
                    <a:pt x="15744" y="6757"/>
                    <a:pt x="16253" y="6684"/>
                    <a:pt x="16297" y="6678"/>
                  </a:cubicBezTo>
                  <a:cubicBezTo>
                    <a:pt x="16410" y="6678"/>
                    <a:pt x="16523" y="6615"/>
                    <a:pt x="16574" y="6502"/>
                  </a:cubicBezTo>
                  <a:cubicBezTo>
                    <a:pt x="16574" y="6489"/>
                    <a:pt x="16574" y="6477"/>
                    <a:pt x="16574" y="6452"/>
                  </a:cubicBezTo>
                  <a:cubicBezTo>
                    <a:pt x="16574" y="6426"/>
                    <a:pt x="16561" y="6414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89" y="6502"/>
                    <a:pt x="17379" y="6552"/>
                    <a:pt x="17655" y="6590"/>
                  </a:cubicBezTo>
                  <a:cubicBezTo>
                    <a:pt x="17932" y="6640"/>
                    <a:pt x="18196" y="6653"/>
                    <a:pt x="18422" y="6678"/>
                  </a:cubicBezTo>
                  <a:cubicBezTo>
                    <a:pt x="18649" y="6691"/>
                    <a:pt x="18850" y="6691"/>
                    <a:pt x="18976" y="6691"/>
                  </a:cubicBezTo>
                  <a:lnTo>
                    <a:pt x="19189" y="6691"/>
                  </a:lnTo>
                  <a:lnTo>
                    <a:pt x="18988" y="6653"/>
                  </a:lnTo>
                  <a:cubicBezTo>
                    <a:pt x="18862" y="6628"/>
                    <a:pt x="18686" y="6603"/>
                    <a:pt x="18473" y="6552"/>
                  </a:cubicBezTo>
                  <a:lnTo>
                    <a:pt x="18422" y="6540"/>
                  </a:lnTo>
                  <a:cubicBezTo>
                    <a:pt x="19139" y="6477"/>
                    <a:pt x="19969" y="6188"/>
                    <a:pt x="20723" y="5936"/>
                  </a:cubicBezTo>
                  <a:cubicBezTo>
                    <a:pt x="21264" y="5760"/>
                    <a:pt x="21817" y="5571"/>
                    <a:pt x="22107" y="5546"/>
                  </a:cubicBezTo>
                  <a:cubicBezTo>
                    <a:pt x="22937" y="5483"/>
                    <a:pt x="24093" y="5471"/>
                    <a:pt x="24106" y="5471"/>
                  </a:cubicBezTo>
                  <a:cubicBezTo>
                    <a:pt x="24117" y="5472"/>
                    <a:pt x="24127" y="5472"/>
                    <a:pt x="24138" y="5472"/>
                  </a:cubicBezTo>
                  <a:cubicBezTo>
                    <a:pt x="24253" y="5472"/>
                    <a:pt x="24365" y="5412"/>
                    <a:pt x="24446" y="5320"/>
                  </a:cubicBezTo>
                  <a:cubicBezTo>
                    <a:pt x="24458" y="5295"/>
                    <a:pt x="24471" y="5270"/>
                    <a:pt x="24471" y="5244"/>
                  </a:cubicBezTo>
                  <a:cubicBezTo>
                    <a:pt x="24458" y="5169"/>
                    <a:pt x="24408" y="5106"/>
                    <a:pt x="24332" y="5081"/>
                  </a:cubicBezTo>
                  <a:cubicBezTo>
                    <a:pt x="23980" y="4918"/>
                    <a:pt x="23616" y="4779"/>
                    <a:pt x="23238" y="4653"/>
                  </a:cubicBezTo>
                  <a:lnTo>
                    <a:pt x="23238" y="4653"/>
                  </a:lnTo>
                  <a:cubicBezTo>
                    <a:pt x="23314" y="4666"/>
                    <a:pt x="23389" y="4691"/>
                    <a:pt x="23465" y="4704"/>
                  </a:cubicBezTo>
                  <a:lnTo>
                    <a:pt x="23540" y="4729"/>
                  </a:lnTo>
                  <a:cubicBezTo>
                    <a:pt x="23691" y="4767"/>
                    <a:pt x="23867" y="4817"/>
                    <a:pt x="24031" y="4880"/>
                  </a:cubicBezTo>
                  <a:cubicBezTo>
                    <a:pt x="24194" y="4930"/>
                    <a:pt x="24370" y="4968"/>
                    <a:pt x="24534" y="5018"/>
                  </a:cubicBezTo>
                  <a:cubicBezTo>
                    <a:pt x="24684" y="5068"/>
                    <a:pt x="24848" y="5106"/>
                    <a:pt x="24974" y="5144"/>
                  </a:cubicBezTo>
                  <a:cubicBezTo>
                    <a:pt x="25099" y="5182"/>
                    <a:pt x="25213" y="5207"/>
                    <a:pt x="25288" y="5232"/>
                  </a:cubicBezTo>
                  <a:lnTo>
                    <a:pt x="25414" y="5257"/>
                  </a:lnTo>
                  <a:lnTo>
                    <a:pt x="25326" y="5194"/>
                  </a:lnTo>
                  <a:cubicBezTo>
                    <a:pt x="25263" y="5156"/>
                    <a:pt x="25187" y="5106"/>
                    <a:pt x="25074" y="5043"/>
                  </a:cubicBezTo>
                  <a:lnTo>
                    <a:pt x="25024" y="5018"/>
                  </a:lnTo>
                  <a:lnTo>
                    <a:pt x="25049" y="5006"/>
                  </a:lnTo>
                  <a:cubicBezTo>
                    <a:pt x="25640" y="4716"/>
                    <a:pt x="26281" y="4528"/>
                    <a:pt x="26948" y="4465"/>
                  </a:cubicBezTo>
                  <a:cubicBezTo>
                    <a:pt x="28256" y="4352"/>
                    <a:pt x="28809" y="4037"/>
                    <a:pt x="28847" y="3396"/>
                  </a:cubicBezTo>
                  <a:cubicBezTo>
                    <a:pt x="28847" y="3383"/>
                    <a:pt x="28847" y="3358"/>
                    <a:pt x="28847" y="3346"/>
                  </a:cubicBezTo>
                  <a:cubicBezTo>
                    <a:pt x="28834" y="2968"/>
                    <a:pt x="28419" y="2742"/>
                    <a:pt x="27929" y="2503"/>
                  </a:cubicBezTo>
                  <a:cubicBezTo>
                    <a:pt x="27577" y="2327"/>
                    <a:pt x="27237" y="2126"/>
                    <a:pt x="26923" y="1887"/>
                  </a:cubicBezTo>
                  <a:cubicBezTo>
                    <a:pt x="26470" y="1535"/>
                    <a:pt x="25640" y="1409"/>
                    <a:pt x="24823" y="1384"/>
                  </a:cubicBezTo>
                  <a:lnTo>
                    <a:pt x="24999" y="1371"/>
                  </a:lnTo>
                  <a:cubicBezTo>
                    <a:pt x="25112" y="1371"/>
                    <a:pt x="25225" y="1321"/>
                    <a:pt x="25301" y="1233"/>
                  </a:cubicBezTo>
                  <a:cubicBezTo>
                    <a:pt x="25326" y="1208"/>
                    <a:pt x="25338" y="1170"/>
                    <a:pt x="25338" y="1133"/>
                  </a:cubicBezTo>
                  <a:cubicBezTo>
                    <a:pt x="25338" y="1082"/>
                    <a:pt x="25301" y="1044"/>
                    <a:pt x="25263" y="1019"/>
                  </a:cubicBezTo>
                  <a:cubicBezTo>
                    <a:pt x="25238" y="994"/>
                    <a:pt x="24596" y="529"/>
                    <a:pt x="23377" y="328"/>
                  </a:cubicBezTo>
                  <a:cubicBezTo>
                    <a:pt x="23013" y="255"/>
                    <a:pt x="22649" y="219"/>
                    <a:pt x="22285" y="219"/>
                  </a:cubicBezTo>
                  <a:cubicBezTo>
                    <a:pt x="22083" y="219"/>
                    <a:pt x="21881" y="230"/>
                    <a:pt x="21679" y="252"/>
                  </a:cubicBezTo>
                  <a:cubicBezTo>
                    <a:pt x="21729" y="227"/>
                    <a:pt x="21780" y="202"/>
                    <a:pt x="21817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26"/>
                  </a:lnTo>
                  <a:lnTo>
                    <a:pt x="22044" y="26"/>
                  </a:lnTo>
                  <a:cubicBezTo>
                    <a:pt x="21968" y="39"/>
                    <a:pt x="21868" y="51"/>
                    <a:pt x="21729" y="76"/>
                  </a:cubicBezTo>
                  <a:cubicBezTo>
                    <a:pt x="21604" y="101"/>
                    <a:pt x="21465" y="152"/>
                    <a:pt x="21314" y="202"/>
                  </a:cubicBezTo>
                  <a:lnTo>
                    <a:pt x="21189" y="252"/>
                  </a:lnTo>
                  <a:cubicBezTo>
                    <a:pt x="21138" y="152"/>
                    <a:pt x="21025" y="89"/>
                    <a:pt x="20912" y="89"/>
                  </a:cubicBezTo>
                  <a:cubicBezTo>
                    <a:pt x="20899" y="89"/>
                    <a:pt x="20786" y="81"/>
                    <a:pt x="20581" y="81"/>
                  </a:cubicBezTo>
                  <a:cubicBezTo>
                    <a:pt x="20192" y="81"/>
                    <a:pt x="19474" y="108"/>
                    <a:pt x="18485" y="265"/>
                  </a:cubicBezTo>
                  <a:lnTo>
                    <a:pt x="18447" y="265"/>
                  </a:lnTo>
                  <a:lnTo>
                    <a:pt x="18473" y="240"/>
                  </a:lnTo>
                  <a:cubicBezTo>
                    <a:pt x="18586" y="177"/>
                    <a:pt x="18686" y="114"/>
                    <a:pt x="18762" y="76"/>
                  </a:cubicBezTo>
                  <a:lnTo>
                    <a:pt x="188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24"/>
            <p:cNvSpPr/>
            <p:nvPr/>
          </p:nvSpPr>
          <p:spPr>
            <a:xfrm>
              <a:off x="4511975" y="2067325"/>
              <a:ext cx="607700" cy="37425"/>
            </a:xfrm>
            <a:custGeom>
              <a:avLst/>
              <a:gdLst/>
              <a:ahLst/>
              <a:cxnLst/>
              <a:rect l="l" t="t" r="r" b="b"/>
              <a:pathLst>
                <a:path w="24308" h="1497" extrusionOk="0">
                  <a:moveTo>
                    <a:pt x="1" y="0"/>
                  </a:moveTo>
                  <a:lnTo>
                    <a:pt x="1" y="0"/>
                  </a:lnTo>
                  <a:cubicBezTo>
                    <a:pt x="1874" y="579"/>
                    <a:pt x="3811" y="994"/>
                    <a:pt x="5760" y="1233"/>
                  </a:cubicBezTo>
                  <a:cubicBezTo>
                    <a:pt x="6766" y="1358"/>
                    <a:pt x="7810" y="1434"/>
                    <a:pt x="8841" y="1472"/>
                  </a:cubicBezTo>
                  <a:cubicBezTo>
                    <a:pt x="9356" y="1497"/>
                    <a:pt x="9884" y="1497"/>
                    <a:pt x="10400" y="1497"/>
                  </a:cubicBezTo>
                  <a:cubicBezTo>
                    <a:pt x="10928" y="1484"/>
                    <a:pt x="11444" y="1472"/>
                    <a:pt x="11972" y="1446"/>
                  </a:cubicBezTo>
                  <a:cubicBezTo>
                    <a:pt x="14047" y="1333"/>
                    <a:pt x="16121" y="1094"/>
                    <a:pt x="18171" y="717"/>
                  </a:cubicBezTo>
                  <a:cubicBezTo>
                    <a:pt x="19177" y="541"/>
                    <a:pt x="20183" y="340"/>
                    <a:pt x="21214" y="202"/>
                  </a:cubicBezTo>
                  <a:cubicBezTo>
                    <a:pt x="21784" y="124"/>
                    <a:pt x="22361" y="82"/>
                    <a:pt x="22939" y="82"/>
                  </a:cubicBezTo>
                  <a:cubicBezTo>
                    <a:pt x="23396" y="82"/>
                    <a:pt x="23853" y="108"/>
                    <a:pt x="24308" y="164"/>
                  </a:cubicBezTo>
                  <a:cubicBezTo>
                    <a:pt x="23780" y="93"/>
                    <a:pt x="23249" y="58"/>
                    <a:pt x="22718" y="58"/>
                  </a:cubicBezTo>
                  <a:cubicBezTo>
                    <a:pt x="22211" y="58"/>
                    <a:pt x="21705" y="90"/>
                    <a:pt x="21202" y="151"/>
                  </a:cubicBezTo>
                  <a:cubicBezTo>
                    <a:pt x="20171" y="277"/>
                    <a:pt x="19165" y="466"/>
                    <a:pt x="18133" y="629"/>
                  </a:cubicBezTo>
                  <a:cubicBezTo>
                    <a:pt x="16096" y="994"/>
                    <a:pt x="14034" y="1233"/>
                    <a:pt x="11972" y="1333"/>
                  </a:cubicBezTo>
                  <a:cubicBezTo>
                    <a:pt x="11456" y="1371"/>
                    <a:pt x="10941" y="1384"/>
                    <a:pt x="10413" y="1396"/>
                  </a:cubicBezTo>
                  <a:cubicBezTo>
                    <a:pt x="10274" y="1399"/>
                    <a:pt x="10136" y="1401"/>
                    <a:pt x="9998" y="1401"/>
                  </a:cubicBezTo>
                  <a:cubicBezTo>
                    <a:pt x="9621" y="1401"/>
                    <a:pt x="9243" y="1389"/>
                    <a:pt x="8866" y="1371"/>
                  </a:cubicBezTo>
                  <a:cubicBezTo>
                    <a:pt x="7835" y="1333"/>
                    <a:pt x="6816" y="1258"/>
                    <a:pt x="5810" y="1145"/>
                  </a:cubicBezTo>
                  <a:cubicBezTo>
                    <a:pt x="4804" y="1031"/>
                    <a:pt x="3811" y="868"/>
                    <a:pt x="2830" y="679"/>
                  </a:cubicBezTo>
                  <a:cubicBezTo>
                    <a:pt x="1862" y="491"/>
                    <a:pt x="919" y="26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24"/>
            <p:cNvSpPr/>
            <p:nvPr/>
          </p:nvSpPr>
          <p:spPr>
            <a:xfrm>
              <a:off x="4620425" y="2008975"/>
              <a:ext cx="589475" cy="156250"/>
            </a:xfrm>
            <a:custGeom>
              <a:avLst/>
              <a:gdLst/>
              <a:ahLst/>
              <a:cxnLst/>
              <a:rect l="l" t="t" r="r" b="b"/>
              <a:pathLst>
                <a:path w="23579" h="6250" extrusionOk="0">
                  <a:moveTo>
                    <a:pt x="18876" y="1643"/>
                  </a:moveTo>
                  <a:lnTo>
                    <a:pt x="18775" y="1668"/>
                  </a:lnTo>
                  <a:lnTo>
                    <a:pt x="18498" y="1743"/>
                  </a:lnTo>
                  <a:cubicBezTo>
                    <a:pt x="18385" y="1756"/>
                    <a:pt x="18259" y="1794"/>
                    <a:pt x="18109" y="1831"/>
                  </a:cubicBezTo>
                  <a:cubicBezTo>
                    <a:pt x="17970" y="1856"/>
                    <a:pt x="17819" y="1894"/>
                    <a:pt x="17668" y="1932"/>
                  </a:cubicBezTo>
                  <a:cubicBezTo>
                    <a:pt x="17518" y="1970"/>
                    <a:pt x="17367" y="1995"/>
                    <a:pt x="17228" y="2033"/>
                  </a:cubicBezTo>
                  <a:cubicBezTo>
                    <a:pt x="17103" y="2070"/>
                    <a:pt x="16964" y="2095"/>
                    <a:pt x="16851" y="2133"/>
                  </a:cubicBezTo>
                  <a:lnTo>
                    <a:pt x="16574" y="2196"/>
                  </a:lnTo>
                  <a:lnTo>
                    <a:pt x="16474" y="2221"/>
                  </a:lnTo>
                  <a:lnTo>
                    <a:pt x="16474" y="2221"/>
                  </a:lnTo>
                  <a:lnTo>
                    <a:pt x="16562" y="2171"/>
                  </a:lnTo>
                  <a:cubicBezTo>
                    <a:pt x="16625" y="2146"/>
                    <a:pt x="16700" y="2108"/>
                    <a:pt x="16813" y="2070"/>
                  </a:cubicBezTo>
                  <a:cubicBezTo>
                    <a:pt x="16914" y="2033"/>
                    <a:pt x="17040" y="1995"/>
                    <a:pt x="17178" y="1945"/>
                  </a:cubicBezTo>
                  <a:cubicBezTo>
                    <a:pt x="17316" y="1907"/>
                    <a:pt x="17467" y="1869"/>
                    <a:pt x="17618" y="1831"/>
                  </a:cubicBezTo>
                  <a:cubicBezTo>
                    <a:pt x="17769" y="1794"/>
                    <a:pt x="17933" y="1768"/>
                    <a:pt x="18071" y="1731"/>
                  </a:cubicBezTo>
                  <a:cubicBezTo>
                    <a:pt x="18222" y="1706"/>
                    <a:pt x="18360" y="1693"/>
                    <a:pt x="18486" y="1680"/>
                  </a:cubicBezTo>
                  <a:cubicBezTo>
                    <a:pt x="18599" y="1668"/>
                    <a:pt x="18700" y="1655"/>
                    <a:pt x="18775" y="1655"/>
                  </a:cubicBezTo>
                  <a:lnTo>
                    <a:pt x="18876" y="1643"/>
                  </a:lnTo>
                  <a:close/>
                  <a:moveTo>
                    <a:pt x="17341" y="443"/>
                  </a:moveTo>
                  <a:cubicBezTo>
                    <a:pt x="17396" y="443"/>
                    <a:pt x="17451" y="445"/>
                    <a:pt x="17505" y="448"/>
                  </a:cubicBezTo>
                  <a:cubicBezTo>
                    <a:pt x="17580" y="448"/>
                    <a:pt x="17631" y="461"/>
                    <a:pt x="17656" y="461"/>
                  </a:cubicBezTo>
                  <a:cubicBezTo>
                    <a:pt x="17618" y="461"/>
                    <a:pt x="17568" y="461"/>
                    <a:pt x="17492" y="473"/>
                  </a:cubicBezTo>
                  <a:cubicBezTo>
                    <a:pt x="17304" y="486"/>
                    <a:pt x="17115" y="524"/>
                    <a:pt x="16927" y="574"/>
                  </a:cubicBezTo>
                  <a:cubicBezTo>
                    <a:pt x="16688" y="624"/>
                    <a:pt x="16449" y="712"/>
                    <a:pt x="16235" y="825"/>
                  </a:cubicBezTo>
                  <a:cubicBezTo>
                    <a:pt x="16021" y="926"/>
                    <a:pt x="15820" y="1077"/>
                    <a:pt x="15657" y="1253"/>
                  </a:cubicBezTo>
                  <a:cubicBezTo>
                    <a:pt x="15493" y="1416"/>
                    <a:pt x="15342" y="1592"/>
                    <a:pt x="15204" y="1768"/>
                  </a:cubicBezTo>
                  <a:cubicBezTo>
                    <a:pt x="15078" y="1932"/>
                    <a:pt x="14927" y="2095"/>
                    <a:pt x="14764" y="2234"/>
                  </a:cubicBezTo>
                  <a:cubicBezTo>
                    <a:pt x="14625" y="2347"/>
                    <a:pt x="14487" y="2435"/>
                    <a:pt x="14336" y="2523"/>
                  </a:cubicBezTo>
                  <a:lnTo>
                    <a:pt x="14324" y="2523"/>
                  </a:lnTo>
                  <a:cubicBezTo>
                    <a:pt x="14261" y="2548"/>
                    <a:pt x="14198" y="2573"/>
                    <a:pt x="14122" y="2586"/>
                  </a:cubicBezTo>
                  <a:cubicBezTo>
                    <a:pt x="14185" y="2561"/>
                    <a:pt x="14236" y="2523"/>
                    <a:pt x="14286" y="2485"/>
                  </a:cubicBezTo>
                  <a:cubicBezTo>
                    <a:pt x="14399" y="2410"/>
                    <a:pt x="14512" y="2297"/>
                    <a:pt x="14600" y="2183"/>
                  </a:cubicBezTo>
                  <a:cubicBezTo>
                    <a:pt x="14739" y="2045"/>
                    <a:pt x="14852" y="1882"/>
                    <a:pt x="14940" y="1718"/>
                  </a:cubicBezTo>
                  <a:cubicBezTo>
                    <a:pt x="15065" y="1517"/>
                    <a:pt x="15216" y="1341"/>
                    <a:pt x="15367" y="1165"/>
                  </a:cubicBezTo>
                  <a:cubicBezTo>
                    <a:pt x="15568" y="964"/>
                    <a:pt x="15807" y="800"/>
                    <a:pt x="16071" y="687"/>
                  </a:cubicBezTo>
                  <a:cubicBezTo>
                    <a:pt x="16336" y="586"/>
                    <a:pt x="16612" y="511"/>
                    <a:pt x="16889" y="473"/>
                  </a:cubicBezTo>
                  <a:cubicBezTo>
                    <a:pt x="17036" y="455"/>
                    <a:pt x="17190" y="443"/>
                    <a:pt x="17341" y="443"/>
                  </a:cubicBezTo>
                  <a:close/>
                  <a:moveTo>
                    <a:pt x="3283" y="2322"/>
                  </a:moveTo>
                  <a:lnTo>
                    <a:pt x="3195" y="2359"/>
                  </a:lnTo>
                  <a:lnTo>
                    <a:pt x="2956" y="2435"/>
                  </a:lnTo>
                  <a:cubicBezTo>
                    <a:pt x="2855" y="2460"/>
                    <a:pt x="2742" y="2510"/>
                    <a:pt x="2616" y="2548"/>
                  </a:cubicBezTo>
                  <a:cubicBezTo>
                    <a:pt x="2478" y="2586"/>
                    <a:pt x="2352" y="2624"/>
                    <a:pt x="2227" y="2674"/>
                  </a:cubicBezTo>
                  <a:cubicBezTo>
                    <a:pt x="2088" y="2724"/>
                    <a:pt x="1950" y="2762"/>
                    <a:pt x="1837" y="2800"/>
                  </a:cubicBezTo>
                  <a:lnTo>
                    <a:pt x="1497" y="2913"/>
                  </a:lnTo>
                  <a:lnTo>
                    <a:pt x="1246" y="3001"/>
                  </a:lnTo>
                  <a:lnTo>
                    <a:pt x="1158" y="3026"/>
                  </a:lnTo>
                  <a:lnTo>
                    <a:pt x="1233" y="2976"/>
                  </a:lnTo>
                  <a:cubicBezTo>
                    <a:pt x="1284" y="2950"/>
                    <a:pt x="1359" y="2913"/>
                    <a:pt x="1447" y="2862"/>
                  </a:cubicBezTo>
                  <a:cubicBezTo>
                    <a:pt x="1535" y="2825"/>
                    <a:pt x="1636" y="2774"/>
                    <a:pt x="1761" y="2724"/>
                  </a:cubicBezTo>
                  <a:cubicBezTo>
                    <a:pt x="1875" y="2674"/>
                    <a:pt x="2013" y="2624"/>
                    <a:pt x="2139" y="2586"/>
                  </a:cubicBezTo>
                  <a:cubicBezTo>
                    <a:pt x="2277" y="2536"/>
                    <a:pt x="2415" y="2498"/>
                    <a:pt x="2554" y="2460"/>
                  </a:cubicBezTo>
                  <a:cubicBezTo>
                    <a:pt x="2679" y="2422"/>
                    <a:pt x="2805" y="2397"/>
                    <a:pt x="2918" y="2385"/>
                  </a:cubicBezTo>
                  <a:cubicBezTo>
                    <a:pt x="3019" y="2359"/>
                    <a:pt x="3119" y="2347"/>
                    <a:pt x="3182" y="2334"/>
                  </a:cubicBezTo>
                  <a:lnTo>
                    <a:pt x="3283" y="2322"/>
                  </a:lnTo>
                  <a:close/>
                  <a:moveTo>
                    <a:pt x="9822" y="1454"/>
                  </a:moveTo>
                  <a:cubicBezTo>
                    <a:pt x="9822" y="1454"/>
                    <a:pt x="9759" y="1492"/>
                    <a:pt x="9646" y="1567"/>
                  </a:cubicBezTo>
                  <a:cubicBezTo>
                    <a:pt x="9470" y="1655"/>
                    <a:pt x="9294" y="1743"/>
                    <a:pt x="9118" y="1831"/>
                  </a:cubicBezTo>
                  <a:cubicBezTo>
                    <a:pt x="8891" y="1919"/>
                    <a:pt x="8615" y="2033"/>
                    <a:pt x="8313" y="2133"/>
                  </a:cubicBezTo>
                  <a:cubicBezTo>
                    <a:pt x="7998" y="2234"/>
                    <a:pt x="7659" y="2322"/>
                    <a:pt x="7319" y="2410"/>
                  </a:cubicBezTo>
                  <a:cubicBezTo>
                    <a:pt x="6980" y="2498"/>
                    <a:pt x="6640" y="2573"/>
                    <a:pt x="6313" y="2649"/>
                  </a:cubicBezTo>
                  <a:cubicBezTo>
                    <a:pt x="5999" y="2737"/>
                    <a:pt x="5685" y="2787"/>
                    <a:pt x="5446" y="2850"/>
                  </a:cubicBezTo>
                  <a:cubicBezTo>
                    <a:pt x="5194" y="2913"/>
                    <a:pt x="4968" y="2963"/>
                    <a:pt x="4830" y="3013"/>
                  </a:cubicBezTo>
                  <a:lnTo>
                    <a:pt x="4591" y="3076"/>
                  </a:lnTo>
                  <a:lnTo>
                    <a:pt x="4817" y="2988"/>
                  </a:lnTo>
                  <a:cubicBezTo>
                    <a:pt x="4955" y="2938"/>
                    <a:pt x="5157" y="2875"/>
                    <a:pt x="5408" y="2800"/>
                  </a:cubicBezTo>
                  <a:cubicBezTo>
                    <a:pt x="5660" y="2724"/>
                    <a:pt x="5961" y="2649"/>
                    <a:pt x="6276" y="2561"/>
                  </a:cubicBezTo>
                  <a:cubicBezTo>
                    <a:pt x="6590" y="2485"/>
                    <a:pt x="6930" y="2410"/>
                    <a:pt x="7269" y="2322"/>
                  </a:cubicBezTo>
                  <a:cubicBezTo>
                    <a:pt x="7609" y="2221"/>
                    <a:pt x="7936" y="2146"/>
                    <a:pt x="8250" y="2045"/>
                  </a:cubicBezTo>
                  <a:cubicBezTo>
                    <a:pt x="8552" y="1957"/>
                    <a:pt x="8841" y="1869"/>
                    <a:pt x="9067" y="1781"/>
                  </a:cubicBezTo>
                  <a:cubicBezTo>
                    <a:pt x="9306" y="1693"/>
                    <a:pt x="9495" y="1605"/>
                    <a:pt x="9621" y="1555"/>
                  </a:cubicBezTo>
                  <a:cubicBezTo>
                    <a:pt x="9746" y="1492"/>
                    <a:pt x="9822" y="1454"/>
                    <a:pt x="9822" y="1454"/>
                  </a:cubicBezTo>
                  <a:close/>
                  <a:moveTo>
                    <a:pt x="13242" y="1228"/>
                  </a:moveTo>
                  <a:lnTo>
                    <a:pt x="13129" y="1341"/>
                  </a:lnTo>
                  <a:cubicBezTo>
                    <a:pt x="13054" y="1404"/>
                    <a:pt x="12940" y="1492"/>
                    <a:pt x="12789" y="1605"/>
                  </a:cubicBezTo>
                  <a:cubicBezTo>
                    <a:pt x="12639" y="1731"/>
                    <a:pt x="12463" y="1844"/>
                    <a:pt x="12249" y="1970"/>
                  </a:cubicBezTo>
                  <a:cubicBezTo>
                    <a:pt x="12048" y="2095"/>
                    <a:pt x="11809" y="2221"/>
                    <a:pt x="11570" y="2347"/>
                  </a:cubicBezTo>
                  <a:cubicBezTo>
                    <a:pt x="11331" y="2460"/>
                    <a:pt x="11067" y="2573"/>
                    <a:pt x="10828" y="2661"/>
                  </a:cubicBezTo>
                  <a:cubicBezTo>
                    <a:pt x="10576" y="2762"/>
                    <a:pt x="10337" y="2837"/>
                    <a:pt x="10124" y="2900"/>
                  </a:cubicBezTo>
                  <a:cubicBezTo>
                    <a:pt x="9922" y="2963"/>
                    <a:pt x="9734" y="3013"/>
                    <a:pt x="9608" y="3039"/>
                  </a:cubicBezTo>
                  <a:lnTo>
                    <a:pt x="9419" y="3089"/>
                  </a:lnTo>
                  <a:lnTo>
                    <a:pt x="9595" y="3026"/>
                  </a:lnTo>
                  <a:cubicBezTo>
                    <a:pt x="9721" y="2988"/>
                    <a:pt x="9885" y="2925"/>
                    <a:pt x="10086" y="2850"/>
                  </a:cubicBezTo>
                  <a:cubicBezTo>
                    <a:pt x="10274" y="2774"/>
                    <a:pt x="10501" y="2699"/>
                    <a:pt x="10740" y="2586"/>
                  </a:cubicBezTo>
                  <a:cubicBezTo>
                    <a:pt x="10979" y="2485"/>
                    <a:pt x="11230" y="2385"/>
                    <a:pt x="11469" y="2259"/>
                  </a:cubicBezTo>
                  <a:cubicBezTo>
                    <a:pt x="11708" y="2146"/>
                    <a:pt x="11934" y="2020"/>
                    <a:pt x="12148" y="1907"/>
                  </a:cubicBezTo>
                  <a:cubicBezTo>
                    <a:pt x="12362" y="1781"/>
                    <a:pt x="12563" y="1680"/>
                    <a:pt x="12714" y="1567"/>
                  </a:cubicBezTo>
                  <a:cubicBezTo>
                    <a:pt x="12877" y="1467"/>
                    <a:pt x="13016" y="1391"/>
                    <a:pt x="13104" y="1328"/>
                  </a:cubicBezTo>
                  <a:lnTo>
                    <a:pt x="13242" y="1228"/>
                  </a:lnTo>
                  <a:close/>
                  <a:moveTo>
                    <a:pt x="18071" y="2862"/>
                  </a:moveTo>
                  <a:cubicBezTo>
                    <a:pt x="18297" y="2862"/>
                    <a:pt x="18561" y="2862"/>
                    <a:pt x="18838" y="2875"/>
                  </a:cubicBezTo>
                  <a:cubicBezTo>
                    <a:pt x="19115" y="2875"/>
                    <a:pt x="19416" y="2900"/>
                    <a:pt x="19718" y="2938"/>
                  </a:cubicBezTo>
                  <a:cubicBezTo>
                    <a:pt x="20007" y="2963"/>
                    <a:pt x="20297" y="3013"/>
                    <a:pt x="20573" y="3051"/>
                  </a:cubicBezTo>
                  <a:cubicBezTo>
                    <a:pt x="20837" y="3101"/>
                    <a:pt x="21076" y="3152"/>
                    <a:pt x="21290" y="3202"/>
                  </a:cubicBezTo>
                  <a:cubicBezTo>
                    <a:pt x="21491" y="3252"/>
                    <a:pt x="21667" y="3290"/>
                    <a:pt x="21780" y="3328"/>
                  </a:cubicBezTo>
                  <a:lnTo>
                    <a:pt x="21969" y="3378"/>
                  </a:lnTo>
                  <a:lnTo>
                    <a:pt x="21768" y="3340"/>
                  </a:lnTo>
                  <a:cubicBezTo>
                    <a:pt x="21642" y="3328"/>
                    <a:pt x="21466" y="3290"/>
                    <a:pt x="21252" y="3252"/>
                  </a:cubicBezTo>
                  <a:cubicBezTo>
                    <a:pt x="21039" y="3215"/>
                    <a:pt x="20800" y="3177"/>
                    <a:pt x="20536" y="3139"/>
                  </a:cubicBezTo>
                  <a:lnTo>
                    <a:pt x="20523" y="3139"/>
                  </a:lnTo>
                  <a:cubicBezTo>
                    <a:pt x="20259" y="3101"/>
                    <a:pt x="19970" y="3064"/>
                    <a:pt x="19668" y="3026"/>
                  </a:cubicBezTo>
                  <a:cubicBezTo>
                    <a:pt x="19379" y="3001"/>
                    <a:pt x="19089" y="2976"/>
                    <a:pt x="18813" y="2950"/>
                  </a:cubicBezTo>
                  <a:cubicBezTo>
                    <a:pt x="18536" y="2938"/>
                    <a:pt x="18285" y="2913"/>
                    <a:pt x="18058" y="2913"/>
                  </a:cubicBezTo>
                  <a:cubicBezTo>
                    <a:pt x="17832" y="2900"/>
                    <a:pt x="17643" y="2900"/>
                    <a:pt x="17518" y="2888"/>
                  </a:cubicBezTo>
                  <a:lnTo>
                    <a:pt x="17316" y="2888"/>
                  </a:lnTo>
                  <a:lnTo>
                    <a:pt x="17518" y="2875"/>
                  </a:lnTo>
                  <a:cubicBezTo>
                    <a:pt x="17656" y="2875"/>
                    <a:pt x="17832" y="2862"/>
                    <a:pt x="18071" y="2862"/>
                  </a:cubicBezTo>
                  <a:close/>
                  <a:moveTo>
                    <a:pt x="9885" y="4019"/>
                  </a:moveTo>
                  <a:lnTo>
                    <a:pt x="10186" y="4057"/>
                  </a:lnTo>
                  <a:lnTo>
                    <a:pt x="10337" y="4095"/>
                  </a:lnTo>
                  <a:lnTo>
                    <a:pt x="10526" y="4120"/>
                  </a:lnTo>
                  <a:cubicBezTo>
                    <a:pt x="10664" y="4133"/>
                    <a:pt x="10815" y="4145"/>
                    <a:pt x="10979" y="4158"/>
                  </a:cubicBezTo>
                  <a:cubicBezTo>
                    <a:pt x="11306" y="4195"/>
                    <a:pt x="11695" y="4221"/>
                    <a:pt x="12123" y="4233"/>
                  </a:cubicBezTo>
                  <a:cubicBezTo>
                    <a:pt x="12551" y="4246"/>
                    <a:pt x="12991" y="4258"/>
                    <a:pt x="13456" y="4258"/>
                  </a:cubicBezTo>
                  <a:cubicBezTo>
                    <a:pt x="13909" y="4258"/>
                    <a:pt x="14361" y="4283"/>
                    <a:pt x="14789" y="4309"/>
                  </a:cubicBezTo>
                  <a:cubicBezTo>
                    <a:pt x="15229" y="4334"/>
                    <a:pt x="15619" y="4371"/>
                    <a:pt x="15946" y="4422"/>
                  </a:cubicBezTo>
                  <a:cubicBezTo>
                    <a:pt x="16122" y="4447"/>
                    <a:pt x="16260" y="4485"/>
                    <a:pt x="16398" y="4510"/>
                  </a:cubicBezTo>
                  <a:cubicBezTo>
                    <a:pt x="16524" y="4535"/>
                    <a:pt x="16637" y="4560"/>
                    <a:pt x="16725" y="4585"/>
                  </a:cubicBezTo>
                  <a:lnTo>
                    <a:pt x="17015" y="4661"/>
                  </a:lnTo>
                  <a:lnTo>
                    <a:pt x="16713" y="4623"/>
                  </a:lnTo>
                  <a:cubicBezTo>
                    <a:pt x="16612" y="4610"/>
                    <a:pt x="16499" y="4598"/>
                    <a:pt x="16361" y="4585"/>
                  </a:cubicBezTo>
                  <a:cubicBezTo>
                    <a:pt x="16222" y="4573"/>
                    <a:pt x="16071" y="4547"/>
                    <a:pt x="15908" y="4547"/>
                  </a:cubicBezTo>
                  <a:cubicBezTo>
                    <a:pt x="15568" y="4510"/>
                    <a:pt x="15179" y="4497"/>
                    <a:pt x="14751" y="4497"/>
                  </a:cubicBezTo>
                  <a:cubicBezTo>
                    <a:pt x="14336" y="4485"/>
                    <a:pt x="13883" y="4472"/>
                    <a:pt x="13418" y="4472"/>
                  </a:cubicBezTo>
                  <a:cubicBezTo>
                    <a:pt x="12965" y="4472"/>
                    <a:pt x="12513" y="4447"/>
                    <a:pt x="12085" y="4422"/>
                  </a:cubicBezTo>
                  <a:cubicBezTo>
                    <a:pt x="11645" y="4397"/>
                    <a:pt x="11255" y="4334"/>
                    <a:pt x="10928" y="4283"/>
                  </a:cubicBezTo>
                  <a:cubicBezTo>
                    <a:pt x="10765" y="4246"/>
                    <a:pt x="10614" y="4221"/>
                    <a:pt x="10488" y="4183"/>
                  </a:cubicBezTo>
                  <a:lnTo>
                    <a:pt x="10312" y="4145"/>
                  </a:lnTo>
                  <a:lnTo>
                    <a:pt x="10161" y="4095"/>
                  </a:lnTo>
                  <a:lnTo>
                    <a:pt x="9885" y="4019"/>
                  </a:lnTo>
                  <a:close/>
                  <a:moveTo>
                    <a:pt x="1963" y="3818"/>
                  </a:moveTo>
                  <a:lnTo>
                    <a:pt x="2126" y="3919"/>
                  </a:lnTo>
                  <a:cubicBezTo>
                    <a:pt x="2227" y="3969"/>
                    <a:pt x="2378" y="4057"/>
                    <a:pt x="2566" y="4145"/>
                  </a:cubicBezTo>
                  <a:cubicBezTo>
                    <a:pt x="2742" y="4246"/>
                    <a:pt x="2981" y="4346"/>
                    <a:pt x="3220" y="4459"/>
                  </a:cubicBezTo>
                  <a:cubicBezTo>
                    <a:pt x="3459" y="4573"/>
                    <a:pt x="3723" y="4686"/>
                    <a:pt x="4000" y="4774"/>
                  </a:cubicBezTo>
                  <a:cubicBezTo>
                    <a:pt x="4276" y="4874"/>
                    <a:pt x="4553" y="4975"/>
                    <a:pt x="4830" y="5050"/>
                  </a:cubicBezTo>
                  <a:cubicBezTo>
                    <a:pt x="5106" y="5126"/>
                    <a:pt x="5358" y="5214"/>
                    <a:pt x="5584" y="5252"/>
                  </a:cubicBezTo>
                  <a:cubicBezTo>
                    <a:pt x="5823" y="5302"/>
                    <a:pt x="6012" y="5352"/>
                    <a:pt x="6150" y="5377"/>
                  </a:cubicBezTo>
                  <a:lnTo>
                    <a:pt x="6364" y="5415"/>
                  </a:lnTo>
                  <a:lnTo>
                    <a:pt x="6137" y="5390"/>
                  </a:lnTo>
                  <a:cubicBezTo>
                    <a:pt x="5999" y="5377"/>
                    <a:pt x="5798" y="5352"/>
                    <a:pt x="5559" y="5315"/>
                  </a:cubicBezTo>
                  <a:cubicBezTo>
                    <a:pt x="5320" y="5264"/>
                    <a:pt x="5043" y="5214"/>
                    <a:pt x="4767" y="5139"/>
                  </a:cubicBezTo>
                  <a:cubicBezTo>
                    <a:pt x="4490" y="5063"/>
                    <a:pt x="4201" y="4962"/>
                    <a:pt x="3912" y="4862"/>
                  </a:cubicBezTo>
                  <a:cubicBezTo>
                    <a:pt x="3635" y="4761"/>
                    <a:pt x="3371" y="4648"/>
                    <a:pt x="3132" y="4535"/>
                  </a:cubicBezTo>
                  <a:cubicBezTo>
                    <a:pt x="2881" y="4422"/>
                    <a:pt x="2679" y="4296"/>
                    <a:pt x="2503" y="4195"/>
                  </a:cubicBezTo>
                  <a:cubicBezTo>
                    <a:pt x="2315" y="4082"/>
                    <a:pt x="2189" y="3994"/>
                    <a:pt x="2101" y="3931"/>
                  </a:cubicBezTo>
                  <a:lnTo>
                    <a:pt x="1963" y="3818"/>
                  </a:lnTo>
                  <a:close/>
                  <a:moveTo>
                    <a:pt x="9545" y="4912"/>
                  </a:moveTo>
                  <a:lnTo>
                    <a:pt x="9721" y="4937"/>
                  </a:lnTo>
                  <a:lnTo>
                    <a:pt x="10161" y="5025"/>
                  </a:lnTo>
                  <a:lnTo>
                    <a:pt x="10777" y="5139"/>
                  </a:lnTo>
                  <a:cubicBezTo>
                    <a:pt x="11004" y="5189"/>
                    <a:pt x="11243" y="5239"/>
                    <a:pt x="11482" y="5277"/>
                  </a:cubicBezTo>
                  <a:cubicBezTo>
                    <a:pt x="11721" y="5327"/>
                    <a:pt x="11960" y="5377"/>
                    <a:pt x="12186" y="5415"/>
                  </a:cubicBezTo>
                  <a:lnTo>
                    <a:pt x="12815" y="5553"/>
                  </a:lnTo>
                  <a:lnTo>
                    <a:pt x="13255" y="5629"/>
                  </a:lnTo>
                  <a:lnTo>
                    <a:pt x="13418" y="5667"/>
                  </a:lnTo>
                  <a:lnTo>
                    <a:pt x="13242" y="5654"/>
                  </a:lnTo>
                  <a:cubicBezTo>
                    <a:pt x="13129" y="5641"/>
                    <a:pt x="12978" y="5629"/>
                    <a:pt x="12789" y="5604"/>
                  </a:cubicBezTo>
                  <a:cubicBezTo>
                    <a:pt x="12601" y="5579"/>
                    <a:pt x="12374" y="5553"/>
                    <a:pt x="12148" y="5516"/>
                  </a:cubicBezTo>
                  <a:cubicBezTo>
                    <a:pt x="11909" y="5478"/>
                    <a:pt x="11670" y="5440"/>
                    <a:pt x="11419" y="5390"/>
                  </a:cubicBezTo>
                  <a:cubicBezTo>
                    <a:pt x="11180" y="5352"/>
                    <a:pt x="10941" y="5289"/>
                    <a:pt x="10715" y="5239"/>
                  </a:cubicBezTo>
                  <a:cubicBezTo>
                    <a:pt x="10501" y="5176"/>
                    <a:pt x="10300" y="5126"/>
                    <a:pt x="10124" y="5076"/>
                  </a:cubicBezTo>
                  <a:cubicBezTo>
                    <a:pt x="9948" y="5025"/>
                    <a:pt x="9809" y="4988"/>
                    <a:pt x="9709" y="4962"/>
                  </a:cubicBezTo>
                  <a:lnTo>
                    <a:pt x="9545" y="4912"/>
                  </a:lnTo>
                  <a:close/>
                  <a:moveTo>
                    <a:pt x="5483" y="4346"/>
                  </a:moveTo>
                  <a:lnTo>
                    <a:pt x="5685" y="4409"/>
                  </a:lnTo>
                  <a:cubicBezTo>
                    <a:pt x="5798" y="4459"/>
                    <a:pt x="5974" y="4522"/>
                    <a:pt x="6188" y="4585"/>
                  </a:cubicBezTo>
                  <a:cubicBezTo>
                    <a:pt x="6401" y="4661"/>
                    <a:pt x="6640" y="4749"/>
                    <a:pt x="6892" y="4837"/>
                  </a:cubicBezTo>
                  <a:cubicBezTo>
                    <a:pt x="7156" y="4937"/>
                    <a:pt x="7433" y="5038"/>
                    <a:pt x="7709" y="5126"/>
                  </a:cubicBezTo>
                  <a:cubicBezTo>
                    <a:pt x="7986" y="5227"/>
                    <a:pt x="8250" y="5327"/>
                    <a:pt x="8514" y="5415"/>
                  </a:cubicBezTo>
                  <a:cubicBezTo>
                    <a:pt x="8778" y="5503"/>
                    <a:pt x="9017" y="5604"/>
                    <a:pt x="9231" y="5667"/>
                  </a:cubicBezTo>
                  <a:cubicBezTo>
                    <a:pt x="9432" y="5742"/>
                    <a:pt x="9608" y="5805"/>
                    <a:pt x="9734" y="5855"/>
                  </a:cubicBezTo>
                  <a:lnTo>
                    <a:pt x="9922" y="5918"/>
                  </a:lnTo>
                  <a:lnTo>
                    <a:pt x="9696" y="5893"/>
                  </a:lnTo>
                  <a:cubicBezTo>
                    <a:pt x="9558" y="5868"/>
                    <a:pt x="9369" y="5830"/>
                    <a:pt x="9130" y="5780"/>
                  </a:cubicBezTo>
                  <a:cubicBezTo>
                    <a:pt x="8904" y="5730"/>
                    <a:pt x="8640" y="5654"/>
                    <a:pt x="8363" y="5579"/>
                  </a:cubicBezTo>
                  <a:cubicBezTo>
                    <a:pt x="8086" y="5503"/>
                    <a:pt x="7810" y="5415"/>
                    <a:pt x="7521" y="5315"/>
                  </a:cubicBezTo>
                  <a:cubicBezTo>
                    <a:pt x="7231" y="5227"/>
                    <a:pt x="6980" y="5101"/>
                    <a:pt x="6728" y="5000"/>
                  </a:cubicBezTo>
                  <a:cubicBezTo>
                    <a:pt x="6477" y="4900"/>
                    <a:pt x="6251" y="4786"/>
                    <a:pt x="6075" y="4686"/>
                  </a:cubicBezTo>
                  <a:cubicBezTo>
                    <a:pt x="5898" y="4585"/>
                    <a:pt x="5748" y="4510"/>
                    <a:pt x="5647" y="4447"/>
                  </a:cubicBezTo>
                  <a:lnTo>
                    <a:pt x="5483" y="4346"/>
                  </a:lnTo>
                  <a:close/>
                  <a:moveTo>
                    <a:pt x="15633" y="1"/>
                  </a:moveTo>
                  <a:cubicBezTo>
                    <a:pt x="15273" y="1"/>
                    <a:pt x="14588" y="28"/>
                    <a:pt x="13632" y="184"/>
                  </a:cubicBezTo>
                  <a:cubicBezTo>
                    <a:pt x="12161" y="423"/>
                    <a:pt x="12312" y="1442"/>
                    <a:pt x="10363" y="2246"/>
                  </a:cubicBezTo>
                  <a:cubicBezTo>
                    <a:pt x="10363" y="2246"/>
                    <a:pt x="11381" y="1379"/>
                    <a:pt x="11708" y="725"/>
                  </a:cubicBezTo>
                  <a:lnTo>
                    <a:pt x="11708" y="725"/>
                  </a:lnTo>
                  <a:cubicBezTo>
                    <a:pt x="10815" y="800"/>
                    <a:pt x="9948" y="989"/>
                    <a:pt x="9105" y="1278"/>
                  </a:cubicBezTo>
                  <a:cubicBezTo>
                    <a:pt x="7848" y="1756"/>
                    <a:pt x="5873" y="2598"/>
                    <a:pt x="4201" y="2661"/>
                  </a:cubicBezTo>
                  <a:cubicBezTo>
                    <a:pt x="5081" y="2498"/>
                    <a:pt x="5911" y="2171"/>
                    <a:pt x="6666" y="1706"/>
                  </a:cubicBezTo>
                  <a:lnTo>
                    <a:pt x="6666" y="1706"/>
                  </a:lnTo>
                  <a:cubicBezTo>
                    <a:pt x="6665" y="1706"/>
                    <a:pt x="5788" y="1943"/>
                    <a:pt x="5054" y="1943"/>
                  </a:cubicBezTo>
                  <a:cubicBezTo>
                    <a:pt x="4927" y="1943"/>
                    <a:pt x="4804" y="1936"/>
                    <a:pt x="4691" y="1919"/>
                  </a:cubicBezTo>
                  <a:cubicBezTo>
                    <a:pt x="4409" y="1874"/>
                    <a:pt x="4173" y="1845"/>
                    <a:pt x="3927" y="1845"/>
                  </a:cubicBezTo>
                  <a:cubicBezTo>
                    <a:pt x="3495" y="1845"/>
                    <a:pt x="3033" y="1935"/>
                    <a:pt x="2239" y="2183"/>
                  </a:cubicBezTo>
                  <a:cubicBezTo>
                    <a:pt x="1585" y="2397"/>
                    <a:pt x="516" y="2862"/>
                    <a:pt x="1" y="3089"/>
                  </a:cubicBezTo>
                  <a:cubicBezTo>
                    <a:pt x="391" y="3152"/>
                    <a:pt x="781" y="3215"/>
                    <a:pt x="1170" y="3252"/>
                  </a:cubicBezTo>
                  <a:cubicBezTo>
                    <a:pt x="2189" y="3378"/>
                    <a:pt x="3220" y="3479"/>
                    <a:pt x="4251" y="3516"/>
                  </a:cubicBezTo>
                  <a:lnTo>
                    <a:pt x="4628" y="3529"/>
                  </a:lnTo>
                  <a:lnTo>
                    <a:pt x="5018" y="3529"/>
                  </a:lnTo>
                  <a:lnTo>
                    <a:pt x="5810" y="3542"/>
                  </a:lnTo>
                  <a:lnTo>
                    <a:pt x="6590" y="3529"/>
                  </a:lnTo>
                  <a:cubicBezTo>
                    <a:pt x="6854" y="3529"/>
                    <a:pt x="7118" y="3516"/>
                    <a:pt x="7382" y="3504"/>
                  </a:cubicBezTo>
                  <a:cubicBezTo>
                    <a:pt x="8426" y="3466"/>
                    <a:pt x="9470" y="3378"/>
                    <a:pt x="10513" y="3265"/>
                  </a:cubicBezTo>
                  <a:cubicBezTo>
                    <a:pt x="11557" y="3164"/>
                    <a:pt x="12588" y="3001"/>
                    <a:pt x="13619" y="2825"/>
                  </a:cubicBezTo>
                  <a:cubicBezTo>
                    <a:pt x="14663" y="2661"/>
                    <a:pt x="15694" y="2460"/>
                    <a:pt x="16763" y="2334"/>
                  </a:cubicBezTo>
                  <a:cubicBezTo>
                    <a:pt x="17316" y="2259"/>
                    <a:pt x="17857" y="2221"/>
                    <a:pt x="18410" y="2221"/>
                  </a:cubicBezTo>
                  <a:cubicBezTo>
                    <a:pt x="18951" y="2221"/>
                    <a:pt x="19492" y="2284"/>
                    <a:pt x="20020" y="2397"/>
                  </a:cubicBezTo>
                  <a:cubicBezTo>
                    <a:pt x="20108" y="2410"/>
                    <a:pt x="20146" y="2473"/>
                    <a:pt x="20108" y="2523"/>
                  </a:cubicBezTo>
                  <a:cubicBezTo>
                    <a:pt x="20070" y="2573"/>
                    <a:pt x="19995" y="2598"/>
                    <a:pt x="19932" y="2598"/>
                  </a:cubicBezTo>
                  <a:cubicBezTo>
                    <a:pt x="19610" y="2579"/>
                    <a:pt x="19289" y="2569"/>
                    <a:pt x="18969" y="2569"/>
                  </a:cubicBezTo>
                  <a:cubicBezTo>
                    <a:pt x="18264" y="2569"/>
                    <a:pt x="17564" y="2616"/>
                    <a:pt x="16864" y="2712"/>
                  </a:cubicBezTo>
                  <a:cubicBezTo>
                    <a:pt x="15845" y="2850"/>
                    <a:pt x="14827" y="3051"/>
                    <a:pt x="13770" y="3227"/>
                  </a:cubicBezTo>
                  <a:cubicBezTo>
                    <a:pt x="12727" y="3403"/>
                    <a:pt x="11683" y="3579"/>
                    <a:pt x="10614" y="3692"/>
                  </a:cubicBezTo>
                  <a:cubicBezTo>
                    <a:pt x="10350" y="3730"/>
                    <a:pt x="10086" y="3755"/>
                    <a:pt x="9809" y="3780"/>
                  </a:cubicBezTo>
                  <a:lnTo>
                    <a:pt x="9419" y="3818"/>
                  </a:lnTo>
                  <a:lnTo>
                    <a:pt x="9017" y="3856"/>
                  </a:lnTo>
                  <a:cubicBezTo>
                    <a:pt x="8740" y="3881"/>
                    <a:pt x="8476" y="3906"/>
                    <a:pt x="8212" y="3919"/>
                  </a:cubicBezTo>
                  <a:lnTo>
                    <a:pt x="7395" y="3956"/>
                  </a:lnTo>
                  <a:cubicBezTo>
                    <a:pt x="7131" y="3982"/>
                    <a:pt x="6867" y="3982"/>
                    <a:pt x="6590" y="3994"/>
                  </a:cubicBezTo>
                  <a:lnTo>
                    <a:pt x="5785" y="4007"/>
                  </a:lnTo>
                  <a:lnTo>
                    <a:pt x="4968" y="3994"/>
                  </a:lnTo>
                  <a:lnTo>
                    <a:pt x="4566" y="3994"/>
                  </a:lnTo>
                  <a:lnTo>
                    <a:pt x="4163" y="3969"/>
                  </a:lnTo>
                  <a:cubicBezTo>
                    <a:pt x="3899" y="3956"/>
                    <a:pt x="3635" y="3944"/>
                    <a:pt x="3371" y="3931"/>
                  </a:cubicBezTo>
                  <a:lnTo>
                    <a:pt x="2566" y="3868"/>
                  </a:lnTo>
                  <a:cubicBezTo>
                    <a:pt x="2302" y="3843"/>
                    <a:pt x="2051" y="3818"/>
                    <a:pt x="1786" y="3780"/>
                  </a:cubicBezTo>
                  <a:cubicBezTo>
                    <a:pt x="1522" y="3755"/>
                    <a:pt x="1296" y="3730"/>
                    <a:pt x="1057" y="3692"/>
                  </a:cubicBezTo>
                  <a:lnTo>
                    <a:pt x="1057" y="3692"/>
                  </a:lnTo>
                  <a:cubicBezTo>
                    <a:pt x="3258" y="4636"/>
                    <a:pt x="3346" y="5428"/>
                    <a:pt x="6150" y="5893"/>
                  </a:cubicBezTo>
                  <a:cubicBezTo>
                    <a:pt x="7797" y="6179"/>
                    <a:pt x="9099" y="6250"/>
                    <a:pt x="9985" y="6250"/>
                  </a:cubicBezTo>
                  <a:cubicBezTo>
                    <a:pt x="10851" y="6250"/>
                    <a:pt x="11318" y="6182"/>
                    <a:pt x="11318" y="6182"/>
                  </a:cubicBezTo>
                  <a:lnTo>
                    <a:pt x="8338" y="5088"/>
                  </a:lnTo>
                  <a:lnTo>
                    <a:pt x="8338" y="5088"/>
                  </a:lnTo>
                  <a:cubicBezTo>
                    <a:pt x="8339" y="5088"/>
                    <a:pt x="11897" y="5994"/>
                    <a:pt x="13091" y="6056"/>
                  </a:cubicBezTo>
                  <a:cubicBezTo>
                    <a:pt x="13127" y="6058"/>
                    <a:pt x="13164" y="6059"/>
                    <a:pt x="13201" y="6059"/>
                  </a:cubicBezTo>
                  <a:cubicBezTo>
                    <a:pt x="14396" y="6059"/>
                    <a:pt x="16349" y="5111"/>
                    <a:pt x="17178" y="5038"/>
                  </a:cubicBezTo>
                  <a:cubicBezTo>
                    <a:pt x="18021" y="4975"/>
                    <a:pt x="19190" y="4975"/>
                    <a:pt x="19190" y="4975"/>
                  </a:cubicBezTo>
                  <a:cubicBezTo>
                    <a:pt x="19190" y="4975"/>
                    <a:pt x="17167" y="4032"/>
                    <a:pt x="15316" y="4032"/>
                  </a:cubicBezTo>
                  <a:cubicBezTo>
                    <a:pt x="15304" y="4032"/>
                    <a:pt x="15291" y="4032"/>
                    <a:pt x="15279" y="4032"/>
                  </a:cubicBezTo>
                  <a:cubicBezTo>
                    <a:pt x="15279" y="4032"/>
                    <a:pt x="15686" y="3990"/>
                    <a:pt x="16305" y="3990"/>
                  </a:cubicBezTo>
                  <a:cubicBezTo>
                    <a:pt x="17247" y="3990"/>
                    <a:pt x="18682" y="4087"/>
                    <a:pt x="19919" y="4573"/>
                  </a:cubicBezTo>
                  <a:cubicBezTo>
                    <a:pt x="20573" y="4246"/>
                    <a:pt x="21277" y="4032"/>
                    <a:pt x="22007" y="3969"/>
                  </a:cubicBezTo>
                  <a:cubicBezTo>
                    <a:pt x="23189" y="3868"/>
                    <a:pt x="23553" y="3630"/>
                    <a:pt x="23579" y="3127"/>
                  </a:cubicBezTo>
                  <a:cubicBezTo>
                    <a:pt x="23579" y="3114"/>
                    <a:pt x="23579" y="3089"/>
                    <a:pt x="23579" y="3076"/>
                  </a:cubicBezTo>
                  <a:cubicBezTo>
                    <a:pt x="23553" y="2611"/>
                    <a:pt x="22598" y="2435"/>
                    <a:pt x="21718" y="1743"/>
                  </a:cubicBezTo>
                  <a:cubicBezTo>
                    <a:pt x="21273" y="1397"/>
                    <a:pt x="20312" y="1309"/>
                    <a:pt x="19450" y="1309"/>
                  </a:cubicBezTo>
                  <a:cubicBezTo>
                    <a:pt x="18557" y="1309"/>
                    <a:pt x="17769" y="1404"/>
                    <a:pt x="17769" y="1404"/>
                  </a:cubicBezTo>
                  <a:cubicBezTo>
                    <a:pt x="17769" y="1404"/>
                    <a:pt x="19001" y="939"/>
                    <a:pt x="20070" y="876"/>
                  </a:cubicBezTo>
                  <a:cubicBezTo>
                    <a:pt x="20070" y="876"/>
                    <a:pt x="19479" y="436"/>
                    <a:pt x="18348" y="259"/>
                  </a:cubicBezTo>
                  <a:cubicBezTo>
                    <a:pt x="17991" y="204"/>
                    <a:pt x="17614" y="152"/>
                    <a:pt x="17235" y="152"/>
                  </a:cubicBezTo>
                  <a:cubicBezTo>
                    <a:pt x="16411" y="152"/>
                    <a:pt x="15574" y="397"/>
                    <a:pt x="14902" y="1379"/>
                  </a:cubicBezTo>
                  <a:cubicBezTo>
                    <a:pt x="14952" y="762"/>
                    <a:pt x="15342" y="234"/>
                    <a:pt x="15921" y="8"/>
                  </a:cubicBezTo>
                  <a:cubicBezTo>
                    <a:pt x="15921" y="8"/>
                    <a:pt x="15822" y="1"/>
                    <a:pt x="156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24"/>
            <p:cNvSpPr/>
            <p:nvPr/>
          </p:nvSpPr>
          <p:spPr>
            <a:xfrm>
              <a:off x="4497200" y="2001925"/>
              <a:ext cx="721200" cy="168900"/>
            </a:xfrm>
            <a:custGeom>
              <a:avLst/>
              <a:gdLst/>
              <a:ahLst/>
              <a:cxnLst/>
              <a:rect l="l" t="t" r="r" b="b"/>
              <a:pathLst>
                <a:path w="28848" h="6756" extrusionOk="0">
                  <a:moveTo>
                    <a:pt x="579" y="2616"/>
                  </a:moveTo>
                  <a:lnTo>
                    <a:pt x="579" y="2616"/>
                  </a:lnTo>
                  <a:cubicBezTo>
                    <a:pt x="1497" y="2880"/>
                    <a:pt x="2453" y="3107"/>
                    <a:pt x="3421" y="3295"/>
                  </a:cubicBezTo>
                  <a:cubicBezTo>
                    <a:pt x="4389" y="3484"/>
                    <a:pt x="5383" y="3647"/>
                    <a:pt x="6389" y="3761"/>
                  </a:cubicBezTo>
                  <a:cubicBezTo>
                    <a:pt x="7395" y="3874"/>
                    <a:pt x="8426" y="3949"/>
                    <a:pt x="9457" y="3987"/>
                  </a:cubicBezTo>
                  <a:cubicBezTo>
                    <a:pt x="9972" y="4012"/>
                    <a:pt x="10488" y="4012"/>
                    <a:pt x="11004" y="4012"/>
                  </a:cubicBezTo>
                  <a:cubicBezTo>
                    <a:pt x="11519" y="4012"/>
                    <a:pt x="12035" y="3987"/>
                    <a:pt x="12563" y="3949"/>
                  </a:cubicBezTo>
                  <a:cubicBezTo>
                    <a:pt x="14625" y="3849"/>
                    <a:pt x="16687" y="3610"/>
                    <a:pt x="18724" y="3245"/>
                  </a:cubicBezTo>
                  <a:cubicBezTo>
                    <a:pt x="19743" y="3082"/>
                    <a:pt x="20749" y="2893"/>
                    <a:pt x="21793" y="2767"/>
                  </a:cubicBezTo>
                  <a:cubicBezTo>
                    <a:pt x="22290" y="2706"/>
                    <a:pt x="22793" y="2674"/>
                    <a:pt x="23298" y="2674"/>
                  </a:cubicBezTo>
                  <a:cubicBezTo>
                    <a:pt x="23827" y="2674"/>
                    <a:pt x="24358" y="2709"/>
                    <a:pt x="24886" y="2780"/>
                  </a:cubicBezTo>
                  <a:cubicBezTo>
                    <a:pt x="24431" y="2724"/>
                    <a:pt x="23977" y="2698"/>
                    <a:pt x="23523" y="2698"/>
                  </a:cubicBezTo>
                  <a:cubicBezTo>
                    <a:pt x="22948" y="2698"/>
                    <a:pt x="22375" y="2740"/>
                    <a:pt x="21805" y="2818"/>
                  </a:cubicBezTo>
                  <a:cubicBezTo>
                    <a:pt x="20774" y="2956"/>
                    <a:pt x="19768" y="3157"/>
                    <a:pt x="18750" y="3333"/>
                  </a:cubicBezTo>
                  <a:cubicBezTo>
                    <a:pt x="16712" y="3710"/>
                    <a:pt x="14638" y="3949"/>
                    <a:pt x="12563" y="4062"/>
                  </a:cubicBezTo>
                  <a:cubicBezTo>
                    <a:pt x="12035" y="4088"/>
                    <a:pt x="11519" y="4100"/>
                    <a:pt x="10991" y="4113"/>
                  </a:cubicBezTo>
                  <a:cubicBezTo>
                    <a:pt x="10849" y="4116"/>
                    <a:pt x="10709" y="4118"/>
                    <a:pt x="10569" y="4118"/>
                  </a:cubicBezTo>
                  <a:cubicBezTo>
                    <a:pt x="10186" y="4118"/>
                    <a:pt x="9809" y="4106"/>
                    <a:pt x="9432" y="4088"/>
                  </a:cubicBezTo>
                  <a:cubicBezTo>
                    <a:pt x="8388" y="4050"/>
                    <a:pt x="7357" y="3974"/>
                    <a:pt x="6351" y="3836"/>
                  </a:cubicBezTo>
                  <a:cubicBezTo>
                    <a:pt x="4402" y="3610"/>
                    <a:pt x="2465" y="3195"/>
                    <a:pt x="579" y="2616"/>
                  </a:cubicBezTo>
                  <a:close/>
                  <a:moveTo>
                    <a:pt x="20475" y="291"/>
                  </a:moveTo>
                  <a:cubicBezTo>
                    <a:pt x="20713" y="291"/>
                    <a:pt x="20837" y="303"/>
                    <a:pt x="20837" y="303"/>
                  </a:cubicBezTo>
                  <a:cubicBezTo>
                    <a:pt x="20259" y="516"/>
                    <a:pt x="19856" y="1057"/>
                    <a:pt x="19818" y="1673"/>
                  </a:cubicBezTo>
                  <a:cubicBezTo>
                    <a:pt x="20491" y="681"/>
                    <a:pt x="21330" y="435"/>
                    <a:pt x="22156" y="435"/>
                  </a:cubicBezTo>
                  <a:cubicBezTo>
                    <a:pt x="22534" y="435"/>
                    <a:pt x="22909" y="486"/>
                    <a:pt x="23264" y="541"/>
                  </a:cubicBezTo>
                  <a:cubicBezTo>
                    <a:pt x="24396" y="718"/>
                    <a:pt x="24974" y="1158"/>
                    <a:pt x="24974" y="1158"/>
                  </a:cubicBezTo>
                  <a:cubicBezTo>
                    <a:pt x="23918" y="1221"/>
                    <a:pt x="22686" y="1698"/>
                    <a:pt x="22686" y="1698"/>
                  </a:cubicBezTo>
                  <a:cubicBezTo>
                    <a:pt x="22686" y="1698"/>
                    <a:pt x="23473" y="1604"/>
                    <a:pt x="24366" y="1604"/>
                  </a:cubicBezTo>
                  <a:cubicBezTo>
                    <a:pt x="25229" y="1604"/>
                    <a:pt x="26189" y="1692"/>
                    <a:pt x="26634" y="2038"/>
                  </a:cubicBezTo>
                  <a:cubicBezTo>
                    <a:pt x="27514" y="2717"/>
                    <a:pt x="28470" y="2893"/>
                    <a:pt x="28495" y="3371"/>
                  </a:cubicBezTo>
                  <a:cubicBezTo>
                    <a:pt x="28495" y="3383"/>
                    <a:pt x="28495" y="3396"/>
                    <a:pt x="28495" y="3409"/>
                  </a:cubicBezTo>
                  <a:cubicBezTo>
                    <a:pt x="28470" y="3924"/>
                    <a:pt x="28093" y="4150"/>
                    <a:pt x="26923" y="4251"/>
                  </a:cubicBezTo>
                  <a:cubicBezTo>
                    <a:pt x="26194" y="4326"/>
                    <a:pt x="25490" y="4528"/>
                    <a:pt x="24823" y="4855"/>
                  </a:cubicBezTo>
                  <a:cubicBezTo>
                    <a:pt x="23577" y="4370"/>
                    <a:pt x="22120" y="4276"/>
                    <a:pt x="21175" y="4276"/>
                  </a:cubicBezTo>
                  <a:cubicBezTo>
                    <a:pt x="20576" y="4276"/>
                    <a:pt x="20183" y="4314"/>
                    <a:pt x="20183" y="4314"/>
                  </a:cubicBezTo>
                  <a:cubicBezTo>
                    <a:pt x="20195" y="4314"/>
                    <a:pt x="20208" y="4314"/>
                    <a:pt x="20220" y="4314"/>
                  </a:cubicBezTo>
                  <a:cubicBezTo>
                    <a:pt x="22083" y="4314"/>
                    <a:pt x="24106" y="5257"/>
                    <a:pt x="24106" y="5257"/>
                  </a:cubicBezTo>
                  <a:cubicBezTo>
                    <a:pt x="24106" y="5257"/>
                    <a:pt x="22937" y="5270"/>
                    <a:pt x="22082" y="5332"/>
                  </a:cubicBezTo>
                  <a:cubicBezTo>
                    <a:pt x="21241" y="5393"/>
                    <a:pt x="19311" y="6341"/>
                    <a:pt x="18106" y="6341"/>
                  </a:cubicBezTo>
                  <a:cubicBezTo>
                    <a:pt x="18068" y="6341"/>
                    <a:pt x="18031" y="6340"/>
                    <a:pt x="17995" y="6338"/>
                  </a:cubicBezTo>
                  <a:cubicBezTo>
                    <a:pt x="16813" y="6276"/>
                    <a:pt x="13255" y="5370"/>
                    <a:pt x="13254" y="5370"/>
                  </a:cubicBezTo>
                  <a:lnTo>
                    <a:pt x="13254" y="5370"/>
                  </a:lnTo>
                  <a:lnTo>
                    <a:pt x="16235" y="6477"/>
                  </a:lnTo>
                  <a:cubicBezTo>
                    <a:pt x="16235" y="6477"/>
                    <a:pt x="15767" y="6544"/>
                    <a:pt x="14900" y="6544"/>
                  </a:cubicBezTo>
                  <a:cubicBezTo>
                    <a:pt x="14013" y="6544"/>
                    <a:pt x="12707" y="6474"/>
                    <a:pt x="11054" y="6188"/>
                  </a:cubicBezTo>
                  <a:cubicBezTo>
                    <a:pt x="8262" y="5710"/>
                    <a:pt x="8174" y="4930"/>
                    <a:pt x="5974" y="3987"/>
                  </a:cubicBezTo>
                  <a:lnTo>
                    <a:pt x="5974" y="3987"/>
                  </a:lnTo>
                  <a:cubicBezTo>
                    <a:pt x="6213" y="4025"/>
                    <a:pt x="6451" y="4050"/>
                    <a:pt x="6703" y="4075"/>
                  </a:cubicBezTo>
                  <a:cubicBezTo>
                    <a:pt x="6942" y="4100"/>
                    <a:pt x="7218" y="4138"/>
                    <a:pt x="7483" y="4150"/>
                  </a:cubicBezTo>
                  <a:lnTo>
                    <a:pt x="8275" y="4226"/>
                  </a:lnTo>
                  <a:cubicBezTo>
                    <a:pt x="8539" y="4238"/>
                    <a:pt x="8815" y="4251"/>
                    <a:pt x="9080" y="4264"/>
                  </a:cubicBezTo>
                  <a:lnTo>
                    <a:pt x="9482" y="4276"/>
                  </a:lnTo>
                  <a:lnTo>
                    <a:pt x="9884" y="4276"/>
                  </a:lnTo>
                  <a:lnTo>
                    <a:pt x="10689" y="4289"/>
                  </a:lnTo>
                  <a:lnTo>
                    <a:pt x="11506" y="4276"/>
                  </a:lnTo>
                  <a:cubicBezTo>
                    <a:pt x="11771" y="4276"/>
                    <a:pt x="12047" y="4264"/>
                    <a:pt x="12311" y="4251"/>
                  </a:cubicBezTo>
                  <a:lnTo>
                    <a:pt x="13116" y="4213"/>
                  </a:lnTo>
                  <a:cubicBezTo>
                    <a:pt x="13393" y="4188"/>
                    <a:pt x="13657" y="4163"/>
                    <a:pt x="13921" y="4150"/>
                  </a:cubicBezTo>
                  <a:lnTo>
                    <a:pt x="14323" y="4113"/>
                  </a:lnTo>
                  <a:lnTo>
                    <a:pt x="14726" y="4075"/>
                  </a:lnTo>
                  <a:cubicBezTo>
                    <a:pt x="14990" y="4037"/>
                    <a:pt x="15266" y="4012"/>
                    <a:pt x="15530" y="3987"/>
                  </a:cubicBezTo>
                  <a:cubicBezTo>
                    <a:pt x="16599" y="3861"/>
                    <a:pt x="17643" y="3685"/>
                    <a:pt x="18687" y="3509"/>
                  </a:cubicBezTo>
                  <a:cubicBezTo>
                    <a:pt x="19730" y="3333"/>
                    <a:pt x="20749" y="3132"/>
                    <a:pt x="21780" y="2994"/>
                  </a:cubicBezTo>
                  <a:cubicBezTo>
                    <a:pt x="22508" y="2904"/>
                    <a:pt x="23235" y="2859"/>
                    <a:pt x="23963" y="2859"/>
                  </a:cubicBezTo>
                  <a:cubicBezTo>
                    <a:pt x="24254" y="2859"/>
                    <a:pt x="24545" y="2866"/>
                    <a:pt x="24836" y="2880"/>
                  </a:cubicBezTo>
                  <a:cubicBezTo>
                    <a:pt x="24849" y="2883"/>
                    <a:pt x="24861" y="2884"/>
                    <a:pt x="24874" y="2884"/>
                  </a:cubicBezTo>
                  <a:cubicBezTo>
                    <a:pt x="24932" y="2884"/>
                    <a:pt x="24983" y="2859"/>
                    <a:pt x="25024" y="2818"/>
                  </a:cubicBezTo>
                  <a:cubicBezTo>
                    <a:pt x="25062" y="2767"/>
                    <a:pt x="25024" y="2704"/>
                    <a:pt x="24936" y="2679"/>
                  </a:cubicBezTo>
                  <a:cubicBezTo>
                    <a:pt x="24408" y="2566"/>
                    <a:pt x="23868" y="2516"/>
                    <a:pt x="23327" y="2516"/>
                  </a:cubicBezTo>
                  <a:cubicBezTo>
                    <a:pt x="22774" y="2516"/>
                    <a:pt x="22220" y="2553"/>
                    <a:pt x="21680" y="2616"/>
                  </a:cubicBezTo>
                  <a:cubicBezTo>
                    <a:pt x="20611" y="2755"/>
                    <a:pt x="19567" y="2943"/>
                    <a:pt x="18536" y="3119"/>
                  </a:cubicBezTo>
                  <a:cubicBezTo>
                    <a:pt x="17505" y="3283"/>
                    <a:pt x="16474" y="3446"/>
                    <a:pt x="15430" y="3559"/>
                  </a:cubicBezTo>
                  <a:cubicBezTo>
                    <a:pt x="14386" y="3673"/>
                    <a:pt x="13342" y="3748"/>
                    <a:pt x="12299" y="3798"/>
                  </a:cubicBezTo>
                  <a:cubicBezTo>
                    <a:pt x="12035" y="3811"/>
                    <a:pt x="11771" y="3811"/>
                    <a:pt x="11506" y="3824"/>
                  </a:cubicBezTo>
                  <a:lnTo>
                    <a:pt x="10727" y="3836"/>
                  </a:lnTo>
                  <a:lnTo>
                    <a:pt x="9935" y="3824"/>
                  </a:lnTo>
                  <a:lnTo>
                    <a:pt x="9545" y="3824"/>
                  </a:lnTo>
                  <a:lnTo>
                    <a:pt x="9155" y="3798"/>
                  </a:lnTo>
                  <a:cubicBezTo>
                    <a:pt x="8124" y="3761"/>
                    <a:pt x="7093" y="3673"/>
                    <a:pt x="6087" y="3547"/>
                  </a:cubicBezTo>
                  <a:cubicBezTo>
                    <a:pt x="5697" y="3497"/>
                    <a:pt x="5295" y="3434"/>
                    <a:pt x="4917" y="3383"/>
                  </a:cubicBezTo>
                  <a:cubicBezTo>
                    <a:pt x="5420" y="3157"/>
                    <a:pt x="6489" y="2679"/>
                    <a:pt x="7156" y="2478"/>
                  </a:cubicBezTo>
                  <a:cubicBezTo>
                    <a:pt x="7952" y="2220"/>
                    <a:pt x="8414" y="2133"/>
                    <a:pt x="8848" y="2133"/>
                  </a:cubicBezTo>
                  <a:cubicBezTo>
                    <a:pt x="9092" y="2133"/>
                    <a:pt x="9327" y="2161"/>
                    <a:pt x="9608" y="2201"/>
                  </a:cubicBezTo>
                  <a:cubicBezTo>
                    <a:pt x="9721" y="2218"/>
                    <a:pt x="9844" y="2225"/>
                    <a:pt x="9971" y="2225"/>
                  </a:cubicBezTo>
                  <a:cubicBezTo>
                    <a:pt x="10705" y="2225"/>
                    <a:pt x="11582" y="1988"/>
                    <a:pt x="11582" y="1988"/>
                  </a:cubicBezTo>
                  <a:lnTo>
                    <a:pt x="11582" y="1988"/>
                  </a:lnTo>
                  <a:cubicBezTo>
                    <a:pt x="10827" y="2453"/>
                    <a:pt x="9985" y="2780"/>
                    <a:pt x="9117" y="2956"/>
                  </a:cubicBezTo>
                  <a:cubicBezTo>
                    <a:pt x="10790" y="2893"/>
                    <a:pt x="12764" y="2038"/>
                    <a:pt x="14021" y="1573"/>
                  </a:cubicBezTo>
                  <a:cubicBezTo>
                    <a:pt x="14851" y="1271"/>
                    <a:pt x="15732" y="1082"/>
                    <a:pt x="16612" y="1019"/>
                  </a:cubicBezTo>
                  <a:lnTo>
                    <a:pt x="16612" y="1019"/>
                  </a:lnTo>
                  <a:cubicBezTo>
                    <a:pt x="16297" y="1673"/>
                    <a:pt x="15266" y="2528"/>
                    <a:pt x="15266" y="2528"/>
                  </a:cubicBezTo>
                  <a:cubicBezTo>
                    <a:pt x="17215" y="1736"/>
                    <a:pt x="17077" y="705"/>
                    <a:pt x="18536" y="466"/>
                  </a:cubicBezTo>
                  <a:cubicBezTo>
                    <a:pt x="19438" y="320"/>
                    <a:pt x="20098" y="291"/>
                    <a:pt x="20475" y="291"/>
                  </a:cubicBezTo>
                  <a:close/>
                  <a:moveTo>
                    <a:pt x="18863" y="1"/>
                  </a:moveTo>
                  <a:lnTo>
                    <a:pt x="18724" y="39"/>
                  </a:lnTo>
                  <a:cubicBezTo>
                    <a:pt x="18636" y="64"/>
                    <a:pt x="18511" y="101"/>
                    <a:pt x="18360" y="152"/>
                  </a:cubicBezTo>
                  <a:cubicBezTo>
                    <a:pt x="18209" y="202"/>
                    <a:pt x="18058" y="277"/>
                    <a:pt x="17882" y="353"/>
                  </a:cubicBezTo>
                  <a:cubicBezTo>
                    <a:pt x="17718" y="428"/>
                    <a:pt x="17568" y="529"/>
                    <a:pt x="17404" y="630"/>
                  </a:cubicBezTo>
                  <a:cubicBezTo>
                    <a:pt x="17241" y="730"/>
                    <a:pt x="17127" y="856"/>
                    <a:pt x="17002" y="956"/>
                  </a:cubicBezTo>
                  <a:lnTo>
                    <a:pt x="16977" y="994"/>
                  </a:lnTo>
                  <a:cubicBezTo>
                    <a:pt x="16964" y="944"/>
                    <a:pt x="16939" y="894"/>
                    <a:pt x="16901" y="868"/>
                  </a:cubicBezTo>
                  <a:cubicBezTo>
                    <a:pt x="16825" y="825"/>
                    <a:pt x="16739" y="791"/>
                    <a:pt x="16652" y="791"/>
                  </a:cubicBezTo>
                  <a:cubicBezTo>
                    <a:pt x="16638" y="791"/>
                    <a:pt x="16625" y="791"/>
                    <a:pt x="16612" y="793"/>
                  </a:cubicBezTo>
                  <a:cubicBezTo>
                    <a:pt x="15669" y="868"/>
                    <a:pt x="14738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4" y="1623"/>
                    <a:pt x="13330" y="1522"/>
                    <a:pt x="13518" y="1434"/>
                  </a:cubicBezTo>
                  <a:cubicBezTo>
                    <a:pt x="13720" y="1321"/>
                    <a:pt x="13933" y="1221"/>
                    <a:pt x="14160" y="1145"/>
                  </a:cubicBezTo>
                  <a:cubicBezTo>
                    <a:pt x="14323" y="1082"/>
                    <a:pt x="14487" y="1032"/>
                    <a:pt x="14663" y="994"/>
                  </a:cubicBezTo>
                  <a:cubicBezTo>
                    <a:pt x="14726" y="969"/>
                    <a:pt x="14776" y="969"/>
                    <a:pt x="14814" y="956"/>
                  </a:cubicBezTo>
                  <a:lnTo>
                    <a:pt x="14864" y="944"/>
                  </a:lnTo>
                  <a:lnTo>
                    <a:pt x="14650" y="944"/>
                  </a:lnTo>
                  <a:cubicBezTo>
                    <a:pt x="14462" y="956"/>
                    <a:pt x="14273" y="982"/>
                    <a:pt x="14084" y="1032"/>
                  </a:cubicBezTo>
                  <a:cubicBezTo>
                    <a:pt x="13833" y="1095"/>
                    <a:pt x="13594" y="1183"/>
                    <a:pt x="13355" y="1271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62" y="1761"/>
                    <a:pt x="12148" y="1900"/>
                    <a:pt x="11934" y="2013"/>
                  </a:cubicBezTo>
                  <a:cubicBezTo>
                    <a:pt x="11947" y="1988"/>
                    <a:pt x="11947" y="1975"/>
                    <a:pt x="11947" y="1950"/>
                  </a:cubicBezTo>
                  <a:cubicBezTo>
                    <a:pt x="11947" y="1912"/>
                    <a:pt x="11921" y="1874"/>
                    <a:pt x="11884" y="1849"/>
                  </a:cubicBezTo>
                  <a:cubicBezTo>
                    <a:pt x="11805" y="1788"/>
                    <a:pt x="11701" y="1757"/>
                    <a:pt x="11598" y="1757"/>
                  </a:cubicBezTo>
                  <a:cubicBezTo>
                    <a:pt x="11554" y="1757"/>
                    <a:pt x="11510" y="1763"/>
                    <a:pt x="11469" y="1774"/>
                  </a:cubicBezTo>
                  <a:cubicBezTo>
                    <a:pt x="11219" y="1847"/>
                    <a:pt x="10557" y="1997"/>
                    <a:pt x="10029" y="1997"/>
                  </a:cubicBezTo>
                  <a:cubicBezTo>
                    <a:pt x="9919" y="1997"/>
                    <a:pt x="9814" y="1990"/>
                    <a:pt x="9721" y="1975"/>
                  </a:cubicBezTo>
                  <a:cubicBezTo>
                    <a:pt x="9408" y="1927"/>
                    <a:pt x="9142" y="1899"/>
                    <a:pt x="8876" y="1899"/>
                  </a:cubicBezTo>
                  <a:cubicBezTo>
                    <a:pt x="8370" y="1899"/>
                    <a:pt x="7862" y="2001"/>
                    <a:pt x="7030" y="2264"/>
                  </a:cubicBezTo>
                  <a:cubicBezTo>
                    <a:pt x="6791" y="2340"/>
                    <a:pt x="6502" y="2453"/>
                    <a:pt x="6200" y="2566"/>
                  </a:cubicBezTo>
                  <a:cubicBezTo>
                    <a:pt x="6301" y="2491"/>
                    <a:pt x="6389" y="2415"/>
                    <a:pt x="6464" y="2340"/>
                  </a:cubicBezTo>
                  <a:cubicBezTo>
                    <a:pt x="6552" y="2252"/>
                    <a:pt x="6615" y="2164"/>
                    <a:pt x="6665" y="2101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9" y="2201"/>
                    <a:pt x="6313" y="2277"/>
                  </a:cubicBezTo>
                  <a:cubicBezTo>
                    <a:pt x="6175" y="2352"/>
                    <a:pt x="6049" y="2440"/>
                    <a:pt x="5886" y="2528"/>
                  </a:cubicBezTo>
                  <a:cubicBezTo>
                    <a:pt x="5722" y="2616"/>
                    <a:pt x="5559" y="2717"/>
                    <a:pt x="5383" y="2805"/>
                  </a:cubicBezTo>
                  <a:cubicBezTo>
                    <a:pt x="5207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7" y="3270"/>
                  </a:cubicBezTo>
                  <a:cubicBezTo>
                    <a:pt x="3962" y="3195"/>
                    <a:pt x="3534" y="3119"/>
                    <a:pt x="3119" y="3031"/>
                  </a:cubicBezTo>
                  <a:cubicBezTo>
                    <a:pt x="2138" y="2830"/>
                    <a:pt x="1170" y="2616"/>
                    <a:pt x="202" y="2403"/>
                  </a:cubicBezTo>
                  <a:cubicBezTo>
                    <a:pt x="188" y="2399"/>
                    <a:pt x="174" y="2398"/>
                    <a:pt x="159" y="2398"/>
                  </a:cubicBezTo>
                  <a:cubicBezTo>
                    <a:pt x="120" y="2398"/>
                    <a:pt x="78" y="2409"/>
                    <a:pt x="51" y="2428"/>
                  </a:cubicBezTo>
                  <a:cubicBezTo>
                    <a:pt x="1" y="2465"/>
                    <a:pt x="13" y="2516"/>
                    <a:pt x="63" y="2541"/>
                  </a:cubicBezTo>
                  <a:cubicBezTo>
                    <a:pt x="969" y="2931"/>
                    <a:pt x="1899" y="3220"/>
                    <a:pt x="2855" y="3434"/>
                  </a:cubicBezTo>
                  <a:cubicBezTo>
                    <a:pt x="3459" y="3572"/>
                    <a:pt x="4075" y="3685"/>
                    <a:pt x="4704" y="3786"/>
                  </a:cubicBezTo>
                  <a:lnTo>
                    <a:pt x="4817" y="3849"/>
                  </a:lnTo>
                  <a:cubicBezTo>
                    <a:pt x="5018" y="3937"/>
                    <a:pt x="5219" y="4050"/>
                    <a:pt x="5420" y="4176"/>
                  </a:cubicBezTo>
                  <a:cubicBezTo>
                    <a:pt x="5571" y="4276"/>
                    <a:pt x="5735" y="4389"/>
                    <a:pt x="5873" y="4515"/>
                  </a:cubicBezTo>
                  <a:cubicBezTo>
                    <a:pt x="5948" y="4565"/>
                    <a:pt x="5999" y="4616"/>
                    <a:pt x="6049" y="4653"/>
                  </a:cubicBezTo>
                  <a:cubicBezTo>
                    <a:pt x="6099" y="4691"/>
                    <a:pt x="6137" y="4729"/>
                    <a:pt x="6175" y="4779"/>
                  </a:cubicBezTo>
                  <a:lnTo>
                    <a:pt x="6288" y="4880"/>
                  </a:lnTo>
                  <a:lnTo>
                    <a:pt x="6288" y="4880"/>
                  </a:lnTo>
                  <a:lnTo>
                    <a:pt x="6238" y="4754"/>
                  </a:lnTo>
                  <a:cubicBezTo>
                    <a:pt x="6213" y="4704"/>
                    <a:pt x="6187" y="4666"/>
                    <a:pt x="6162" y="4616"/>
                  </a:cubicBezTo>
                  <a:cubicBezTo>
                    <a:pt x="6124" y="4565"/>
                    <a:pt x="6087" y="4503"/>
                    <a:pt x="6049" y="4452"/>
                  </a:cubicBezTo>
                  <a:cubicBezTo>
                    <a:pt x="5999" y="4389"/>
                    <a:pt x="5936" y="4326"/>
                    <a:pt x="5873" y="4264"/>
                  </a:cubicBezTo>
                  <a:lnTo>
                    <a:pt x="5873" y="4264"/>
                  </a:lnTo>
                  <a:cubicBezTo>
                    <a:pt x="5999" y="4352"/>
                    <a:pt x="6124" y="4452"/>
                    <a:pt x="6275" y="4565"/>
                  </a:cubicBezTo>
                  <a:cubicBezTo>
                    <a:pt x="6414" y="4679"/>
                    <a:pt x="6602" y="4804"/>
                    <a:pt x="6778" y="4930"/>
                  </a:cubicBezTo>
                  <a:cubicBezTo>
                    <a:pt x="6942" y="5068"/>
                    <a:pt x="7143" y="5182"/>
                    <a:pt x="7307" y="5295"/>
                  </a:cubicBezTo>
                  <a:cubicBezTo>
                    <a:pt x="7470" y="5408"/>
                    <a:pt x="7633" y="5521"/>
                    <a:pt x="7772" y="5609"/>
                  </a:cubicBezTo>
                  <a:lnTo>
                    <a:pt x="8124" y="5823"/>
                  </a:lnTo>
                  <a:lnTo>
                    <a:pt x="8262" y="5898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8" y="5546"/>
                  </a:lnTo>
                  <a:cubicBezTo>
                    <a:pt x="8224" y="5697"/>
                    <a:pt x="8501" y="5861"/>
                    <a:pt x="8778" y="6012"/>
                  </a:cubicBezTo>
                  <a:cubicBezTo>
                    <a:pt x="9029" y="6150"/>
                    <a:pt x="9306" y="6263"/>
                    <a:pt x="9583" y="6364"/>
                  </a:cubicBezTo>
                  <a:cubicBezTo>
                    <a:pt x="9796" y="6426"/>
                    <a:pt x="10010" y="6489"/>
                    <a:pt x="10224" y="6527"/>
                  </a:cubicBezTo>
                  <a:cubicBezTo>
                    <a:pt x="10312" y="6552"/>
                    <a:pt x="10375" y="6552"/>
                    <a:pt x="10425" y="6565"/>
                  </a:cubicBezTo>
                  <a:lnTo>
                    <a:pt x="10488" y="6565"/>
                  </a:lnTo>
                  <a:lnTo>
                    <a:pt x="10425" y="6552"/>
                  </a:lnTo>
                  <a:cubicBezTo>
                    <a:pt x="10387" y="6540"/>
                    <a:pt x="10324" y="6515"/>
                    <a:pt x="10262" y="6489"/>
                  </a:cubicBezTo>
                  <a:cubicBezTo>
                    <a:pt x="10060" y="6426"/>
                    <a:pt x="9872" y="6351"/>
                    <a:pt x="9696" y="6263"/>
                  </a:cubicBezTo>
                  <a:cubicBezTo>
                    <a:pt x="9457" y="6150"/>
                    <a:pt x="9218" y="6024"/>
                    <a:pt x="9004" y="5886"/>
                  </a:cubicBezTo>
                  <a:lnTo>
                    <a:pt x="9004" y="5886"/>
                  </a:lnTo>
                  <a:cubicBezTo>
                    <a:pt x="9633" y="6112"/>
                    <a:pt x="10274" y="6288"/>
                    <a:pt x="10941" y="6389"/>
                  </a:cubicBezTo>
                  <a:cubicBezTo>
                    <a:pt x="12612" y="6681"/>
                    <a:pt x="13940" y="6755"/>
                    <a:pt x="14856" y="6755"/>
                  </a:cubicBezTo>
                  <a:cubicBezTo>
                    <a:pt x="15752" y="6755"/>
                    <a:pt x="16254" y="6684"/>
                    <a:pt x="16297" y="6678"/>
                  </a:cubicBezTo>
                  <a:cubicBezTo>
                    <a:pt x="16411" y="6678"/>
                    <a:pt x="16511" y="6603"/>
                    <a:pt x="16574" y="6502"/>
                  </a:cubicBezTo>
                  <a:cubicBezTo>
                    <a:pt x="16574" y="6489"/>
                    <a:pt x="16574" y="6464"/>
                    <a:pt x="16574" y="6452"/>
                  </a:cubicBezTo>
                  <a:cubicBezTo>
                    <a:pt x="16574" y="6426"/>
                    <a:pt x="16562" y="6401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90" y="6502"/>
                    <a:pt x="17379" y="6552"/>
                    <a:pt x="17656" y="6590"/>
                  </a:cubicBezTo>
                  <a:cubicBezTo>
                    <a:pt x="17932" y="6628"/>
                    <a:pt x="18196" y="6653"/>
                    <a:pt x="18423" y="6665"/>
                  </a:cubicBezTo>
                  <a:cubicBezTo>
                    <a:pt x="18649" y="6691"/>
                    <a:pt x="18838" y="6691"/>
                    <a:pt x="18976" y="6691"/>
                  </a:cubicBezTo>
                  <a:lnTo>
                    <a:pt x="19190" y="6691"/>
                  </a:lnTo>
                  <a:lnTo>
                    <a:pt x="18989" y="6653"/>
                  </a:lnTo>
                  <a:cubicBezTo>
                    <a:pt x="18875" y="6628"/>
                    <a:pt x="18699" y="6590"/>
                    <a:pt x="18486" y="6552"/>
                  </a:cubicBezTo>
                  <a:lnTo>
                    <a:pt x="18423" y="6540"/>
                  </a:lnTo>
                  <a:cubicBezTo>
                    <a:pt x="19152" y="6464"/>
                    <a:pt x="19982" y="6188"/>
                    <a:pt x="20724" y="5936"/>
                  </a:cubicBezTo>
                  <a:cubicBezTo>
                    <a:pt x="21277" y="5747"/>
                    <a:pt x="21830" y="5559"/>
                    <a:pt x="22120" y="5546"/>
                  </a:cubicBezTo>
                  <a:cubicBezTo>
                    <a:pt x="22950" y="5483"/>
                    <a:pt x="24094" y="5471"/>
                    <a:pt x="24106" y="5471"/>
                  </a:cubicBezTo>
                  <a:cubicBezTo>
                    <a:pt x="24245" y="5471"/>
                    <a:pt x="24371" y="5421"/>
                    <a:pt x="24446" y="5320"/>
                  </a:cubicBezTo>
                  <a:cubicBezTo>
                    <a:pt x="24459" y="5295"/>
                    <a:pt x="24471" y="5270"/>
                    <a:pt x="24471" y="5232"/>
                  </a:cubicBezTo>
                  <a:cubicBezTo>
                    <a:pt x="24459" y="5156"/>
                    <a:pt x="24408" y="5106"/>
                    <a:pt x="24345" y="5081"/>
                  </a:cubicBezTo>
                  <a:cubicBezTo>
                    <a:pt x="23981" y="4918"/>
                    <a:pt x="23616" y="4779"/>
                    <a:pt x="23239" y="4653"/>
                  </a:cubicBezTo>
                  <a:lnTo>
                    <a:pt x="23239" y="4653"/>
                  </a:lnTo>
                  <a:cubicBezTo>
                    <a:pt x="23314" y="4666"/>
                    <a:pt x="23402" y="4679"/>
                    <a:pt x="23478" y="4691"/>
                  </a:cubicBezTo>
                  <a:lnTo>
                    <a:pt x="23541" y="4716"/>
                  </a:lnTo>
                  <a:cubicBezTo>
                    <a:pt x="23704" y="4767"/>
                    <a:pt x="23880" y="4817"/>
                    <a:pt x="24044" y="4867"/>
                  </a:cubicBezTo>
                  <a:cubicBezTo>
                    <a:pt x="24207" y="4918"/>
                    <a:pt x="24383" y="4968"/>
                    <a:pt x="24534" y="5018"/>
                  </a:cubicBezTo>
                  <a:cubicBezTo>
                    <a:pt x="24697" y="5068"/>
                    <a:pt x="24848" y="5094"/>
                    <a:pt x="24974" y="5144"/>
                  </a:cubicBezTo>
                  <a:cubicBezTo>
                    <a:pt x="25100" y="5182"/>
                    <a:pt x="25226" y="5207"/>
                    <a:pt x="25288" y="5219"/>
                  </a:cubicBezTo>
                  <a:lnTo>
                    <a:pt x="25414" y="5257"/>
                  </a:lnTo>
                  <a:lnTo>
                    <a:pt x="25414" y="5257"/>
                  </a:lnTo>
                  <a:lnTo>
                    <a:pt x="25339" y="5194"/>
                  </a:lnTo>
                  <a:cubicBezTo>
                    <a:pt x="25276" y="5156"/>
                    <a:pt x="25188" y="5106"/>
                    <a:pt x="25087" y="5031"/>
                  </a:cubicBezTo>
                  <a:lnTo>
                    <a:pt x="25037" y="5006"/>
                  </a:lnTo>
                  <a:lnTo>
                    <a:pt x="25050" y="5006"/>
                  </a:lnTo>
                  <a:cubicBezTo>
                    <a:pt x="25653" y="4704"/>
                    <a:pt x="26294" y="4515"/>
                    <a:pt x="26961" y="4452"/>
                  </a:cubicBezTo>
                  <a:cubicBezTo>
                    <a:pt x="28269" y="4339"/>
                    <a:pt x="28822" y="4037"/>
                    <a:pt x="28847" y="3396"/>
                  </a:cubicBezTo>
                  <a:cubicBezTo>
                    <a:pt x="28847" y="3371"/>
                    <a:pt x="28847" y="3358"/>
                    <a:pt x="28847" y="3333"/>
                  </a:cubicBezTo>
                  <a:cubicBezTo>
                    <a:pt x="28835" y="2968"/>
                    <a:pt x="28420" y="2755"/>
                    <a:pt x="27929" y="2503"/>
                  </a:cubicBezTo>
                  <a:cubicBezTo>
                    <a:pt x="27577" y="2327"/>
                    <a:pt x="27238" y="2113"/>
                    <a:pt x="26911" y="1887"/>
                  </a:cubicBezTo>
                  <a:cubicBezTo>
                    <a:pt x="26471" y="1535"/>
                    <a:pt x="25641" y="1409"/>
                    <a:pt x="24823" y="1384"/>
                  </a:cubicBezTo>
                  <a:lnTo>
                    <a:pt x="24999" y="1359"/>
                  </a:lnTo>
                  <a:cubicBezTo>
                    <a:pt x="25112" y="1359"/>
                    <a:pt x="25226" y="1309"/>
                    <a:pt x="25301" y="1233"/>
                  </a:cubicBezTo>
                  <a:cubicBezTo>
                    <a:pt x="25326" y="1208"/>
                    <a:pt x="25339" y="1170"/>
                    <a:pt x="25339" y="1133"/>
                  </a:cubicBezTo>
                  <a:cubicBezTo>
                    <a:pt x="25326" y="1082"/>
                    <a:pt x="25301" y="1032"/>
                    <a:pt x="25263" y="1007"/>
                  </a:cubicBezTo>
                  <a:cubicBezTo>
                    <a:pt x="25238" y="994"/>
                    <a:pt x="24597" y="516"/>
                    <a:pt x="23377" y="328"/>
                  </a:cubicBezTo>
                  <a:cubicBezTo>
                    <a:pt x="22995" y="251"/>
                    <a:pt x="22613" y="215"/>
                    <a:pt x="22227" y="215"/>
                  </a:cubicBezTo>
                  <a:cubicBezTo>
                    <a:pt x="22041" y="215"/>
                    <a:pt x="21855" y="223"/>
                    <a:pt x="21667" y="240"/>
                  </a:cubicBezTo>
                  <a:cubicBezTo>
                    <a:pt x="21717" y="215"/>
                    <a:pt x="21768" y="202"/>
                    <a:pt x="21818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13"/>
                  </a:lnTo>
                  <a:lnTo>
                    <a:pt x="22170" y="13"/>
                  </a:lnTo>
                  <a:lnTo>
                    <a:pt x="22044" y="26"/>
                  </a:lnTo>
                  <a:cubicBezTo>
                    <a:pt x="21969" y="39"/>
                    <a:pt x="21868" y="51"/>
                    <a:pt x="21730" y="76"/>
                  </a:cubicBezTo>
                  <a:cubicBezTo>
                    <a:pt x="21604" y="101"/>
                    <a:pt x="21466" y="139"/>
                    <a:pt x="21315" y="189"/>
                  </a:cubicBezTo>
                  <a:lnTo>
                    <a:pt x="21189" y="252"/>
                  </a:lnTo>
                  <a:cubicBezTo>
                    <a:pt x="21126" y="152"/>
                    <a:pt x="21026" y="89"/>
                    <a:pt x="20912" y="89"/>
                  </a:cubicBezTo>
                  <a:cubicBezTo>
                    <a:pt x="20898" y="89"/>
                    <a:pt x="20766" y="78"/>
                    <a:pt x="20525" y="78"/>
                  </a:cubicBezTo>
                  <a:cubicBezTo>
                    <a:pt x="20124" y="78"/>
                    <a:pt x="19424" y="108"/>
                    <a:pt x="18473" y="265"/>
                  </a:cubicBezTo>
                  <a:lnTo>
                    <a:pt x="18435" y="265"/>
                  </a:lnTo>
                  <a:lnTo>
                    <a:pt x="18473" y="240"/>
                  </a:lnTo>
                  <a:cubicBezTo>
                    <a:pt x="18586" y="164"/>
                    <a:pt x="18687" y="114"/>
                    <a:pt x="18762" y="64"/>
                  </a:cubicBezTo>
                  <a:lnTo>
                    <a:pt x="188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24"/>
            <p:cNvSpPr/>
            <p:nvPr/>
          </p:nvSpPr>
          <p:spPr>
            <a:xfrm>
              <a:off x="4757825" y="2117625"/>
              <a:ext cx="110675" cy="39325"/>
            </a:xfrm>
            <a:custGeom>
              <a:avLst/>
              <a:gdLst/>
              <a:ahLst/>
              <a:cxnLst/>
              <a:rect l="l" t="t" r="r" b="b"/>
              <a:pathLst>
                <a:path w="4427" h="1573" extrusionOk="0">
                  <a:moveTo>
                    <a:pt x="0" y="0"/>
                  </a:moveTo>
                  <a:lnTo>
                    <a:pt x="151" y="101"/>
                  </a:lnTo>
                  <a:cubicBezTo>
                    <a:pt x="252" y="164"/>
                    <a:pt x="402" y="239"/>
                    <a:pt x="579" y="340"/>
                  </a:cubicBezTo>
                  <a:cubicBezTo>
                    <a:pt x="767" y="440"/>
                    <a:pt x="993" y="541"/>
                    <a:pt x="1232" y="654"/>
                  </a:cubicBezTo>
                  <a:cubicBezTo>
                    <a:pt x="1471" y="767"/>
                    <a:pt x="1761" y="868"/>
                    <a:pt x="2025" y="969"/>
                  </a:cubicBezTo>
                  <a:cubicBezTo>
                    <a:pt x="2301" y="1069"/>
                    <a:pt x="2603" y="1157"/>
                    <a:pt x="2880" y="1233"/>
                  </a:cubicBezTo>
                  <a:cubicBezTo>
                    <a:pt x="3144" y="1321"/>
                    <a:pt x="3420" y="1384"/>
                    <a:pt x="3647" y="1434"/>
                  </a:cubicBezTo>
                  <a:cubicBezTo>
                    <a:pt x="3873" y="1484"/>
                    <a:pt x="4074" y="1522"/>
                    <a:pt x="4213" y="1547"/>
                  </a:cubicBezTo>
                  <a:lnTo>
                    <a:pt x="4426" y="1572"/>
                  </a:lnTo>
                  <a:lnTo>
                    <a:pt x="4426" y="1572"/>
                  </a:lnTo>
                  <a:lnTo>
                    <a:pt x="4238" y="1497"/>
                  </a:lnTo>
                  <a:cubicBezTo>
                    <a:pt x="4112" y="1459"/>
                    <a:pt x="3949" y="1396"/>
                    <a:pt x="3735" y="1321"/>
                  </a:cubicBezTo>
                  <a:cubicBezTo>
                    <a:pt x="3534" y="1245"/>
                    <a:pt x="3282" y="1170"/>
                    <a:pt x="3031" y="1069"/>
                  </a:cubicBezTo>
                  <a:cubicBezTo>
                    <a:pt x="2767" y="981"/>
                    <a:pt x="2490" y="881"/>
                    <a:pt x="2226" y="780"/>
                  </a:cubicBezTo>
                  <a:cubicBezTo>
                    <a:pt x="1949" y="679"/>
                    <a:pt x="1673" y="591"/>
                    <a:pt x="1408" y="491"/>
                  </a:cubicBezTo>
                  <a:cubicBezTo>
                    <a:pt x="1157" y="403"/>
                    <a:pt x="905" y="315"/>
                    <a:pt x="704" y="239"/>
                  </a:cubicBezTo>
                  <a:cubicBezTo>
                    <a:pt x="490" y="176"/>
                    <a:pt x="314" y="113"/>
                    <a:pt x="189" y="6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24"/>
            <p:cNvSpPr/>
            <p:nvPr/>
          </p:nvSpPr>
          <p:spPr>
            <a:xfrm>
              <a:off x="4867525" y="2109450"/>
              <a:ext cx="178275" cy="16375"/>
            </a:xfrm>
            <a:custGeom>
              <a:avLst/>
              <a:gdLst/>
              <a:ahLst/>
              <a:cxnLst/>
              <a:rect l="l" t="t" r="r" b="b"/>
              <a:pathLst>
                <a:path w="7131" h="655" extrusionOk="0">
                  <a:moveTo>
                    <a:pt x="1" y="0"/>
                  </a:moveTo>
                  <a:lnTo>
                    <a:pt x="277" y="88"/>
                  </a:lnTo>
                  <a:lnTo>
                    <a:pt x="428" y="126"/>
                  </a:lnTo>
                  <a:lnTo>
                    <a:pt x="604" y="176"/>
                  </a:lnTo>
                  <a:cubicBezTo>
                    <a:pt x="743" y="202"/>
                    <a:pt x="881" y="239"/>
                    <a:pt x="1044" y="264"/>
                  </a:cubicBezTo>
                  <a:cubicBezTo>
                    <a:pt x="1371" y="327"/>
                    <a:pt x="1774" y="365"/>
                    <a:pt x="2201" y="403"/>
                  </a:cubicBezTo>
                  <a:cubicBezTo>
                    <a:pt x="2629" y="440"/>
                    <a:pt x="3081" y="440"/>
                    <a:pt x="3547" y="453"/>
                  </a:cubicBezTo>
                  <a:cubicBezTo>
                    <a:pt x="3999" y="466"/>
                    <a:pt x="4452" y="453"/>
                    <a:pt x="4880" y="478"/>
                  </a:cubicBezTo>
                  <a:cubicBezTo>
                    <a:pt x="5295" y="503"/>
                    <a:pt x="5697" y="503"/>
                    <a:pt x="6024" y="528"/>
                  </a:cubicBezTo>
                  <a:cubicBezTo>
                    <a:pt x="6187" y="541"/>
                    <a:pt x="6338" y="554"/>
                    <a:pt x="6477" y="566"/>
                  </a:cubicBezTo>
                  <a:cubicBezTo>
                    <a:pt x="6628" y="579"/>
                    <a:pt x="6728" y="591"/>
                    <a:pt x="6829" y="617"/>
                  </a:cubicBezTo>
                  <a:lnTo>
                    <a:pt x="7131" y="654"/>
                  </a:lnTo>
                  <a:lnTo>
                    <a:pt x="6854" y="566"/>
                  </a:lnTo>
                  <a:cubicBezTo>
                    <a:pt x="6766" y="541"/>
                    <a:pt x="6653" y="516"/>
                    <a:pt x="6514" y="491"/>
                  </a:cubicBezTo>
                  <a:cubicBezTo>
                    <a:pt x="6389" y="466"/>
                    <a:pt x="6238" y="440"/>
                    <a:pt x="6074" y="415"/>
                  </a:cubicBezTo>
                  <a:cubicBezTo>
                    <a:pt x="5735" y="365"/>
                    <a:pt x="5345" y="327"/>
                    <a:pt x="4917" y="290"/>
                  </a:cubicBezTo>
                  <a:cubicBezTo>
                    <a:pt x="4490" y="264"/>
                    <a:pt x="4025" y="252"/>
                    <a:pt x="3572" y="239"/>
                  </a:cubicBezTo>
                  <a:cubicBezTo>
                    <a:pt x="3119" y="227"/>
                    <a:pt x="2667" y="239"/>
                    <a:pt x="2239" y="214"/>
                  </a:cubicBezTo>
                  <a:cubicBezTo>
                    <a:pt x="1824" y="202"/>
                    <a:pt x="1434" y="189"/>
                    <a:pt x="1095" y="151"/>
                  </a:cubicBezTo>
                  <a:cubicBezTo>
                    <a:pt x="931" y="139"/>
                    <a:pt x="780" y="114"/>
                    <a:pt x="642" y="101"/>
                  </a:cubicBezTo>
                  <a:lnTo>
                    <a:pt x="453" y="76"/>
                  </a:lnTo>
                  <a:lnTo>
                    <a:pt x="302" y="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24"/>
            <p:cNvSpPr/>
            <p:nvPr/>
          </p:nvSpPr>
          <p:spPr>
            <a:xfrm>
              <a:off x="4974100" y="2020350"/>
              <a:ext cx="88375" cy="53900"/>
            </a:xfrm>
            <a:custGeom>
              <a:avLst/>
              <a:gdLst/>
              <a:ahLst/>
              <a:cxnLst/>
              <a:rect l="l" t="t" r="r" b="b"/>
              <a:pathLst>
                <a:path w="3535" h="2156" extrusionOk="0">
                  <a:moveTo>
                    <a:pt x="3209" y="1"/>
                  </a:moveTo>
                  <a:cubicBezTo>
                    <a:pt x="3062" y="1"/>
                    <a:pt x="2914" y="12"/>
                    <a:pt x="2767" y="31"/>
                  </a:cubicBezTo>
                  <a:cubicBezTo>
                    <a:pt x="2478" y="69"/>
                    <a:pt x="2201" y="144"/>
                    <a:pt x="1937" y="257"/>
                  </a:cubicBezTo>
                  <a:cubicBezTo>
                    <a:pt x="1686" y="370"/>
                    <a:pt x="1447" y="521"/>
                    <a:pt x="1233" y="722"/>
                  </a:cubicBezTo>
                  <a:cubicBezTo>
                    <a:pt x="1082" y="898"/>
                    <a:pt x="944" y="1087"/>
                    <a:pt x="818" y="1276"/>
                  </a:cubicBezTo>
                  <a:cubicBezTo>
                    <a:pt x="717" y="1439"/>
                    <a:pt x="604" y="1603"/>
                    <a:pt x="478" y="1754"/>
                  </a:cubicBezTo>
                  <a:cubicBezTo>
                    <a:pt x="390" y="1867"/>
                    <a:pt x="277" y="1967"/>
                    <a:pt x="151" y="2055"/>
                  </a:cubicBezTo>
                  <a:cubicBezTo>
                    <a:pt x="101" y="2093"/>
                    <a:pt x="51" y="2118"/>
                    <a:pt x="1" y="2156"/>
                  </a:cubicBezTo>
                  <a:cubicBezTo>
                    <a:pt x="63" y="2131"/>
                    <a:pt x="139" y="2106"/>
                    <a:pt x="202" y="2081"/>
                  </a:cubicBezTo>
                  <a:cubicBezTo>
                    <a:pt x="353" y="2005"/>
                    <a:pt x="504" y="1917"/>
                    <a:pt x="642" y="1804"/>
                  </a:cubicBezTo>
                  <a:cubicBezTo>
                    <a:pt x="805" y="1666"/>
                    <a:pt x="944" y="1502"/>
                    <a:pt x="1082" y="1326"/>
                  </a:cubicBezTo>
                  <a:cubicBezTo>
                    <a:pt x="1220" y="1150"/>
                    <a:pt x="1359" y="974"/>
                    <a:pt x="1522" y="810"/>
                  </a:cubicBezTo>
                  <a:cubicBezTo>
                    <a:pt x="1686" y="634"/>
                    <a:pt x="1887" y="484"/>
                    <a:pt x="2113" y="383"/>
                  </a:cubicBezTo>
                  <a:cubicBezTo>
                    <a:pt x="2327" y="270"/>
                    <a:pt x="2553" y="182"/>
                    <a:pt x="2805" y="131"/>
                  </a:cubicBezTo>
                  <a:cubicBezTo>
                    <a:pt x="2981" y="81"/>
                    <a:pt x="3169" y="56"/>
                    <a:pt x="3358" y="43"/>
                  </a:cubicBezTo>
                  <a:cubicBezTo>
                    <a:pt x="3433" y="31"/>
                    <a:pt x="3484" y="31"/>
                    <a:pt x="3521" y="31"/>
                  </a:cubicBezTo>
                  <a:lnTo>
                    <a:pt x="3534" y="31"/>
                  </a:lnTo>
                  <a:cubicBezTo>
                    <a:pt x="3496" y="31"/>
                    <a:pt x="3433" y="18"/>
                    <a:pt x="3371" y="6"/>
                  </a:cubicBezTo>
                  <a:cubicBezTo>
                    <a:pt x="3317" y="2"/>
                    <a:pt x="3263" y="1"/>
                    <a:pt x="3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24"/>
            <p:cNvSpPr/>
            <p:nvPr/>
          </p:nvSpPr>
          <p:spPr>
            <a:xfrm>
              <a:off x="5053325" y="2080200"/>
              <a:ext cx="116350" cy="13250"/>
            </a:xfrm>
            <a:custGeom>
              <a:avLst/>
              <a:gdLst/>
              <a:ahLst/>
              <a:cxnLst/>
              <a:rect l="l" t="t" r="r" b="b"/>
              <a:pathLst>
                <a:path w="4654" h="530" extrusionOk="0">
                  <a:moveTo>
                    <a:pt x="755" y="1"/>
                  </a:moveTo>
                  <a:cubicBezTo>
                    <a:pt x="529" y="1"/>
                    <a:pt x="340" y="13"/>
                    <a:pt x="214" y="26"/>
                  </a:cubicBezTo>
                  <a:lnTo>
                    <a:pt x="0" y="39"/>
                  </a:lnTo>
                  <a:lnTo>
                    <a:pt x="202" y="39"/>
                  </a:lnTo>
                  <a:cubicBezTo>
                    <a:pt x="340" y="39"/>
                    <a:pt x="516" y="51"/>
                    <a:pt x="742" y="51"/>
                  </a:cubicBezTo>
                  <a:cubicBezTo>
                    <a:pt x="981" y="64"/>
                    <a:pt x="1233" y="76"/>
                    <a:pt x="1509" y="101"/>
                  </a:cubicBezTo>
                  <a:cubicBezTo>
                    <a:pt x="1786" y="114"/>
                    <a:pt x="2075" y="139"/>
                    <a:pt x="2364" y="177"/>
                  </a:cubicBezTo>
                  <a:cubicBezTo>
                    <a:pt x="2654" y="202"/>
                    <a:pt x="2943" y="240"/>
                    <a:pt x="3220" y="278"/>
                  </a:cubicBezTo>
                  <a:cubicBezTo>
                    <a:pt x="3484" y="315"/>
                    <a:pt x="3735" y="353"/>
                    <a:pt x="3949" y="391"/>
                  </a:cubicBezTo>
                  <a:cubicBezTo>
                    <a:pt x="4163" y="428"/>
                    <a:pt x="4339" y="466"/>
                    <a:pt x="4464" y="491"/>
                  </a:cubicBezTo>
                  <a:lnTo>
                    <a:pt x="4653" y="529"/>
                  </a:lnTo>
                  <a:lnTo>
                    <a:pt x="4477" y="466"/>
                  </a:lnTo>
                  <a:cubicBezTo>
                    <a:pt x="4351" y="441"/>
                    <a:pt x="4188" y="391"/>
                    <a:pt x="3974" y="340"/>
                  </a:cubicBezTo>
                  <a:cubicBezTo>
                    <a:pt x="3773" y="290"/>
                    <a:pt x="3521" y="240"/>
                    <a:pt x="3257" y="202"/>
                  </a:cubicBezTo>
                  <a:cubicBezTo>
                    <a:pt x="2993" y="152"/>
                    <a:pt x="2704" y="114"/>
                    <a:pt x="2402" y="76"/>
                  </a:cubicBezTo>
                  <a:cubicBezTo>
                    <a:pt x="2113" y="39"/>
                    <a:pt x="1811" y="26"/>
                    <a:pt x="1535" y="13"/>
                  </a:cubicBezTo>
                  <a:cubicBezTo>
                    <a:pt x="1245" y="1"/>
                    <a:pt x="981" y="1"/>
                    <a:pt x="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24"/>
            <p:cNvSpPr/>
            <p:nvPr/>
          </p:nvSpPr>
          <p:spPr>
            <a:xfrm>
              <a:off x="5032575" y="2050350"/>
              <a:ext cx="60075" cy="14175"/>
            </a:xfrm>
            <a:custGeom>
              <a:avLst/>
              <a:gdLst/>
              <a:ahLst/>
              <a:cxnLst/>
              <a:rect l="l" t="t" r="r" b="b"/>
              <a:pathLst>
                <a:path w="2403" h="567" extrusionOk="0">
                  <a:moveTo>
                    <a:pt x="2289" y="0"/>
                  </a:moveTo>
                  <a:cubicBezTo>
                    <a:pt x="2226" y="0"/>
                    <a:pt x="2126" y="0"/>
                    <a:pt x="2000" y="25"/>
                  </a:cubicBezTo>
                  <a:cubicBezTo>
                    <a:pt x="1887" y="38"/>
                    <a:pt x="1736" y="51"/>
                    <a:pt x="1597" y="88"/>
                  </a:cubicBezTo>
                  <a:cubicBezTo>
                    <a:pt x="1447" y="113"/>
                    <a:pt x="1296" y="139"/>
                    <a:pt x="1145" y="176"/>
                  </a:cubicBezTo>
                  <a:cubicBezTo>
                    <a:pt x="981" y="214"/>
                    <a:pt x="843" y="252"/>
                    <a:pt x="705" y="290"/>
                  </a:cubicBezTo>
                  <a:cubicBezTo>
                    <a:pt x="566" y="340"/>
                    <a:pt x="441" y="378"/>
                    <a:pt x="340" y="415"/>
                  </a:cubicBezTo>
                  <a:cubicBezTo>
                    <a:pt x="227" y="466"/>
                    <a:pt x="151" y="503"/>
                    <a:pt x="88" y="528"/>
                  </a:cubicBezTo>
                  <a:lnTo>
                    <a:pt x="0" y="566"/>
                  </a:lnTo>
                  <a:lnTo>
                    <a:pt x="101" y="541"/>
                  </a:lnTo>
                  <a:lnTo>
                    <a:pt x="378" y="478"/>
                  </a:lnTo>
                  <a:cubicBezTo>
                    <a:pt x="491" y="440"/>
                    <a:pt x="617" y="415"/>
                    <a:pt x="755" y="378"/>
                  </a:cubicBezTo>
                  <a:cubicBezTo>
                    <a:pt x="893" y="340"/>
                    <a:pt x="1044" y="315"/>
                    <a:pt x="1195" y="277"/>
                  </a:cubicBezTo>
                  <a:cubicBezTo>
                    <a:pt x="1346" y="239"/>
                    <a:pt x="1497" y="201"/>
                    <a:pt x="1635" y="176"/>
                  </a:cubicBezTo>
                  <a:cubicBezTo>
                    <a:pt x="1773" y="139"/>
                    <a:pt x="1912" y="113"/>
                    <a:pt x="2025" y="88"/>
                  </a:cubicBezTo>
                  <a:lnTo>
                    <a:pt x="2302" y="2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24"/>
            <p:cNvSpPr/>
            <p:nvPr/>
          </p:nvSpPr>
          <p:spPr>
            <a:xfrm>
              <a:off x="4859350" y="2132075"/>
              <a:ext cx="96850" cy="18900"/>
            </a:xfrm>
            <a:custGeom>
              <a:avLst/>
              <a:gdLst/>
              <a:ahLst/>
              <a:cxnLst/>
              <a:rect l="l" t="t" r="r" b="b"/>
              <a:pathLst>
                <a:path w="3874" h="756" extrusionOk="0">
                  <a:moveTo>
                    <a:pt x="1" y="1"/>
                  </a:moveTo>
                  <a:lnTo>
                    <a:pt x="152" y="51"/>
                  </a:lnTo>
                  <a:cubicBezTo>
                    <a:pt x="252" y="76"/>
                    <a:pt x="391" y="126"/>
                    <a:pt x="567" y="164"/>
                  </a:cubicBezTo>
                  <a:cubicBezTo>
                    <a:pt x="743" y="215"/>
                    <a:pt x="944" y="277"/>
                    <a:pt x="1170" y="328"/>
                  </a:cubicBezTo>
                  <a:cubicBezTo>
                    <a:pt x="1397" y="378"/>
                    <a:pt x="1635" y="428"/>
                    <a:pt x="1874" y="479"/>
                  </a:cubicBezTo>
                  <a:cubicBezTo>
                    <a:pt x="2113" y="541"/>
                    <a:pt x="2365" y="567"/>
                    <a:pt x="2591" y="604"/>
                  </a:cubicBezTo>
                  <a:cubicBezTo>
                    <a:pt x="2830" y="642"/>
                    <a:pt x="3044" y="667"/>
                    <a:pt x="3232" y="692"/>
                  </a:cubicBezTo>
                  <a:cubicBezTo>
                    <a:pt x="3421" y="717"/>
                    <a:pt x="3585" y="730"/>
                    <a:pt x="3698" y="743"/>
                  </a:cubicBezTo>
                  <a:lnTo>
                    <a:pt x="3874" y="755"/>
                  </a:lnTo>
                  <a:lnTo>
                    <a:pt x="3698" y="717"/>
                  </a:lnTo>
                  <a:lnTo>
                    <a:pt x="3270" y="642"/>
                  </a:lnTo>
                  <a:lnTo>
                    <a:pt x="2641" y="516"/>
                  </a:lnTo>
                  <a:cubicBezTo>
                    <a:pt x="2415" y="479"/>
                    <a:pt x="2176" y="428"/>
                    <a:pt x="1937" y="378"/>
                  </a:cubicBezTo>
                  <a:cubicBezTo>
                    <a:pt x="1698" y="340"/>
                    <a:pt x="1459" y="277"/>
                    <a:pt x="1220" y="227"/>
                  </a:cubicBezTo>
                  <a:lnTo>
                    <a:pt x="604" y="114"/>
                  </a:lnTo>
                  <a:lnTo>
                    <a:pt x="164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24"/>
            <p:cNvSpPr/>
            <p:nvPr/>
          </p:nvSpPr>
          <p:spPr>
            <a:xfrm>
              <a:off x="4669150" y="2104425"/>
              <a:ext cx="110375" cy="39950"/>
            </a:xfrm>
            <a:custGeom>
              <a:avLst/>
              <a:gdLst/>
              <a:ahLst/>
              <a:cxnLst/>
              <a:rect l="l" t="t" r="r" b="b"/>
              <a:pathLst>
                <a:path w="4415" h="1598" extrusionOk="0">
                  <a:moveTo>
                    <a:pt x="1" y="0"/>
                  </a:moveTo>
                  <a:lnTo>
                    <a:pt x="152" y="101"/>
                  </a:lnTo>
                  <a:cubicBezTo>
                    <a:pt x="240" y="176"/>
                    <a:pt x="378" y="264"/>
                    <a:pt x="542" y="365"/>
                  </a:cubicBezTo>
                  <a:cubicBezTo>
                    <a:pt x="718" y="478"/>
                    <a:pt x="932" y="591"/>
                    <a:pt x="1170" y="704"/>
                  </a:cubicBezTo>
                  <a:cubicBezTo>
                    <a:pt x="1422" y="830"/>
                    <a:pt x="1686" y="943"/>
                    <a:pt x="1963" y="1044"/>
                  </a:cubicBezTo>
                  <a:cubicBezTo>
                    <a:pt x="2239" y="1144"/>
                    <a:pt x="2541" y="1245"/>
                    <a:pt x="2818" y="1308"/>
                  </a:cubicBezTo>
                  <a:cubicBezTo>
                    <a:pt x="3107" y="1383"/>
                    <a:pt x="3371" y="1446"/>
                    <a:pt x="3610" y="1484"/>
                  </a:cubicBezTo>
                  <a:cubicBezTo>
                    <a:pt x="3836" y="1534"/>
                    <a:pt x="4050" y="1559"/>
                    <a:pt x="4188" y="1572"/>
                  </a:cubicBezTo>
                  <a:lnTo>
                    <a:pt x="4415" y="1597"/>
                  </a:lnTo>
                  <a:lnTo>
                    <a:pt x="4201" y="1559"/>
                  </a:lnTo>
                  <a:cubicBezTo>
                    <a:pt x="4063" y="1534"/>
                    <a:pt x="3861" y="1484"/>
                    <a:pt x="3635" y="1434"/>
                  </a:cubicBezTo>
                  <a:cubicBezTo>
                    <a:pt x="3409" y="1383"/>
                    <a:pt x="3157" y="1308"/>
                    <a:pt x="2881" y="1232"/>
                  </a:cubicBezTo>
                  <a:cubicBezTo>
                    <a:pt x="2604" y="1157"/>
                    <a:pt x="2327" y="1056"/>
                    <a:pt x="2051" y="956"/>
                  </a:cubicBezTo>
                  <a:cubicBezTo>
                    <a:pt x="1774" y="855"/>
                    <a:pt x="1510" y="742"/>
                    <a:pt x="1258" y="641"/>
                  </a:cubicBezTo>
                  <a:cubicBezTo>
                    <a:pt x="1020" y="541"/>
                    <a:pt x="793" y="428"/>
                    <a:pt x="617" y="327"/>
                  </a:cubicBezTo>
                  <a:cubicBezTo>
                    <a:pt x="441" y="226"/>
                    <a:pt x="278" y="151"/>
                    <a:pt x="177" y="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24"/>
            <p:cNvSpPr/>
            <p:nvPr/>
          </p:nvSpPr>
          <p:spPr>
            <a:xfrm>
              <a:off x="4649675" y="2067000"/>
              <a:ext cx="53150" cy="17625"/>
            </a:xfrm>
            <a:custGeom>
              <a:avLst/>
              <a:gdLst/>
              <a:ahLst/>
              <a:cxnLst/>
              <a:rect l="l" t="t" r="r" b="b"/>
              <a:pathLst>
                <a:path w="2126" h="705" extrusionOk="0">
                  <a:moveTo>
                    <a:pt x="2125" y="1"/>
                  </a:moveTo>
                  <a:lnTo>
                    <a:pt x="2012" y="13"/>
                  </a:lnTo>
                  <a:cubicBezTo>
                    <a:pt x="1949" y="26"/>
                    <a:pt x="1861" y="26"/>
                    <a:pt x="1748" y="51"/>
                  </a:cubicBezTo>
                  <a:cubicBezTo>
                    <a:pt x="1648" y="76"/>
                    <a:pt x="1522" y="101"/>
                    <a:pt x="1384" y="139"/>
                  </a:cubicBezTo>
                  <a:cubicBezTo>
                    <a:pt x="1258" y="177"/>
                    <a:pt x="1119" y="215"/>
                    <a:pt x="981" y="252"/>
                  </a:cubicBezTo>
                  <a:cubicBezTo>
                    <a:pt x="843" y="303"/>
                    <a:pt x="717" y="353"/>
                    <a:pt x="591" y="403"/>
                  </a:cubicBezTo>
                  <a:cubicBezTo>
                    <a:pt x="478" y="441"/>
                    <a:pt x="365" y="504"/>
                    <a:pt x="277" y="541"/>
                  </a:cubicBezTo>
                  <a:cubicBezTo>
                    <a:pt x="189" y="592"/>
                    <a:pt x="126" y="629"/>
                    <a:pt x="76" y="655"/>
                  </a:cubicBezTo>
                  <a:lnTo>
                    <a:pt x="0" y="705"/>
                  </a:lnTo>
                  <a:lnTo>
                    <a:pt x="0" y="705"/>
                  </a:lnTo>
                  <a:lnTo>
                    <a:pt x="88" y="667"/>
                  </a:lnTo>
                  <a:lnTo>
                    <a:pt x="327" y="592"/>
                  </a:lnTo>
                  <a:lnTo>
                    <a:pt x="667" y="479"/>
                  </a:lnTo>
                  <a:cubicBezTo>
                    <a:pt x="793" y="441"/>
                    <a:pt x="918" y="391"/>
                    <a:pt x="1057" y="353"/>
                  </a:cubicBezTo>
                  <a:cubicBezTo>
                    <a:pt x="1195" y="303"/>
                    <a:pt x="1321" y="265"/>
                    <a:pt x="1446" y="227"/>
                  </a:cubicBezTo>
                  <a:cubicBezTo>
                    <a:pt x="1572" y="177"/>
                    <a:pt x="1685" y="139"/>
                    <a:pt x="1786" y="114"/>
                  </a:cubicBezTo>
                  <a:lnTo>
                    <a:pt x="2025" y="26"/>
                  </a:lnTo>
                  <a:lnTo>
                    <a:pt x="21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24"/>
            <p:cNvSpPr/>
            <p:nvPr/>
          </p:nvSpPr>
          <p:spPr>
            <a:xfrm>
              <a:off x="4735500" y="2045325"/>
              <a:ext cx="130800" cy="40575"/>
            </a:xfrm>
            <a:custGeom>
              <a:avLst/>
              <a:gdLst/>
              <a:ahLst/>
              <a:cxnLst/>
              <a:rect l="l" t="t" r="r" b="b"/>
              <a:pathLst>
                <a:path w="5232" h="1623" extrusionOk="0">
                  <a:moveTo>
                    <a:pt x="5231" y="0"/>
                  </a:moveTo>
                  <a:cubicBezTo>
                    <a:pt x="5231" y="0"/>
                    <a:pt x="5156" y="38"/>
                    <a:pt x="5030" y="101"/>
                  </a:cubicBezTo>
                  <a:cubicBezTo>
                    <a:pt x="4892" y="151"/>
                    <a:pt x="4716" y="239"/>
                    <a:pt x="4477" y="327"/>
                  </a:cubicBezTo>
                  <a:cubicBezTo>
                    <a:pt x="4238" y="415"/>
                    <a:pt x="3961" y="503"/>
                    <a:pt x="3647" y="591"/>
                  </a:cubicBezTo>
                  <a:cubicBezTo>
                    <a:pt x="3345" y="692"/>
                    <a:pt x="3006" y="780"/>
                    <a:pt x="2666" y="868"/>
                  </a:cubicBezTo>
                  <a:cubicBezTo>
                    <a:pt x="2339" y="943"/>
                    <a:pt x="2000" y="1031"/>
                    <a:pt x="1673" y="1107"/>
                  </a:cubicBezTo>
                  <a:cubicBezTo>
                    <a:pt x="1358" y="1195"/>
                    <a:pt x="1069" y="1270"/>
                    <a:pt x="818" y="1346"/>
                  </a:cubicBezTo>
                  <a:cubicBezTo>
                    <a:pt x="566" y="1421"/>
                    <a:pt x="365" y="1484"/>
                    <a:pt x="227" y="1534"/>
                  </a:cubicBezTo>
                  <a:lnTo>
                    <a:pt x="0" y="1622"/>
                  </a:lnTo>
                  <a:lnTo>
                    <a:pt x="239" y="1559"/>
                  </a:lnTo>
                  <a:cubicBezTo>
                    <a:pt x="377" y="1509"/>
                    <a:pt x="591" y="1459"/>
                    <a:pt x="843" y="1396"/>
                  </a:cubicBezTo>
                  <a:cubicBezTo>
                    <a:pt x="1094" y="1333"/>
                    <a:pt x="1396" y="1270"/>
                    <a:pt x="1723" y="1195"/>
                  </a:cubicBezTo>
                  <a:cubicBezTo>
                    <a:pt x="2037" y="1119"/>
                    <a:pt x="2389" y="1044"/>
                    <a:pt x="2729" y="956"/>
                  </a:cubicBezTo>
                  <a:cubicBezTo>
                    <a:pt x="3069" y="880"/>
                    <a:pt x="3408" y="780"/>
                    <a:pt x="3710" y="679"/>
                  </a:cubicBezTo>
                  <a:cubicBezTo>
                    <a:pt x="4024" y="579"/>
                    <a:pt x="4288" y="465"/>
                    <a:pt x="4527" y="377"/>
                  </a:cubicBezTo>
                  <a:cubicBezTo>
                    <a:pt x="4703" y="289"/>
                    <a:pt x="4879" y="201"/>
                    <a:pt x="5043" y="113"/>
                  </a:cubicBezTo>
                  <a:cubicBezTo>
                    <a:pt x="5168" y="38"/>
                    <a:pt x="5231" y="0"/>
                    <a:pt x="5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24"/>
            <p:cNvSpPr/>
            <p:nvPr/>
          </p:nvSpPr>
          <p:spPr>
            <a:xfrm>
              <a:off x="4855900" y="2039650"/>
              <a:ext cx="95600" cy="46550"/>
            </a:xfrm>
            <a:custGeom>
              <a:avLst/>
              <a:gdLst/>
              <a:ahLst/>
              <a:cxnLst/>
              <a:rect l="l" t="t" r="r" b="b"/>
              <a:pathLst>
                <a:path w="3824" h="1862" extrusionOk="0">
                  <a:moveTo>
                    <a:pt x="3823" y="1"/>
                  </a:moveTo>
                  <a:lnTo>
                    <a:pt x="3685" y="101"/>
                  </a:lnTo>
                  <a:cubicBezTo>
                    <a:pt x="3597" y="164"/>
                    <a:pt x="3458" y="240"/>
                    <a:pt x="3295" y="340"/>
                  </a:cubicBezTo>
                  <a:cubicBezTo>
                    <a:pt x="3132" y="441"/>
                    <a:pt x="2943" y="554"/>
                    <a:pt x="2729" y="680"/>
                  </a:cubicBezTo>
                  <a:cubicBezTo>
                    <a:pt x="2528" y="806"/>
                    <a:pt x="2289" y="919"/>
                    <a:pt x="2050" y="1032"/>
                  </a:cubicBezTo>
                  <a:cubicBezTo>
                    <a:pt x="1799" y="1145"/>
                    <a:pt x="1560" y="1271"/>
                    <a:pt x="1321" y="1359"/>
                  </a:cubicBezTo>
                  <a:cubicBezTo>
                    <a:pt x="1082" y="1459"/>
                    <a:pt x="868" y="1560"/>
                    <a:pt x="667" y="1623"/>
                  </a:cubicBezTo>
                  <a:cubicBezTo>
                    <a:pt x="466" y="1698"/>
                    <a:pt x="302" y="1761"/>
                    <a:pt x="176" y="1799"/>
                  </a:cubicBezTo>
                  <a:lnTo>
                    <a:pt x="0" y="1862"/>
                  </a:lnTo>
                  <a:lnTo>
                    <a:pt x="189" y="1812"/>
                  </a:lnTo>
                  <a:cubicBezTo>
                    <a:pt x="315" y="1786"/>
                    <a:pt x="503" y="1736"/>
                    <a:pt x="705" y="1673"/>
                  </a:cubicBezTo>
                  <a:cubicBezTo>
                    <a:pt x="918" y="1610"/>
                    <a:pt x="1157" y="1535"/>
                    <a:pt x="1396" y="1447"/>
                  </a:cubicBezTo>
                  <a:cubicBezTo>
                    <a:pt x="1648" y="1346"/>
                    <a:pt x="1912" y="1233"/>
                    <a:pt x="2151" y="1120"/>
                  </a:cubicBezTo>
                  <a:cubicBezTo>
                    <a:pt x="2390" y="994"/>
                    <a:pt x="2616" y="868"/>
                    <a:pt x="2830" y="743"/>
                  </a:cubicBezTo>
                  <a:cubicBezTo>
                    <a:pt x="3044" y="617"/>
                    <a:pt x="3220" y="491"/>
                    <a:pt x="3370" y="378"/>
                  </a:cubicBezTo>
                  <a:cubicBezTo>
                    <a:pt x="3521" y="277"/>
                    <a:pt x="3635" y="177"/>
                    <a:pt x="3710" y="114"/>
                  </a:cubicBezTo>
                  <a:lnTo>
                    <a:pt x="38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9" name="Google Shape;3889;p24"/>
          <p:cNvGrpSpPr/>
          <p:nvPr/>
        </p:nvGrpSpPr>
        <p:grpSpPr>
          <a:xfrm rot="5400000">
            <a:off x="-214208" y="3460988"/>
            <a:ext cx="1133331" cy="573993"/>
            <a:chOff x="6893875" y="2013700"/>
            <a:chExt cx="396325" cy="200725"/>
          </a:xfrm>
        </p:grpSpPr>
        <p:sp>
          <p:nvSpPr>
            <p:cNvPr id="3890" name="Google Shape;3890;p24"/>
            <p:cNvSpPr/>
            <p:nvPr/>
          </p:nvSpPr>
          <p:spPr>
            <a:xfrm>
              <a:off x="6893875" y="2013700"/>
              <a:ext cx="396325" cy="200725"/>
            </a:xfrm>
            <a:custGeom>
              <a:avLst/>
              <a:gdLst/>
              <a:ahLst/>
              <a:cxnLst/>
              <a:rect l="l" t="t" r="r" b="b"/>
              <a:pathLst>
                <a:path w="15853" h="8029" extrusionOk="0">
                  <a:moveTo>
                    <a:pt x="8928" y="0"/>
                  </a:moveTo>
                  <a:cubicBezTo>
                    <a:pt x="8909" y="0"/>
                    <a:pt x="8890" y="0"/>
                    <a:pt x="8872" y="1"/>
                  </a:cubicBezTo>
                  <a:cubicBezTo>
                    <a:pt x="8490" y="8"/>
                    <a:pt x="8117" y="54"/>
                    <a:pt x="7744" y="123"/>
                  </a:cubicBezTo>
                  <a:lnTo>
                    <a:pt x="7385" y="184"/>
                  </a:lnTo>
                  <a:lnTo>
                    <a:pt x="7340" y="191"/>
                  </a:lnTo>
                  <a:cubicBezTo>
                    <a:pt x="7210" y="153"/>
                    <a:pt x="7081" y="130"/>
                    <a:pt x="6943" y="130"/>
                  </a:cubicBezTo>
                  <a:cubicBezTo>
                    <a:pt x="6898" y="130"/>
                    <a:pt x="6852" y="138"/>
                    <a:pt x="6814" y="138"/>
                  </a:cubicBezTo>
                  <a:lnTo>
                    <a:pt x="6753" y="153"/>
                  </a:lnTo>
                  <a:lnTo>
                    <a:pt x="6738" y="153"/>
                  </a:lnTo>
                  <a:cubicBezTo>
                    <a:pt x="6707" y="153"/>
                    <a:pt x="6677" y="161"/>
                    <a:pt x="6654" y="168"/>
                  </a:cubicBezTo>
                  <a:cubicBezTo>
                    <a:pt x="5960" y="351"/>
                    <a:pt x="5427" y="664"/>
                    <a:pt x="4954" y="953"/>
                  </a:cubicBezTo>
                  <a:lnTo>
                    <a:pt x="4947" y="953"/>
                  </a:lnTo>
                  <a:cubicBezTo>
                    <a:pt x="4604" y="1159"/>
                    <a:pt x="4306" y="1342"/>
                    <a:pt x="3994" y="1434"/>
                  </a:cubicBezTo>
                  <a:lnTo>
                    <a:pt x="3841" y="1487"/>
                  </a:lnTo>
                  <a:cubicBezTo>
                    <a:pt x="3659" y="1540"/>
                    <a:pt x="3498" y="1655"/>
                    <a:pt x="3384" y="1807"/>
                  </a:cubicBezTo>
                  <a:cubicBezTo>
                    <a:pt x="2957" y="1982"/>
                    <a:pt x="1121" y="2843"/>
                    <a:pt x="130" y="4795"/>
                  </a:cubicBezTo>
                  <a:cubicBezTo>
                    <a:pt x="38" y="4970"/>
                    <a:pt x="0" y="5176"/>
                    <a:pt x="23" y="5374"/>
                  </a:cubicBezTo>
                  <a:cubicBezTo>
                    <a:pt x="92" y="5999"/>
                    <a:pt x="663" y="6311"/>
                    <a:pt x="1197" y="6555"/>
                  </a:cubicBezTo>
                  <a:cubicBezTo>
                    <a:pt x="1540" y="6715"/>
                    <a:pt x="1890" y="6845"/>
                    <a:pt x="2256" y="6951"/>
                  </a:cubicBezTo>
                  <a:cubicBezTo>
                    <a:pt x="2355" y="7332"/>
                    <a:pt x="2691" y="7622"/>
                    <a:pt x="3087" y="7660"/>
                  </a:cubicBezTo>
                  <a:lnTo>
                    <a:pt x="3377" y="7683"/>
                  </a:lnTo>
                  <a:cubicBezTo>
                    <a:pt x="3552" y="7698"/>
                    <a:pt x="3727" y="7706"/>
                    <a:pt x="3895" y="7706"/>
                  </a:cubicBezTo>
                  <a:cubicBezTo>
                    <a:pt x="3986" y="7706"/>
                    <a:pt x="4078" y="7706"/>
                    <a:pt x="4162" y="7698"/>
                  </a:cubicBezTo>
                  <a:cubicBezTo>
                    <a:pt x="4337" y="7851"/>
                    <a:pt x="4558" y="7935"/>
                    <a:pt x="4794" y="7942"/>
                  </a:cubicBezTo>
                  <a:lnTo>
                    <a:pt x="4863" y="7942"/>
                  </a:lnTo>
                  <a:lnTo>
                    <a:pt x="5107" y="7957"/>
                  </a:lnTo>
                  <a:cubicBezTo>
                    <a:pt x="5450" y="7988"/>
                    <a:pt x="5922" y="8026"/>
                    <a:pt x="6456" y="8026"/>
                  </a:cubicBezTo>
                  <a:cubicBezTo>
                    <a:pt x="6510" y="8027"/>
                    <a:pt x="6564" y="8028"/>
                    <a:pt x="6619" y="8028"/>
                  </a:cubicBezTo>
                  <a:cubicBezTo>
                    <a:pt x="7160" y="8028"/>
                    <a:pt x="7705" y="7959"/>
                    <a:pt x="8231" y="7828"/>
                  </a:cubicBezTo>
                  <a:cubicBezTo>
                    <a:pt x="8361" y="7884"/>
                    <a:pt x="8504" y="7916"/>
                    <a:pt x="8647" y="7916"/>
                  </a:cubicBezTo>
                  <a:cubicBezTo>
                    <a:pt x="8696" y="7916"/>
                    <a:pt x="8746" y="7912"/>
                    <a:pt x="8795" y="7904"/>
                  </a:cubicBezTo>
                  <a:lnTo>
                    <a:pt x="9070" y="7858"/>
                  </a:lnTo>
                  <a:cubicBezTo>
                    <a:pt x="10739" y="7576"/>
                    <a:pt x="11409" y="6723"/>
                    <a:pt x="11752" y="5862"/>
                  </a:cubicBezTo>
                  <a:cubicBezTo>
                    <a:pt x="11912" y="5846"/>
                    <a:pt x="12065" y="5793"/>
                    <a:pt x="12194" y="5701"/>
                  </a:cubicBezTo>
                  <a:cubicBezTo>
                    <a:pt x="12469" y="5511"/>
                    <a:pt x="12682" y="5244"/>
                    <a:pt x="12812" y="4932"/>
                  </a:cubicBezTo>
                  <a:cubicBezTo>
                    <a:pt x="12850" y="4810"/>
                    <a:pt x="12888" y="4695"/>
                    <a:pt x="12903" y="4566"/>
                  </a:cubicBezTo>
                  <a:cubicBezTo>
                    <a:pt x="12987" y="4581"/>
                    <a:pt x="13063" y="4581"/>
                    <a:pt x="13147" y="4589"/>
                  </a:cubicBezTo>
                  <a:cubicBezTo>
                    <a:pt x="13292" y="4589"/>
                    <a:pt x="13444" y="4566"/>
                    <a:pt x="13582" y="4520"/>
                  </a:cubicBezTo>
                  <a:cubicBezTo>
                    <a:pt x="14100" y="4383"/>
                    <a:pt x="14443" y="3903"/>
                    <a:pt x="14405" y="3369"/>
                  </a:cubicBezTo>
                  <a:lnTo>
                    <a:pt x="14405" y="3369"/>
                  </a:lnTo>
                  <a:lnTo>
                    <a:pt x="14481" y="3392"/>
                  </a:lnTo>
                  <a:lnTo>
                    <a:pt x="14511" y="3400"/>
                  </a:lnTo>
                  <a:cubicBezTo>
                    <a:pt x="14594" y="3422"/>
                    <a:pt x="14677" y="3432"/>
                    <a:pt x="14759" y="3432"/>
                  </a:cubicBezTo>
                  <a:cubicBezTo>
                    <a:pt x="15130" y="3432"/>
                    <a:pt x="15474" y="3215"/>
                    <a:pt x="15624" y="2859"/>
                  </a:cubicBezTo>
                  <a:lnTo>
                    <a:pt x="15639" y="2828"/>
                  </a:lnTo>
                  <a:cubicBezTo>
                    <a:pt x="15853" y="2348"/>
                    <a:pt x="15632" y="1784"/>
                    <a:pt x="15152" y="1571"/>
                  </a:cubicBezTo>
                  <a:lnTo>
                    <a:pt x="15136" y="1563"/>
                  </a:lnTo>
                  <a:cubicBezTo>
                    <a:pt x="14763" y="1411"/>
                    <a:pt x="14359" y="1319"/>
                    <a:pt x="13955" y="1281"/>
                  </a:cubicBezTo>
                  <a:cubicBezTo>
                    <a:pt x="13932" y="892"/>
                    <a:pt x="13719" y="534"/>
                    <a:pt x="13383" y="336"/>
                  </a:cubicBezTo>
                  <a:cubicBezTo>
                    <a:pt x="13178" y="206"/>
                    <a:pt x="12949" y="146"/>
                    <a:pt x="12705" y="146"/>
                  </a:cubicBezTo>
                  <a:cubicBezTo>
                    <a:pt x="12499" y="146"/>
                    <a:pt x="12301" y="184"/>
                    <a:pt x="12118" y="267"/>
                  </a:cubicBezTo>
                  <a:cubicBezTo>
                    <a:pt x="11882" y="374"/>
                    <a:pt x="11676" y="542"/>
                    <a:pt x="11524" y="748"/>
                  </a:cubicBezTo>
                  <a:cubicBezTo>
                    <a:pt x="11470" y="694"/>
                    <a:pt x="11417" y="649"/>
                    <a:pt x="11356" y="603"/>
                  </a:cubicBezTo>
                  <a:cubicBezTo>
                    <a:pt x="11211" y="481"/>
                    <a:pt x="11051" y="382"/>
                    <a:pt x="10884" y="306"/>
                  </a:cubicBezTo>
                  <a:cubicBezTo>
                    <a:pt x="10663" y="199"/>
                    <a:pt x="10419" y="146"/>
                    <a:pt x="10175" y="146"/>
                  </a:cubicBezTo>
                  <a:lnTo>
                    <a:pt x="10061" y="146"/>
                  </a:lnTo>
                  <a:cubicBezTo>
                    <a:pt x="9992" y="146"/>
                    <a:pt x="9923" y="161"/>
                    <a:pt x="9862" y="176"/>
                  </a:cubicBezTo>
                  <a:cubicBezTo>
                    <a:pt x="9560" y="61"/>
                    <a:pt x="9244" y="0"/>
                    <a:pt x="89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24"/>
            <p:cNvSpPr/>
            <p:nvPr/>
          </p:nvSpPr>
          <p:spPr>
            <a:xfrm>
              <a:off x="7120800" y="2080775"/>
              <a:ext cx="62125" cy="101950"/>
            </a:xfrm>
            <a:custGeom>
              <a:avLst/>
              <a:gdLst/>
              <a:ahLst/>
              <a:cxnLst/>
              <a:rect l="l" t="t" r="r" b="b"/>
              <a:pathLst>
                <a:path w="2485" h="4078" extrusionOk="0">
                  <a:moveTo>
                    <a:pt x="2454" y="0"/>
                  </a:moveTo>
                  <a:lnTo>
                    <a:pt x="2332" y="39"/>
                  </a:lnTo>
                  <a:cubicBezTo>
                    <a:pt x="1951" y="427"/>
                    <a:pt x="1852" y="915"/>
                    <a:pt x="1769" y="1388"/>
                  </a:cubicBezTo>
                  <a:cubicBezTo>
                    <a:pt x="1738" y="1654"/>
                    <a:pt x="1669" y="1913"/>
                    <a:pt x="1578" y="2165"/>
                  </a:cubicBezTo>
                  <a:cubicBezTo>
                    <a:pt x="1433" y="2561"/>
                    <a:pt x="1220" y="2927"/>
                    <a:pt x="953" y="3247"/>
                  </a:cubicBezTo>
                  <a:cubicBezTo>
                    <a:pt x="755" y="3461"/>
                    <a:pt x="534" y="3659"/>
                    <a:pt x="298" y="3826"/>
                  </a:cubicBezTo>
                  <a:lnTo>
                    <a:pt x="160" y="3941"/>
                  </a:lnTo>
                  <a:lnTo>
                    <a:pt x="122" y="3971"/>
                  </a:lnTo>
                  <a:lnTo>
                    <a:pt x="115" y="3971"/>
                  </a:lnTo>
                  <a:cubicBezTo>
                    <a:pt x="77" y="4009"/>
                    <a:pt x="38" y="4047"/>
                    <a:pt x="0" y="4078"/>
                  </a:cubicBezTo>
                  <a:cubicBezTo>
                    <a:pt x="1448" y="3765"/>
                    <a:pt x="1685" y="2881"/>
                    <a:pt x="1929" y="1944"/>
                  </a:cubicBezTo>
                  <a:lnTo>
                    <a:pt x="1936" y="1929"/>
                  </a:lnTo>
                  <a:cubicBezTo>
                    <a:pt x="1967" y="1799"/>
                    <a:pt x="1997" y="1677"/>
                    <a:pt x="2028" y="1548"/>
                  </a:cubicBezTo>
                  <a:cubicBezTo>
                    <a:pt x="2111" y="1151"/>
                    <a:pt x="2226" y="770"/>
                    <a:pt x="2386" y="404"/>
                  </a:cubicBezTo>
                  <a:cubicBezTo>
                    <a:pt x="2401" y="366"/>
                    <a:pt x="2416" y="336"/>
                    <a:pt x="2432" y="298"/>
                  </a:cubicBezTo>
                  <a:cubicBezTo>
                    <a:pt x="2477" y="206"/>
                    <a:pt x="2485" y="100"/>
                    <a:pt x="24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24"/>
            <p:cNvSpPr/>
            <p:nvPr/>
          </p:nvSpPr>
          <p:spPr>
            <a:xfrm>
              <a:off x="7133950" y="2082875"/>
              <a:ext cx="42125" cy="87100"/>
            </a:xfrm>
            <a:custGeom>
              <a:avLst/>
              <a:gdLst/>
              <a:ahLst/>
              <a:cxnLst/>
              <a:rect l="l" t="t" r="r" b="b"/>
              <a:pathLst>
                <a:path w="1685" h="3484" extrusionOk="0">
                  <a:moveTo>
                    <a:pt x="1685" y="0"/>
                  </a:moveTo>
                  <a:cubicBezTo>
                    <a:pt x="1547" y="38"/>
                    <a:pt x="1418" y="84"/>
                    <a:pt x="1288" y="130"/>
                  </a:cubicBezTo>
                  <a:cubicBezTo>
                    <a:pt x="1128" y="320"/>
                    <a:pt x="1075" y="549"/>
                    <a:pt x="1021" y="770"/>
                  </a:cubicBezTo>
                  <a:lnTo>
                    <a:pt x="1006" y="854"/>
                  </a:lnTo>
                  <a:cubicBezTo>
                    <a:pt x="983" y="953"/>
                    <a:pt x="961" y="1060"/>
                    <a:pt x="938" y="1159"/>
                  </a:cubicBezTo>
                  <a:cubicBezTo>
                    <a:pt x="892" y="1395"/>
                    <a:pt x="839" y="1624"/>
                    <a:pt x="762" y="1852"/>
                  </a:cubicBezTo>
                  <a:cubicBezTo>
                    <a:pt x="732" y="1944"/>
                    <a:pt x="701" y="2035"/>
                    <a:pt x="671" y="2127"/>
                  </a:cubicBezTo>
                  <a:cubicBezTo>
                    <a:pt x="518" y="2592"/>
                    <a:pt x="358" y="3072"/>
                    <a:pt x="0" y="3483"/>
                  </a:cubicBezTo>
                  <a:cubicBezTo>
                    <a:pt x="130" y="3377"/>
                    <a:pt x="252" y="3262"/>
                    <a:pt x="358" y="3140"/>
                  </a:cubicBezTo>
                  <a:cubicBezTo>
                    <a:pt x="625" y="2820"/>
                    <a:pt x="839" y="2454"/>
                    <a:pt x="991" y="2073"/>
                  </a:cubicBezTo>
                  <a:cubicBezTo>
                    <a:pt x="1075" y="1814"/>
                    <a:pt x="1143" y="1555"/>
                    <a:pt x="1182" y="1296"/>
                  </a:cubicBezTo>
                  <a:cubicBezTo>
                    <a:pt x="1258" y="846"/>
                    <a:pt x="1342" y="381"/>
                    <a:pt x="16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24"/>
            <p:cNvSpPr/>
            <p:nvPr/>
          </p:nvSpPr>
          <p:spPr>
            <a:xfrm>
              <a:off x="6990650" y="2119075"/>
              <a:ext cx="75475" cy="58900"/>
            </a:xfrm>
            <a:custGeom>
              <a:avLst/>
              <a:gdLst/>
              <a:ahLst/>
              <a:cxnLst/>
              <a:rect l="l" t="t" r="r" b="b"/>
              <a:pathLst>
                <a:path w="3019" h="2356" extrusionOk="0">
                  <a:moveTo>
                    <a:pt x="3019" y="0"/>
                  </a:moveTo>
                  <a:cubicBezTo>
                    <a:pt x="2752" y="69"/>
                    <a:pt x="2486" y="138"/>
                    <a:pt x="2219" y="206"/>
                  </a:cubicBezTo>
                  <a:cubicBezTo>
                    <a:pt x="1883" y="389"/>
                    <a:pt x="1594" y="663"/>
                    <a:pt x="1396" y="991"/>
                  </a:cubicBezTo>
                  <a:cubicBezTo>
                    <a:pt x="1281" y="1166"/>
                    <a:pt x="1190" y="1357"/>
                    <a:pt x="1060" y="1532"/>
                  </a:cubicBezTo>
                  <a:cubicBezTo>
                    <a:pt x="999" y="1616"/>
                    <a:pt x="923" y="1692"/>
                    <a:pt x="839" y="1753"/>
                  </a:cubicBezTo>
                  <a:cubicBezTo>
                    <a:pt x="801" y="1784"/>
                    <a:pt x="755" y="1807"/>
                    <a:pt x="710" y="1829"/>
                  </a:cubicBezTo>
                  <a:lnTo>
                    <a:pt x="679" y="1883"/>
                  </a:lnTo>
                  <a:cubicBezTo>
                    <a:pt x="565" y="2050"/>
                    <a:pt x="359" y="2195"/>
                    <a:pt x="1" y="2355"/>
                  </a:cubicBezTo>
                  <a:cubicBezTo>
                    <a:pt x="85" y="2332"/>
                    <a:pt x="176" y="2310"/>
                    <a:pt x="268" y="2287"/>
                  </a:cubicBezTo>
                  <a:cubicBezTo>
                    <a:pt x="390" y="2256"/>
                    <a:pt x="512" y="2226"/>
                    <a:pt x="626" y="2195"/>
                  </a:cubicBezTo>
                  <a:cubicBezTo>
                    <a:pt x="938" y="2096"/>
                    <a:pt x="1220" y="1929"/>
                    <a:pt x="1464" y="1708"/>
                  </a:cubicBezTo>
                  <a:cubicBezTo>
                    <a:pt x="1678" y="1502"/>
                    <a:pt x="1868" y="1265"/>
                    <a:pt x="2028" y="1014"/>
                  </a:cubicBezTo>
                  <a:cubicBezTo>
                    <a:pt x="2219" y="740"/>
                    <a:pt x="2409" y="450"/>
                    <a:pt x="2699" y="221"/>
                  </a:cubicBezTo>
                  <a:cubicBezTo>
                    <a:pt x="2783" y="153"/>
                    <a:pt x="2897" y="77"/>
                    <a:pt x="30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24"/>
            <p:cNvSpPr/>
            <p:nvPr/>
          </p:nvSpPr>
          <p:spPr>
            <a:xfrm>
              <a:off x="6987050" y="2114500"/>
              <a:ext cx="94525" cy="65450"/>
            </a:xfrm>
            <a:custGeom>
              <a:avLst/>
              <a:gdLst/>
              <a:ahLst/>
              <a:cxnLst/>
              <a:rect l="l" t="t" r="r" b="b"/>
              <a:pathLst>
                <a:path w="3781" h="2618" extrusionOk="0">
                  <a:moveTo>
                    <a:pt x="3773" y="0"/>
                  </a:moveTo>
                  <a:lnTo>
                    <a:pt x="3773" y="0"/>
                  </a:lnTo>
                  <a:cubicBezTo>
                    <a:pt x="3605" y="54"/>
                    <a:pt x="3430" y="107"/>
                    <a:pt x="3254" y="153"/>
                  </a:cubicBezTo>
                  <a:cubicBezTo>
                    <a:pt x="3125" y="237"/>
                    <a:pt x="2995" y="328"/>
                    <a:pt x="2866" y="427"/>
                  </a:cubicBezTo>
                  <a:cubicBezTo>
                    <a:pt x="2576" y="648"/>
                    <a:pt x="2386" y="930"/>
                    <a:pt x="2203" y="1205"/>
                  </a:cubicBezTo>
                  <a:cubicBezTo>
                    <a:pt x="2043" y="1464"/>
                    <a:pt x="1845" y="1700"/>
                    <a:pt x="1631" y="1913"/>
                  </a:cubicBezTo>
                  <a:cubicBezTo>
                    <a:pt x="1387" y="2134"/>
                    <a:pt x="1090" y="2302"/>
                    <a:pt x="778" y="2401"/>
                  </a:cubicBezTo>
                  <a:cubicBezTo>
                    <a:pt x="663" y="2439"/>
                    <a:pt x="541" y="2462"/>
                    <a:pt x="419" y="2493"/>
                  </a:cubicBezTo>
                  <a:cubicBezTo>
                    <a:pt x="282" y="2523"/>
                    <a:pt x="137" y="2561"/>
                    <a:pt x="0" y="2615"/>
                  </a:cubicBezTo>
                  <a:cubicBezTo>
                    <a:pt x="57" y="2617"/>
                    <a:pt x="111" y="2618"/>
                    <a:pt x="165" y="2618"/>
                  </a:cubicBezTo>
                  <a:cubicBezTo>
                    <a:pt x="1363" y="2618"/>
                    <a:pt x="1771" y="2057"/>
                    <a:pt x="2165" y="1509"/>
                  </a:cubicBezTo>
                  <a:cubicBezTo>
                    <a:pt x="2271" y="1365"/>
                    <a:pt x="2386" y="1220"/>
                    <a:pt x="2500" y="1083"/>
                  </a:cubicBezTo>
                  <a:lnTo>
                    <a:pt x="2591" y="991"/>
                  </a:lnTo>
                  <a:lnTo>
                    <a:pt x="2607" y="1106"/>
                  </a:lnTo>
                  <a:cubicBezTo>
                    <a:pt x="2675" y="1548"/>
                    <a:pt x="2447" y="1936"/>
                    <a:pt x="2104" y="2256"/>
                  </a:cubicBezTo>
                  <a:cubicBezTo>
                    <a:pt x="2149" y="2218"/>
                    <a:pt x="2195" y="2188"/>
                    <a:pt x="2233" y="2150"/>
                  </a:cubicBezTo>
                  <a:cubicBezTo>
                    <a:pt x="2538" y="1891"/>
                    <a:pt x="2797" y="1586"/>
                    <a:pt x="3003" y="1243"/>
                  </a:cubicBezTo>
                  <a:cubicBezTo>
                    <a:pt x="3232" y="877"/>
                    <a:pt x="3415" y="488"/>
                    <a:pt x="3704" y="160"/>
                  </a:cubicBezTo>
                  <a:cubicBezTo>
                    <a:pt x="3712" y="145"/>
                    <a:pt x="3719" y="130"/>
                    <a:pt x="3735" y="115"/>
                  </a:cubicBezTo>
                  <a:cubicBezTo>
                    <a:pt x="3750" y="84"/>
                    <a:pt x="3780" y="39"/>
                    <a:pt x="37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24"/>
            <p:cNvSpPr/>
            <p:nvPr/>
          </p:nvSpPr>
          <p:spPr>
            <a:xfrm>
              <a:off x="7023425" y="2103075"/>
              <a:ext cx="93400" cy="81000"/>
            </a:xfrm>
            <a:custGeom>
              <a:avLst/>
              <a:gdLst/>
              <a:ahLst/>
              <a:cxnLst/>
              <a:rect l="l" t="t" r="r" b="b"/>
              <a:pathLst>
                <a:path w="3736" h="3240" extrusionOk="0">
                  <a:moveTo>
                    <a:pt x="3735" y="0"/>
                  </a:moveTo>
                  <a:lnTo>
                    <a:pt x="3735" y="0"/>
                  </a:lnTo>
                  <a:cubicBezTo>
                    <a:pt x="3354" y="130"/>
                    <a:pt x="2966" y="259"/>
                    <a:pt x="2577" y="381"/>
                  </a:cubicBezTo>
                  <a:cubicBezTo>
                    <a:pt x="2051" y="800"/>
                    <a:pt x="1845" y="1380"/>
                    <a:pt x="1495" y="1898"/>
                  </a:cubicBezTo>
                  <a:cubicBezTo>
                    <a:pt x="1274" y="2210"/>
                    <a:pt x="1014" y="2492"/>
                    <a:pt x="717" y="2729"/>
                  </a:cubicBezTo>
                  <a:cubicBezTo>
                    <a:pt x="572" y="2851"/>
                    <a:pt x="420" y="2957"/>
                    <a:pt x="268" y="3072"/>
                  </a:cubicBezTo>
                  <a:cubicBezTo>
                    <a:pt x="184" y="3133"/>
                    <a:pt x="92" y="3186"/>
                    <a:pt x="1" y="3239"/>
                  </a:cubicBezTo>
                  <a:cubicBezTo>
                    <a:pt x="24" y="3232"/>
                    <a:pt x="47" y="3224"/>
                    <a:pt x="62" y="3216"/>
                  </a:cubicBezTo>
                  <a:cubicBezTo>
                    <a:pt x="222" y="3171"/>
                    <a:pt x="367" y="3102"/>
                    <a:pt x="511" y="3041"/>
                  </a:cubicBezTo>
                  <a:cubicBezTo>
                    <a:pt x="572" y="3011"/>
                    <a:pt x="641" y="2980"/>
                    <a:pt x="710" y="2950"/>
                  </a:cubicBezTo>
                  <a:cubicBezTo>
                    <a:pt x="1213" y="2744"/>
                    <a:pt x="1533" y="2530"/>
                    <a:pt x="1815" y="2233"/>
                  </a:cubicBezTo>
                  <a:cubicBezTo>
                    <a:pt x="1998" y="2020"/>
                    <a:pt x="2158" y="1791"/>
                    <a:pt x="2287" y="1547"/>
                  </a:cubicBezTo>
                  <a:cubicBezTo>
                    <a:pt x="2363" y="1410"/>
                    <a:pt x="2440" y="1273"/>
                    <a:pt x="2531" y="1151"/>
                  </a:cubicBezTo>
                  <a:cubicBezTo>
                    <a:pt x="2767" y="808"/>
                    <a:pt x="3065" y="511"/>
                    <a:pt x="3400" y="259"/>
                  </a:cubicBezTo>
                  <a:lnTo>
                    <a:pt x="3438" y="236"/>
                  </a:lnTo>
                  <a:cubicBezTo>
                    <a:pt x="3530" y="160"/>
                    <a:pt x="3629" y="84"/>
                    <a:pt x="3720" y="1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24"/>
            <p:cNvSpPr/>
            <p:nvPr/>
          </p:nvSpPr>
          <p:spPr>
            <a:xfrm>
              <a:off x="7022675" y="2106675"/>
              <a:ext cx="90900" cy="78475"/>
            </a:xfrm>
            <a:custGeom>
              <a:avLst/>
              <a:gdLst/>
              <a:ahLst/>
              <a:cxnLst/>
              <a:rect l="l" t="t" r="r" b="b"/>
              <a:pathLst>
                <a:path w="3636" h="3139" extrusionOk="0">
                  <a:moveTo>
                    <a:pt x="3636" y="1"/>
                  </a:moveTo>
                  <a:lnTo>
                    <a:pt x="3499" y="108"/>
                  </a:lnTo>
                  <a:lnTo>
                    <a:pt x="3460" y="138"/>
                  </a:lnTo>
                  <a:cubicBezTo>
                    <a:pt x="3125" y="382"/>
                    <a:pt x="2835" y="679"/>
                    <a:pt x="2592" y="1015"/>
                  </a:cubicBezTo>
                  <a:cubicBezTo>
                    <a:pt x="2508" y="1137"/>
                    <a:pt x="2432" y="1274"/>
                    <a:pt x="2355" y="1411"/>
                  </a:cubicBezTo>
                  <a:cubicBezTo>
                    <a:pt x="2218" y="1655"/>
                    <a:pt x="2058" y="1891"/>
                    <a:pt x="1875" y="2104"/>
                  </a:cubicBezTo>
                  <a:cubicBezTo>
                    <a:pt x="1593" y="2409"/>
                    <a:pt x="1265" y="2615"/>
                    <a:pt x="755" y="2828"/>
                  </a:cubicBezTo>
                  <a:lnTo>
                    <a:pt x="557" y="2920"/>
                  </a:lnTo>
                  <a:cubicBezTo>
                    <a:pt x="412" y="2981"/>
                    <a:pt x="267" y="3049"/>
                    <a:pt x="107" y="3095"/>
                  </a:cubicBezTo>
                  <a:cubicBezTo>
                    <a:pt x="84" y="3110"/>
                    <a:pt x="38" y="3118"/>
                    <a:pt x="0" y="3126"/>
                  </a:cubicBezTo>
                  <a:cubicBezTo>
                    <a:pt x="66" y="3134"/>
                    <a:pt x="133" y="3138"/>
                    <a:pt x="200" y="3138"/>
                  </a:cubicBezTo>
                  <a:cubicBezTo>
                    <a:pt x="619" y="3138"/>
                    <a:pt x="1065" y="2988"/>
                    <a:pt x="1426" y="2844"/>
                  </a:cubicBezTo>
                  <a:cubicBezTo>
                    <a:pt x="1982" y="2623"/>
                    <a:pt x="2249" y="2211"/>
                    <a:pt x="2508" y="1784"/>
                  </a:cubicBezTo>
                  <a:cubicBezTo>
                    <a:pt x="2744" y="1396"/>
                    <a:pt x="2927" y="992"/>
                    <a:pt x="3148" y="595"/>
                  </a:cubicBezTo>
                  <a:cubicBezTo>
                    <a:pt x="3285" y="374"/>
                    <a:pt x="3445" y="176"/>
                    <a:pt x="36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24"/>
            <p:cNvSpPr/>
            <p:nvPr/>
          </p:nvSpPr>
          <p:spPr>
            <a:xfrm>
              <a:off x="7133000" y="2088400"/>
              <a:ext cx="28225" cy="80625"/>
            </a:xfrm>
            <a:custGeom>
              <a:avLst/>
              <a:gdLst/>
              <a:ahLst/>
              <a:cxnLst/>
              <a:rect l="l" t="t" r="r" b="b"/>
              <a:pathLst>
                <a:path w="1129" h="3225" extrusionOk="0">
                  <a:moveTo>
                    <a:pt x="1120" y="0"/>
                  </a:moveTo>
                  <a:cubicBezTo>
                    <a:pt x="633" y="374"/>
                    <a:pt x="602" y="938"/>
                    <a:pt x="564" y="1532"/>
                  </a:cubicBezTo>
                  <a:cubicBezTo>
                    <a:pt x="564" y="1608"/>
                    <a:pt x="556" y="1692"/>
                    <a:pt x="556" y="1768"/>
                  </a:cubicBezTo>
                  <a:cubicBezTo>
                    <a:pt x="488" y="2294"/>
                    <a:pt x="305" y="2790"/>
                    <a:pt x="0" y="3224"/>
                  </a:cubicBezTo>
                  <a:cubicBezTo>
                    <a:pt x="343" y="2828"/>
                    <a:pt x="496" y="2355"/>
                    <a:pt x="648" y="1898"/>
                  </a:cubicBezTo>
                  <a:cubicBezTo>
                    <a:pt x="678" y="1799"/>
                    <a:pt x="709" y="1707"/>
                    <a:pt x="739" y="1616"/>
                  </a:cubicBezTo>
                  <a:cubicBezTo>
                    <a:pt x="816" y="1395"/>
                    <a:pt x="869" y="1166"/>
                    <a:pt x="915" y="930"/>
                  </a:cubicBezTo>
                  <a:cubicBezTo>
                    <a:pt x="938" y="831"/>
                    <a:pt x="960" y="724"/>
                    <a:pt x="983" y="625"/>
                  </a:cubicBezTo>
                  <a:lnTo>
                    <a:pt x="1006" y="541"/>
                  </a:lnTo>
                  <a:cubicBezTo>
                    <a:pt x="1029" y="419"/>
                    <a:pt x="1059" y="305"/>
                    <a:pt x="1098" y="191"/>
                  </a:cubicBezTo>
                  <a:cubicBezTo>
                    <a:pt x="1120" y="122"/>
                    <a:pt x="1128" y="61"/>
                    <a:pt x="11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24"/>
            <p:cNvSpPr/>
            <p:nvPr/>
          </p:nvSpPr>
          <p:spPr>
            <a:xfrm>
              <a:off x="6935775" y="2101575"/>
              <a:ext cx="106725" cy="23675"/>
            </a:xfrm>
            <a:custGeom>
              <a:avLst/>
              <a:gdLst/>
              <a:ahLst/>
              <a:cxnLst/>
              <a:rect l="l" t="t" r="r" b="b"/>
              <a:pathLst>
                <a:path w="4269" h="947" extrusionOk="0">
                  <a:moveTo>
                    <a:pt x="1557" y="0"/>
                  </a:moveTo>
                  <a:cubicBezTo>
                    <a:pt x="1423" y="0"/>
                    <a:pt x="1290" y="18"/>
                    <a:pt x="1159" y="53"/>
                  </a:cubicBezTo>
                  <a:cubicBezTo>
                    <a:pt x="984" y="98"/>
                    <a:pt x="824" y="182"/>
                    <a:pt x="649" y="220"/>
                  </a:cubicBezTo>
                  <a:cubicBezTo>
                    <a:pt x="413" y="426"/>
                    <a:pt x="199" y="647"/>
                    <a:pt x="1" y="883"/>
                  </a:cubicBezTo>
                  <a:cubicBezTo>
                    <a:pt x="70" y="883"/>
                    <a:pt x="131" y="883"/>
                    <a:pt x="192" y="868"/>
                  </a:cubicBezTo>
                  <a:cubicBezTo>
                    <a:pt x="283" y="853"/>
                    <a:pt x="374" y="822"/>
                    <a:pt x="466" y="807"/>
                  </a:cubicBezTo>
                  <a:cubicBezTo>
                    <a:pt x="737" y="725"/>
                    <a:pt x="1015" y="685"/>
                    <a:pt x="1295" y="685"/>
                  </a:cubicBezTo>
                  <a:cubicBezTo>
                    <a:pt x="1455" y="685"/>
                    <a:pt x="1616" y="698"/>
                    <a:pt x="1777" y="723"/>
                  </a:cubicBezTo>
                  <a:cubicBezTo>
                    <a:pt x="2219" y="792"/>
                    <a:pt x="2661" y="914"/>
                    <a:pt x="3118" y="944"/>
                  </a:cubicBezTo>
                  <a:cubicBezTo>
                    <a:pt x="3156" y="946"/>
                    <a:pt x="3194" y="946"/>
                    <a:pt x="3231" y="946"/>
                  </a:cubicBezTo>
                  <a:cubicBezTo>
                    <a:pt x="3412" y="946"/>
                    <a:pt x="3589" y="931"/>
                    <a:pt x="3766" y="906"/>
                  </a:cubicBezTo>
                  <a:cubicBezTo>
                    <a:pt x="3888" y="891"/>
                    <a:pt x="4025" y="876"/>
                    <a:pt x="4147" y="860"/>
                  </a:cubicBezTo>
                  <a:lnTo>
                    <a:pt x="4269" y="822"/>
                  </a:lnTo>
                  <a:cubicBezTo>
                    <a:pt x="4246" y="807"/>
                    <a:pt x="4223" y="799"/>
                    <a:pt x="4200" y="792"/>
                  </a:cubicBezTo>
                  <a:cubicBezTo>
                    <a:pt x="4162" y="777"/>
                    <a:pt x="4132" y="769"/>
                    <a:pt x="4101" y="754"/>
                  </a:cubicBezTo>
                  <a:lnTo>
                    <a:pt x="3972" y="731"/>
                  </a:lnTo>
                  <a:cubicBezTo>
                    <a:pt x="3636" y="655"/>
                    <a:pt x="3309" y="548"/>
                    <a:pt x="3004" y="395"/>
                  </a:cubicBezTo>
                  <a:cubicBezTo>
                    <a:pt x="2638" y="220"/>
                    <a:pt x="2249" y="98"/>
                    <a:pt x="1861" y="30"/>
                  </a:cubicBezTo>
                  <a:cubicBezTo>
                    <a:pt x="1759" y="10"/>
                    <a:pt x="1658" y="0"/>
                    <a:pt x="15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24"/>
            <p:cNvSpPr/>
            <p:nvPr/>
          </p:nvSpPr>
          <p:spPr>
            <a:xfrm>
              <a:off x="6968375" y="2125925"/>
              <a:ext cx="70900" cy="41025"/>
            </a:xfrm>
            <a:custGeom>
              <a:avLst/>
              <a:gdLst/>
              <a:ahLst/>
              <a:cxnLst/>
              <a:rect l="l" t="t" r="r" b="b"/>
              <a:pathLst>
                <a:path w="2836" h="1641" extrusionOk="0">
                  <a:moveTo>
                    <a:pt x="2835" y="1"/>
                  </a:moveTo>
                  <a:lnTo>
                    <a:pt x="2584" y="54"/>
                  </a:lnTo>
                  <a:cubicBezTo>
                    <a:pt x="2576" y="54"/>
                    <a:pt x="2569" y="62"/>
                    <a:pt x="2569" y="62"/>
                  </a:cubicBezTo>
                  <a:cubicBezTo>
                    <a:pt x="1944" y="252"/>
                    <a:pt x="1585" y="717"/>
                    <a:pt x="1143" y="1083"/>
                  </a:cubicBezTo>
                  <a:cubicBezTo>
                    <a:pt x="816" y="1350"/>
                    <a:pt x="419" y="1510"/>
                    <a:pt x="0" y="1548"/>
                  </a:cubicBezTo>
                  <a:cubicBezTo>
                    <a:pt x="262" y="1602"/>
                    <a:pt x="545" y="1640"/>
                    <a:pt x="819" y="1640"/>
                  </a:cubicBezTo>
                  <a:cubicBezTo>
                    <a:pt x="1048" y="1640"/>
                    <a:pt x="1270" y="1614"/>
                    <a:pt x="1471" y="1548"/>
                  </a:cubicBezTo>
                  <a:cubicBezTo>
                    <a:pt x="1555" y="1517"/>
                    <a:pt x="1639" y="1472"/>
                    <a:pt x="1715" y="1418"/>
                  </a:cubicBezTo>
                  <a:cubicBezTo>
                    <a:pt x="1814" y="1334"/>
                    <a:pt x="1898" y="1235"/>
                    <a:pt x="1959" y="1129"/>
                  </a:cubicBezTo>
                  <a:cubicBezTo>
                    <a:pt x="2081" y="953"/>
                    <a:pt x="2172" y="770"/>
                    <a:pt x="2287" y="595"/>
                  </a:cubicBezTo>
                  <a:cubicBezTo>
                    <a:pt x="2424" y="397"/>
                    <a:pt x="2584" y="222"/>
                    <a:pt x="2774" y="85"/>
                  </a:cubicBezTo>
                  <a:lnTo>
                    <a:pt x="2797" y="62"/>
                  </a:lnTo>
                  <a:lnTo>
                    <a:pt x="2813" y="31"/>
                  </a:lnTo>
                  <a:cubicBezTo>
                    <a:pt x="2820" y="24"/>
                    <a:pt x="2828" y="8"/>
                    <a:pt x="28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24"/>
            <p:cNvSpPr/>
            <p:nvPr/>
          </p:nvSpPr>
          <p:spPr>
            <a:xfrm>
              <a:off x="6921700" y="2120125"/>
              <a:ext cx="109575" cy="43200"/>
            </a:xfrm>
            <a:custGeom>
              <a:avLst/>
              <a:gdLst/>
              <a:ahLst/>
              <a:cxnLst/>
              <a:rect l="l" t="t" r="r" b="b"/>
              <a:pathLst>
                <a:path w="4383" h="1728" extrusionOk="0">
                  <a:moveTo>
                    <a:pt x="1831" y="1"/>
                  </a:moveTo>
                  <a:cubicBezTo>
                    <a:pt x="1688" y="1"/>
                    <a:pt x="1545" y="9"/>
                    <a:pt x="1402" y="27"/>
                  </a:cubicBezTo>
                  <a:cubicBezTo>
                    <a:pt x="1021" y="80"/>
                    <a:pt x="663" y="225"/>
                    <a:pt x="343" y="438"/>
                  </a:cubicBezTo>
                  <a:cubicBezTo>
                    <a:pt x="221" y="614"/>
                    <a:pt x="99" y="804"/>
                    <a:pt x="0" y="1010"/>
                  </a:cubicBezTo>
                  <a:cubicBezTo>
                    <a:pt x="30" y="1063"/>
                    <a:pt x="358" y="1277"/>
                    <a:pt x="915" y="1490"/>
                  </a:cubicBezTo>
                  <a:cubicBezTo>
                    <a:pt x="1151" y="1582"/>
                    <a:pt x="1387" y="1658"/>
                    <a:pt x="1631" y="1719"/>
                  </a:cubicBezTo>
                  <a:cubicBezTo>
                    <a:pt x="1683" y="1725"/>
                    <a:pt x="1736" y="1728"/>
                    <a:pt x="1787" y="1728"/>
                  </a:cubicBezTo>
                  <a:cubicBezTo>
                    <a:pt x="2330" y="1728"/>
                    <a:pt x="2830" y="1415"/>
                    <a:pt x="3170" y="1102"/>
                  </a:cubicBezTo>
                  <a:cubicBezTo>
                    <a:pt x="3475" y="827"/>
                    <a:pt x="3757" y="530"/>
                    <a:pt x="4154" y="347"/>
                  </a:cubicBezTo>
                  <a:lnTo>
                    <a:pt x="4154" y="347"/>
                  </a:lnTo>
                  <a:cubicBezTo>
                    <a:pt x="3834" y="408"/>
                    <a:pt x="3513" y="469"/>
                    <a:pt x="3186" y="515"/>
                  </a:cubicBezTo>
                  <a:cubicBezTo>
                    <a:pt x="3590" y="423"/>
                    <a:pt x="3986" y="317"/>
                    <a:pt x="4382" y="210"/>
                  </a:cubicBezTo>
                  <a:lnTo>
                    <a:pt x="4382" y="210"/>
                  </a:lnTo>
                  <a:cubicBezTo>
                    <a:pt x="4222" y="233"/>
                    <a:pt x="4055" y="248"/>
                    <a:pt x="3895" y="256"/>
                  </a:cubicBezTo>
                  <a:cubicBezTo>
                    <a:pt x="3864" y="257"/>
                    <a:pt x="3833" y="257"/>
                    <a:pt x="3803" y="257"/>
                  </a:cubicBezTo>
                  <a:cubicBezTo>
                    <a:pt x="3422" y="257"/>
                    <a:pt x="3043" y="173"/>
                    <a:pt x="2683" y="96"/>
                  </a:cubicBezTo>
                  <a:cubicBezTo>
                    <a:pt x="2403" y="35"/>
                    <a:pt x="2117" y="1"/>
                    <a:pt x="18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24"/>
            <p:cNvSpPr/>
            <p:nvPr/>
          </p:nvSpPr>
          <p:spPr>
            <a:xfrm>
              <a:off x="7034300" y="2104400"/>
              <a:ext cx="85375" cy="83425"/>
            </a:xfrm>
            <a:custGeom>
              <a:avLst/>
              <a:gdLst/>
              <a:ahLst/>
              <a:cxnLst/>
              <a:rect l="l" t="t" r="r" b="b"/>
              <a:pathLst>
                <a:path w="3415" h="3337" extrusionOk="0">
                  <a:moveTo>
                    <a:pt x="3415" y="0"/>
                  </a:moveTo>
                  <a:lnTo>
                    <a:pt x="3331" y="69"/>
                  </a:lnTo>
                  <a:cubicBezTo>
                    <a:pt x="3247" y="153"/>
                    <a:pt x="3163" y="237"/>
                    <a:pt x="3079" y="321"/>
                  </a:cubicBezTo>
                  <a:cubicBezTo>
                    <a:pt x="2896" y="534"/>
                    <a:pt x="2752" y="763"/>
                    <a:pt x="2637" y="1014"/>
                  </a:cubicBezTo>
                  <a:cubicBezTo>
                    <a:pt x="2409" y="1479"/>
                    <a:pt x="2149" y="1929"/>
                    <a:pt x="1860" y="2348"/>
                  </a:cubicBezTo>
                  <a:cubicBezTo>
                    <a:pt x="1616" y="2698"/>
                    <a:pt x="1303" y="2912"/>
                    <a:pt x="846" y="3080"/>
                  </a:cubicBezTo>
                  <a:cubicBezTo>
                    <a:pt x="572" y="3186"/>
                    <a:pt x="290" y="3262"/>
                    <a:pt x="0" y="3301"/>
                  </a:cubicBezTo>
                  <a:cubicBezTo>
                    <a:pt x="281" y="3324"/>
                    <a:pt x="565" y="3336"/>
                    <a:pt x="849" y="3336"/>
                  </a:cubicBezTo>
                  <a:cubicBezTo>
                    <a:pt x="1019" y="3336"/>
                    <a:pt x="1188" y="3332"/>
                    <a:pt x="1357" y="3323"/>
                  </a:cubicBezTo>
                  <a:cubicBezTo>
                    <a:pt x="1921" y="3041"/>
                    <a:pt x="2348" y="2538"/>
                    <a:pt x="2523" y="1929"/>
                  </a:cubicBezTo>
                  <a:cubicBezTo>
                    <a:pt x="2538" y="1875"/>
                    <a:pt x="2553" y="1814"/>
                    <a:pt x="2569" y="1753"/>
                  </a:cubicBezTo>
                  <a:cubicBezTo>
                    <a:pt x="2721" y="1159"/>
                    <a:pt x="2904" y="458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24"/>
            <p:cNvSpPr/>
            <p:nvPr/>
          </p:nvSpPr>
          <p:spPr>
            <a:xfrm>
              <a:off x="7099450" y="2045900"/>
              <a:ext cx="64800" cy="37200"/>
            </a:xfrm>
            <a:custGeom>
              <a:avLst/>
              <a:gdLst/>
              <a:ahLst/>
              <a:cxnLst/>
              <a:rect l="l" t="t" r="r" b="b"/>
              <a:pathLst>
                <a:path w="2592" h="1488" extrusionOk="0">
                  <a:moveTo>
                    <a:pt x="1" y="1"/>
                  </a:moveTo>
                  <a:cubicBezTo>
                    <a:pt x="397" y="161"/>
                    <a:pt x="755" y="412"/>
                    <a:pt x="1045" y="732"/>
                  </a:cubicBezTo>
                  <a:lnTo>
                    <a:pt x="1091" y="793"/>
                  </a:lnTo>
                  <a:cubicBezTo>
                    <a:pt x="1327" y="1052"/>
                    <a:pt x="1655" y="1411"/>
                    <a:pt x="2051" y="1479"/>
                  </a:cubicBezTo>
                  <a:cubicBezTo>
                    <a:pt x="2097" y="1485"/>
                    <a:pt x="2142" y="1488"/>
                    <a:pt x="2188" y="1488"/>
                  </a:cubicBezTo>
                  <a:cubicBezTo>
                    <a:pt x="2325" y="1488"/>
                    <a:pt x="2461" y="1462"/>
                    <a:pt x="2592" y="1411"/>
                  </a:cubicBezTo>
                  <a:cubicBezTo>
                    <a:pt x="2455" y="1342"/>
                    <a:pt x="2325" y="1258"/>
                    <a:pt x="2219" y="1152"/>
                  </a:cubicBezTo>
                  <a:cubicBezTo>
                    <a:pt x="2180" y="1121"/>
                    <a:pt x="2142" y="1083"/>
                    <a:pt x="2104" y="1060"/>
                  </a:cubicBezTo>
                  <a:cubicBezTo>
                    <a:pt x="1975" y="961"/>
                    <a:pt x="1860" y="854"/>
                    <a:pt x="1746" y="748"/>
                  </a:cubicBezTo>
                  <a:cubicBezTo>
                    <a:pt x="1639" y="641"/>
                    <a:pt x="1548" y="557"/>
                    <a:pt x="1441" y="473"/>
                  </a:cubicBezTo>
                  <a:cubicBezTo>
                    <a:pt x="1197" y="267"/>
                    <a:pt x="915" y="123"/>
                    <a:pt x="610" y="46"/>
                  </a:cubicBezTo>
                  <a:cubicBezTo>
                    <a:pt x="496" y="24"/>
                    <a:pt x="389" y="16"/>
                    <a:pt x="283" y="16"/>
                  </a:cubicBezTo>
                  <a:cubicBezTo>
                    <a:pt x="184" y="16"/>
                    <a:pt x="92" y="8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24"/>
            <p:cNvSpPr/>
            <p:nvPr/>
          </p:nvSpPr>
          <p:spPr>
            <a:xfrm>
              <a:off x="7057150" y="2043425"/>
              <a:ext cx="85775" cy="47650"/>
            </a:xfrm>
            <a:custGeom>
              <a:avLst/>
              <a:gdLst/>
              <a:ahLst/>
              <a:cxnLst/>
              <a:rect l="l" t="t" r="r" b="b"/>
              <a:pathLst>
                <a:path w="3431" h="1906" extrusionOk="0">
                  <a:moveTo>
                    <a:pt x="412" y="1"/>
                  </a:moveTo>
                  <a:cubicBezTo>
                    <a:pt x="275" y="39"/>
                    <a:pt x="130" y="84"/>
                    <a:pt x="1" y="145"/>
                  </a:cubicBezTo>
                  <a:cubicBezTo>
                    <a:pt x="16" y="153"/>
                    <a:pt x="31" y="168"/>
                    <a:pt x="54" y="176"/>
                  </a:cubicBezTo>
                  <a:cubicBezTo>
                    <a:pt x="85" y="199"/>
                    <a:pt x="115" y="222"/>
                    <a:pt x="146" y="245"/>
                  </a:cubicBezTo>
                  <a:cubicBezTo>
                    <a:pt x="214" y="298"/>
                    <a:pt x="275" y="344"/>
                    <a:pt x="336" y="397"/>
                  </a:cubicBezTo>
                  <a:cubicBezTo>
                    <a:pt x="458" y="488"/>
                    <a:pt x="580" y="595"/>
                    <a:pt x="710" y="694"/>
                  </a:cubicBezTo>
                  <a:cubicBezTo>
                    <a:pt x="961" y="892"/>
                    <a:pt x="1220" y="1075"/>
                    <a:pt x="1495" y="1243"/>
                  </a:cubicBezTo>
                  <a:cubicBezTo>
                    <a:pt x="1777" y="1418"/>
                    <a:pt x="2074" y="1571"/>
                    <a:pt x="2379" y="1693"/>
                  </a:cubicBezTo>
                  <a:cubicBezTo>
                    <a:pt x="2638" y="1792"/>
                    <a:pt x="2897" y="1860"/>
                    <a:pt x="3171" y="1906"/>
                  </a:cubicBezTo>
                  <a:lnTo>
                    <a:pt x="3430" y="1815"/>
                  </a:lnTo>
                  <a:cubicBezTo>
                    <a:pt x="2684" y="1639"/>
                    <a:pt x="1022" y="466"/>
                    <a:pt x="603" y="62"/>
                  </a:cubicBezTo>
                  <a:cubicBezTo>
                    <a:pt x="550" y="23"/>
                    <a:pt x="481" y="8"/>
                    <a:pt x="4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24"/>
            <p:cNvSpPr/>
            <p:nvPr/>
          </p:nvSpPr>
          <p:spPr>
            <a:xfrm>
              <a:off x="7093175" y="2040200"/>
              <a:ext cx="77575" cy="40400"/>
            </a:xfrm>
            <a:custGeom>
              <a:avLst/>
              <a:gdLst/>
              <a:ahLst/>
              <a:cxnLst/>
              <a:rect l="l" t="t" r="r" b="b"/>
              <a:pathLst>
                <a:path w="3103" h="1616" extrusionOk="0">
                  <a:moveTo>
                    <a:pt x="902" y="0"/>
                  </a:moveTo>
                  <a:cubicBezTo>
                    <a:pt x="615" y="0"/>
                    <a:pt x="306" y="52"/>
                    <a:pt x="0" y="107"/>
                  </a:cubicBezTo>
                  <a:cubicBezTo>
                    <a:pt x="122" y="175"/>
                    <a:pt x="328" y="183"/>
                    <a:pt x="534" y="198"/>
                  </a:cubicBezTo>
                  <a:cubicBezTo>
                    <a:pt x="648" y="198"/>
                    <a:pt x="762" y="206"/>
                    <a:pt x="877" y="221"/>
                  </a:cubicBezTo>
                  <a:cubicBezTo>
                    <a:pt x="1189" y="297"/>
                    <a:pt x="1486" y="450"/>
                    <a:pt x="1730" y="663"/>
                  </a:cubicBezTo>
                  <a:cubicBezTo>
                    <a:pt x="1845" y="755"/>
                    <a:pt x="1944" y="846"/>
                    <a:pt x="2050" y="938"/>
                  </a:cubicBezTo>
                  <a:cubicBezTo>
                    <a:pt x="2149" y="1029"/>
                    <a:pt x="2271" y="1151"/>
                    <a:pt x="2393" y="1250"/>
                  </a:cubicBezTo>
                  <a:cubicBezTo>
                    <a:pt x="2439" y="1280"/>
                    <a:pt x="2477" y="1311"/>
                    <a:pt x="2515" y="1349"/>
                  </a:cubicBezTo>
                  <a:cubicBezTo>
                    <a:pt x="2630" y="1463"/>
                    <a:pt x="2774" y="1555"/>
                    <a:pt x="2927" y="1616"/>
                  </a:cubicBezTo>
                  <a:lnTo>
                    <a:pt x="2934" y="1616"/>
                  </a:lnTo>
                  <a:cubicBezTo>
                    <a:pt x="2988" y="1601"/>
                    <a:pt x="3041" y="1585"/>
                    <a:pt x="3102" y="1570"/>
                  </a:cubicBezTo>
                  <a:cubicBezTo>
                    <a:pt x="3095" y="1555"/>
                    <a:pt x="3087" y="1540"/>
                    <a:pt x="3072" y="1532"/>
                  </a:cubicBezTo>
                  <a:cubicBezTo>
                    <a:pt x="3049" y="1509"/>
                    <a:pt x="3026" y="1486"/>
                    <a:pt x="2995" y="1463"/>
                  </a:cubicBezTo>
                  <a:cubicBezTo>
                    <a:pt x="2492" y="1212"/>
                    <a:pt x="2180" y="823"/>
                    <a:pt x="1875" y="419"/>
                  </a:cubicBezTo>
                  <a:cubicBezTo>
                    <a:pt x="1642" y="98"/>
                    <a:pt x="1294" y="0"/>
                    <a:pt x="9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24"/>
            <p:cNvSpPr/>
            <p:nvPr/>
          </p:nvSpPr>
          <p:spPr>
            <a:xfrm>
              <a:off x="7071250" y="2099625"/>
              <a:ext cx="56800" cy="86925"/>
            </a:xfrm>
            <a:custGeom>
              <a:avLst/>
              <a:gdLst/>
              <a:ahLst/>
              <a:cxnLst/>
              <a:rect l="l" t="t" r="r" b="b"/>
              <a:pathLst>
                <a:path w="2272" h="3477" extrusionOk="0">
                  <a:moveTo>
                    <a:pt x="2249" y="1"/>
                  </a:moveTo>
                  <a:cubicBezTo>
                    <a:pt x="1525" y="420"/>
                    <a:pt x="1296" y="1258"/>
                    <a:pt x="1121" y="1952"/>
                  </a:cubicBezTo>
                  <a:cubicBezTo>
                    <a:pt x="1106" y="2013"/>
                    <a:pt x="1091" y="2066"/>
                    <a:pt x="1075" y="2127"/>
                  </a:cubicBezTo>
                  <a:cubicBezTo>
                    <a:pt x="908" y="2699"/>
                    <a:pt x="519" y="3187"/>
                    <a:pt x="1" y="3476"/>
                  </a:cubicBezTo>
                  <a:cubicBezTo>
                    <a:pt x="191" y="3461"/>
                    <a:pt x="336" y="3316"/>
                    <a:pt x="450" y="3202"/>
                  </a:cubicBezTo>
                  <a:cubicBezTo>
                    <a:pt x="572" y="3095"/>
                    <a:pt x="679" y="2966"/>
                    <a:pt x="793" y="2851"/>
                  </a:cubicBezTo>
                  <a:cubicBezTo>
                    <a:pt x="1114" y="2524"/>
                    <a:pt x="1350" y="2120"/>
                    <a:pt x="1495" y="1678"/>
                  </a:cubicBezTo>
                  <a:cubicBezTo>
                    <a:pt x="1617" y="1281"/>
                    <a:pt x="1731" y="885"/>
                    <a:pt x="1982" y="519"/>
                  </a:cubicBezTo>
                  <a:lnTo>
                    <a:pt x="2036" y="443"/>
                  </a:lnTo>
                  <a:cubicBezTo>
                    <a:pt x="2036" y="435"/>
                    <a:pt x="2036" y="435"/>
                    <a:pt x="2036" y="435"/>
                  </a:cubicBezTo>
                  <a:cubicBezTo>
                    <a:pt x="2081" y="374"/>
                    <a:pt x="2120" y="313"/>
                    <a:pt x="2165" y="252"/>
                  </a:cubicBezTo>
                  <a:lnTo>
                    <a:pt x="2180" y="237"/>
                  </a:lnTo>
                  <a:cubicBezTo>
                    <a:pt x="2196" y="207"/>
                    <a:pt x="2272" y="54"/>
                    <a:pt x="22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24"/>
            <p:cNvSpPr/>
            <p:nvPr/>
          </p:nvSpPr>
          <p:spPr>
            <a:xfrm>
              <a:off x="7075825" y="2095625"/>
              <a:ext cx="62325" cy="91100"/>
            </a:xfrm>
            <a:custGeom>
              <a:avLst/>
              <a:gdLst/>
              <a:ahLst/>
              <a:cxnLst/>
              <a:rect l="l" t="t" r="r" b="b"/>
              <a:pathLst>
                <a:path w="2493" h="3644" extrusionOk="0">
                  <a:moveTo>
                    <a:pt x="2493" y="1"/>
                  </a:moveTo>
                  <a:lnTo>
                    <a:pt x="2447" y="16"/>
                  </a:lnTo>
                  <a:cubicBezTo>
                    <a:pt x="2165" y="252"/>
                    <a:pt x="1929" y="534"/>
                    <a:pt x="1754" y="862"/>
                  </a:cubicBezTo>
                  <a:cubicBezTo>
                    <a:pt x="1525" y="1258"/>
                    <a:pt x="1449" y="1700"/>
                    <a:pt x="1273" y="2112"/>
                  </a:cubicBezTo>
                  <a:cubicBezTo>
                    <a:pt x="1106" y="2485"/>
                    <a:pt x="870" y="2836"/>
                    <a:pt x="580" y="3126"/>
                  </a:cubicBezTo>
                  <a:cubicBezTo>
                    <a:pt x="435" y="3286"/>
                    <a:pt x="245" y="3537"/>
                    <a:pt x="1" y="3644"/>
                  </a:cubicBezTo>
                  <a:cubicBezTo>
                    <a:pt x="763" y="3552"/>
                    <a:pt x="1464" y="3316"/>
                    <a:pt x="1731" y="2752"/>
                  </a:cubicBezTo>
                  <a:cubicBezTo>
                    <a:pt x="1898" y="2394"/>
                    <a:pt x="1944" y="1975"/>
                    <a:pt x="1990" y="1579"/>
                  </a:cubicBezTo>
                  <a:cubicBezTo>
                    <a:pt x="2051" y="1030"/>
                    <a:pt x="2119" y="466"/>
                    <a:pt x="24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24"/>
            <p:cNvSpPr/>
            <p:nvPr/>
          </p:nvSpPr>
          <p:spPr>
            <a:xfrm>
              <a:off x="7046300" y="2047050"/>
              <a:ext cx="89375" cy="50525"/>
            </a:xfrm>
            <a:custGeom>
              <a:avLst/>
              <a:gdLst/>
              <a:ahLst/>
              <a:cxnLst/>
              <a:rect l="l" t="t" r="r" b="b"/>
              <a:pathLst>
                <a:path w="3575" h="2021" extrusionOk="0">
                  <a:moveTo>
                    <a:pt x="420" y="0"/>
                  </a:moveTo>
                  <a:cubicBezTo>
                    <a:pt x="275" y="54"/>
                    <a:pt x="138" y="122"/>
                    <a:pt x="0" y="199"/>
                  </a:cubicBezTo>
                  <a:lnTo>
                    <a:pt x="16" y="199"/>
                  </a:lnTo>
                  <a:cubicBezTo>
                    <a:pt x="54" y="199"/>
                    <a:pt x="99" y="206"/>
                    <a:pt x="138" y="221"/>
                  </a:cubicBezTo>
                  <a:cubicBezTo>
                    <a:pt x="214" y="244"/>
                    <a:pt x="290" y="275"/>
                    <a:pt x="366" y="313"/>
                  </a:cubicBezTo>
                  <a:cubicBezTo>
                    <a:pt x="503" y="389"/>
                    <a:pt x="625" y="473"/>
                    <a:pt x="747" y="572"/>
                  </a:cubicBezTo>
                  <a:cubicBezTo>
                    <a:pt x="984" y="763"/>
                    <a:pt x="1197" y="976"/>
                    <a:pt x="1433" y="1159"/>
                  </a:cubicBezTo>
                  <a:cubicBezTo>
                    <a:pt x="1677" y="1349"/>
                    <a:pt x="1929" y="1517"/>
                    <a:pt x="2195" y="1677"/>
                  </a:cubicBezTo>
                  <a:cubicBezTo>
                    <a:pt x="2325" y="1761"/>
                    <a:pt x="2462" y="1837"/>
                    <a:pt x="2607" y="1906"/>
                  </a:cubicBezTo>
                  <a:cubicBezTo>
                    <a:pt x="2675" y="1936"/>
                    <a:pt x="2752" y="1974"/>
                    <a:pt x="2820" y="2005"/>
                  </a:cubicBezTo>
                  <a:lnTo>
                    <a:pt x="2851" y="2020"/>
                  </a:lnTo>
                  <a:lnTo>
                    <a:pt x="3354" y="1845"/>
                  </a:lnTo>
                  <a:lnTo>
                    <a:pt x="3575" y="1769"/>
                  </a:lnTo>
                  <a:cubicBezTo>
                    <a:pt x="3476" y="1761"/>
                    <a:pt x="3384" y="1746"/>
                    <a:pt x="3285" y="1723"/>
                  </a:cubicBezTo>
                  <a:cubicBezTo>
                    <a:pt x="3118" y="1685"/>
                    <a:pt x="2950" y="1639"/>
                    <a:pt x="2790" y="1586"/>
                  </a:cubicBezTo>
                  <a:cubicBezTo>
                    <a:pt x="2470" y="1464"/>
                    <a:pt x="2165" y="1319"/>
                    <a:pt x="1883" y="1144"/>
                  </a:cubicBezTo>
                  <a:cubicBezTo>
                    <a:pt x="1608" y="968"/>
                    <a:pt x="1349" y="778"/>
                    <a:pt x="1098" y="572"/>
                  </a:cubicBezTo>
                  <a:cubicBezTo>
                    <a:pt x="984" y="465"/>
                    <a:pt x="862" y="366"/>
                    <a:pt x="747" y="260"/>
                  </a:cubicBezTo>
                  <a:cubicBezTo>
                    <a:pt x="686" y="206"/>
                    <a:pt x="625" y="160"/>
                    <a:pt x="564" y="107"/>
                  </a:cubicBezTo>
                  <a:cubicBezTo>
                    <a:pt x="542" y="84"/>
                    <a:pt x="511" y="54"/>
                    <a:pt x="473" y="31"/>
                  </a:cubicBezTo>
                  <a:cubicBezTo>
                    <a:pt x="458" y="23"/>
                    <a:pt x="442" y="8"/>
                    <a:pt x="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24"/>
            <p:cNvSpPr/>
            <p:nvPr/>
          </p:nvSpPr>
          <p:spPr>
            <a:xfrm>
              <a:off x="6959600" y="2086950"/>
              <a:ext cx="92625" cy="33850"/>
            </a:xfrm>
            <a:custGeom>
              <a:avLst/>
              <a:gdLst/>
              <a:ahLst/>
              <a:cxnLst/>
              <a:rect l="l" t="t" r="r" b="b"/>
              <a:pathLst>
                <a:path w="3705" h="1354" extrusionOk="0">
                  <a:moveTo>
                    <a:pt x="976" y="0"/>
                  </a:moveTo>
                  <a:cubicBezTo>
                    <a:pt x="938" y="0"/>
                    <a:pt x="900" y="2"/>
                    <a:pt x="862" y="5"/>
                  </a:cubicBezTo>
                  <a:cubicBezTo>
                    <a:pt x="565" y="165"/>
                    <a:pt x="275" y="348"/>
                    <a:pt x="1" y="554"/>
                  </a:cubicBezTo>
                  <a:cubicBezTo>
                    <a:pt x="39" y="561"/>
                    <a:pt x="77" y="569"/>
                    <a:pt x="115" y="577"/>
                  </a:cubicBezTo>
                  <a:cubicBezTo>
                    <a:pt x="168" y="577"/>
                    <a:pt x="222" y="569"/>
                    <a:pt x="275" y="561"/>
                  </a:cubicBezTo>
                  <a:cubicBezTo>
                    <a:pt x="378" y="544"/>
                    <a:pt x="481" y="536"/>
                    <a:pt x="584" y="536"/>
                  </a:cubicBezTo>
                  <a:cubicBezTo>
                    <a:pt x="618" y="536"/>
                    <a:pt x="652" y="537"/>
                    <a:pt x="687" y="538"/>
                  </a:cubicBezTo>
                  <a:cubicBezTo>
                    <a:pt x="1068" y="569"/>
                    <a:pt x="1441" y="660"/>
                    <a:pt x="1792" y="813"/>
                  </a:cubicBezTo>
                  <a:cubicBezTo>
                    <a:pt x="2158" y="950"/>
                    <a:pt x="2478" y="1148"/>
                    <a:pt x="2866" y="1232"/>
                  </a:cubicBezTo>
                  <a:cubicBezTo>
                    <a:pt x="3080" y="1293"/>
                    <a:pt x="3285" y="1331"/>
                    <a:pt x="3506" y="1354"/>
                  </a:cubicBezTo>
                  <a:lnTo>
                    <a:pt x="3705" y="1293"/>
                  </a:lnTo>
                  <a:cubicBezTo>
                    <a:pt x="3689" y="1278"/>
                    <a:pt x="3667" y="1262"/>
                    <a:pt x="3644" y="1255"/>
                  </a:cubicBezTo>
                  <a:lnTo>
                    <a:pt x="3606" y="1240"/>
                  </a:lnTo>
                  <a:cubicBezTo>
                    <a:pt x="3240" y="1171"/>
                    <a:pt x="2897" y="1026"/>
                    <a:pt x="2584" y="820"/>
                  </a:cubicBezTo>
                  <a:cubicBezTo>
                    <a:pt x="2356" y="668"/>
                    <a:pt x="2142" y="493"/>
                    <a:pt x="1921" y="333"/>
                  </a:cubicBezTo>
                  <a:cubicBezTo>
                    <a:pt x="1921" y="333"/>
                    <a:pt x="1914" y="333"/>
                    <a:pt x="1914" y="325"/>
                  </a:cubicBezTo>
                  <a:cubicBezTo>
                    <a:pt x="1883" y="302"/>
                    <a:pt x="1845" y="279"/>
                    <a:pt x="1807" y="256"/>
                  </a:cubicBezTo>
                  <a:cubicBezTo>
                    <a:pt x="1776" y="234"/>
                    <a:pt x="1754" y="226"/>
                    <a:pt x="1738" y="211"/>
                  </a:cubicBezTo>
                  <a:cubicBezTo>
                    <a:pt x="1639" y="157"/>
                    <a:pt x="1540" y="119"/>
                    <a:pt x="1433" y="89"/>
                  </a:cubicBezTo>
                  <a:cubicBezTo>
                    <a:pt x="1292" y="27"/>
                    <a:pt x="1136" y="0"/>
                    <a:pt x="9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24"/>
            <p:cNvSpPr/>
            <p:nvPr/>
          </p:nvSpPr>
          <p:spPr>
            <a:xfrm>
              <a:off x="6988375" y="2082525"/>
              <a:ext cx="79675" cy="35225"/>
            </a:xfrm>
            <a:custGeom>
              <a:avLst/>
              <a:gdLst/>
              <a:ahLst/>
              <a:cxnLst/>
              <a:rect l="l" t="t" r="r" b="b"/>
              <a:pathLst>
                <a:path w="3187" h="1409" extrusionOk="0">
                  <a:moveTo>
                    <a:pt x="295" y="0"/>
                  </a:moveTo>
                  <a:cubicBezTo>
                    <a:pt x="219" y="0"/>
                    <a:pt x="146" y="5"/>
                    <a:pt x="77" y="14"/>
                  </a:cubicBezTo>
                  <a:lnTo>
                    <a:pt x="0" y="45"/>
                  </a:lnTo>
                  <a:cubicBezTo>
                    <a:pt x="183" y="90"/>
                    <a:pt x="366" y="167"/>
                    <a:pt x="526" y="273"/>
                  </a:cubicBezTo>
                  <a:cubicBezTo>
                    <a:pt x="770" y="418"/>
                    <a:pt x="999" y="586"/>
                    <a:pt x="1220" y="769"/>
                  </a:cubicBezTo>
                  <a:cubicBezTo>
                    <a:pt x="1654" y="1089"/>
                    <a:pt x="2157" y="1371"/>
                    <a:pt x="2767" y="1409"/>
                  </a:cubicBezTo>
                  <a:lnTo>
                    <a:pt x="3133" y="1295"/>
                  </a:lnTo>
                  <a:lnTo>
                    <a:pt x="3186" y="1279"/>
                  </a:lnTo>
                  <a:cubicBezTo>
                    <a:pt x="2935" y="1150"/>
                    <a:pt x="2714" y="982"/>
                    <a:pt x="2523" y="776"/>
                  </a:cubicBezTo>
                  <a:lnTo>
                    <a:pt x="2447" y="731"/>
                  </a:lnTo>
                  <a:cubicBezTo>
                    <a:pt x="1550" y="242"/>
                    <a:pt x="841" y="0"/>
                    <a:pt x="2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24"/>
            <p:cNvSpPr/>
            <p:nvPr/>
          </p:nvSpPr>
          <p:spPr>
            <a:xfrm>
              <a:off x="7021325" y="2059250"/>
              <a:ext cx="84450" cy="46500"/>
            </a:xfrm>
            <a:custGeom>
              <a:avLst/>
              <a:gdLst/>
              <a:ahLst/>
              <a:cxnLst/>
              <a:rect l="l" t="t" r="r" b="b"/>
              <a:pathLst>
                <a:path w="3378" h="1860" extrusionOk="0">
                  <a:moveTo>
                    <a:pt x="489" y="0"/>
                  </a:moveTo>
                  <a:lnTo>
                    <a:pt x="435" y="31"/>
                  </a:lnTo>
                  <a:cubicBezTo>
                    <a:pt x="291" y="115"/>
                    <a:pt x="146" y="198"/>
                    <a:pt x="1" y="282"/>
                  </a:cubicBezTo>
                  <a:cubicBezTo>
                    <a:pt x="138" y="297"/>
                    <a:pt x="291" y="282"/>
                    <a:pt x="428" y="305"/>
                  </a:cubicBezTo>
                  <a:cubicBezTo>
                    <a:pt x="588" y="320"/>
                    <a:pt x="740" y="366"/>
                    <a:pt x="885" y="435"/>
                  </a:cubicBezTo>
                  <a:cubicBezTo>
                    <a:pt x="1159" y="549"/>
                    <a:pt x="1419" y="709"/>
                    <a:pt x="1640" y="915"/>
                  </a:cubicBezTo>
                  <a:cubicBezTo>
                    <a:pt x="1693" y="961"/>
                    <a:pt x="1746" y="1006"/>
                    <a:pt x="1800" y="1052"/>
                  </a:cubicBezTo>
                  <a:cubicBezTo>
                    <a:pt x="1845" y="1105"/>
                    <a:pt x="1899" y="1159"/>
                    <a:pt x="1937" y="1212"/>
                  </a:cubicBezTo>
                  <a:cubicBezTo>
                    <a:pt x="2021" y="1319"/>
                    <a:pt x="2112" y="1425"/>
                    <a:pt x="2211" y="1524"/>
                  </a:cubicBezTo>
                  <a:cubicBezTo>
                    <a:pt x="2318" y="1624"/>
                    <a:pt x="2440" y="1700"/>
                    <a:pt x="2569" y="1761"/>
                  </a:cubicBezTo>
                  <a:cubicBezTo>
                    <a:pt x="2676" y="1806"/>
                    <a:pt x="2798" y="1845"/>
                    <a:pt x="2912" y="1860"/>
                  </a:cubicBezTo>
                  <a:lnTo>
                    <a:pt x="3377" y="1700"/>
                  </a:lnTo>
                  <a:cubicBezTo>
                    <a:pt x="3339" y="1662"/>
                    <a:pt x="3293" y="1639"/>
                    <a:pt x="3240" y="1631"/>
                  </a:cubicBezTo>
                  <a:cubicBezTo>
                    <a:pt x="3141" y="1593"/>
                    <a:pt x="3042" y="1547"/>
                    <a:pt x="2950" y="1502"/>
                  </a:cubicBezTo>
                  <a:cubicBezTo>
                    <a:pt x="2874" y="1471"/>
                    <a:pt x="2806" y="1433"/>
                    <a:pt x="2737" y="1403"/>
                  </a:cubicBezTo>
                  <a:cubicBezTo>
                    <a:pt x="2600" y="1334"/>
                    <a:pt x="2470" y="1250"/>
                    <a:pt x="2341" y="1166"/>
                  </a:cubicBezTo>
                  <a:cubicBezTo>
                    <a:pt x="2211" y="1082"/>
                    <a:pt x="2089" y="1006"/>
                    <a:pt x="1967" y="915"/>
                  </a:cubicBezTo>
                  <a:cubicBezTo>
                    <a:pt x="1731" y="732"/>
                    <a:pt x="1510" y="541"/>
                    <a:pt x="1274" y="366"/>
                  </a:cubicBezTo>
                  <a:cubicBezTo>
                    <a:pt x="1152" y="275"/>
                    <a:pt x="1022" y="191"/>
                    <a:pt x="893" y="122"/>
                  </a:cubicBezTo>
                  <a:cubicBezTo>
                    <a:pt x="763" y="61"/>
                    <a:pt x="634" y="15"/>
                    <a:pt x="48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24"/>
            <p:cNvSpPr/>
            <p:nvPr/>
          </p:nvSpPr>
          <p:spPr>
            <a:xfrm>
              <a:off x="7005150" y="2073525"/>
              <a:ext cx="74125" cy="40625"/>
            </a:xfrm>
            <a:custGeom>
              <a:avLst/>
              <a:gdLst/>
              <a:ahLst/>
              <a:cxnLst/>
              <a:rect l="l" t="t" r="r" b="b"/>
              <a:pathLst>
                <a:path w="2965" h="1625" extrusionOk="0">
                  <a:moveTo>
                    <a:pt x="46" y="1"/>
                  </a:moveTo>
                  <a:lnTo>
                    <a:pt x="0" y="16"/>
                  </a:lnTo>
                  <a:cubicBezTo>
                    <a:pt x="183" y="92"/>
                    <a:pt x="374" y="153"/>
                    <a:pt x="572" y="207"/>
                  </a:cubicBezTo>
                  <a:cubicBezTo>
                    <a:pt x="1136" y="374"/>
                    <a:pt x="1723" y="542"/>
                    <a:pt x="1867" y="1045"/>
                  </a:cubicBezTo>
                  <a:lnTo>
                    <a:pt x="1890" y="1136"/>
                  </a:lnTo>
                  <a:cubicBezTo>
                    <a:pt x="2081" y="1335"/>
                    <a:pt x="2302" y="1502"/>
                    <a:pt x="2553" y="1624"/>
                  </a:cubicBezTo>
                  <a:lnTo>
                    <a:pt x="2965" y="1487"/>
                  </a:lnTo>
                  <a:cubicBezTo>
                    <a:pt x="2858" y="1456"/>
                    <a:pt x="2759" y="1411"/>
                    <a:pt x="2660" y="1365"/>
                  </a:cubicBezTo>
                  <a:cubicBezTo>
                    <a:pt x="2523" y="1296"/>
                    <a:pt x="2401" y="1205"/>
                    <a:pt x="2302" y="1098"/>
                  </a:cubicBezTo>
                  <a:cubicBezTo>
                    <a:pt x="2096" y="885"/>
                    <a:pt x="2005" y="626"/>
                    <a:pt x="1784" y="450"/>
                  </a:cubicBezTo>
                  <a:cubicBezTo>
                    <a:pt x="1669" y="359"/>
                    <a:pt x="1540" y="283"/>
                    <a:pt x="1395" y="237"/>
                  </a:cubicBezTo>
                  <a:cubicBezTo>
                    <a:pt x="1242" y="184"/>
                    <a:pt x="1090" y="146"/>
                    <a:pt x="938" y="123"/>
                  </a:cubicBezTo>
                  <a:cubicBezTo>
                    <a:pt x="778" y="100"/>
                    <a:pt x="610" y="77"/>
                    <a:pt x="450" y="62"/>
                  </a:cubicBezTo>
                  <a:cubicBezTo>
                    <a:pt x="313" y="47"/>
                    <a:pt x="183" y="24"/>
                    <a:pt x="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24"/>
            <p:cNvSpPr/>
            <p:nvPr/>
          </p:nvSpPr>
          <p:spPr>
            <a:xfrm>
              <a:off x="7006675" y="2066475"/>
              <a:ext cx="87100" cy="44225"/>
            </a:xfrm>
            <a:custGeom>
              <a:avLst/>
              <a:gdLst/>
              <a:ahLst/>
              <a:cxnLst/>
              <a:rect l="l" t="t" r="r" b="b"/>
              <a:pathLst>
                <a:path w="3484" h="1769" extrusionOk="0">
                  <a:moveTo>
                    <a:pt x="579" y="1"/>
                  </a:moveTo>
                  <a:cubicBezTo>
                    <a:pt x="396" y="108"/>
                    <a:pt x="198" y="199"/>
                    <a:pt x="0" y="275"/>
                  </a:cubicBezTo>
                  <a:cubicBezTo>
                    <a:pt x="130" y="298"/>
                    <a:pt x="259" y="306"/>
                    <a:pt x="396" y="321"/>
                  </a:cubicBezTo>
                  <a:cubicBezTo>
                    <a:pt x="557" y="329"/>
                    <a:pt x="724" y="344"/>
                    <a:pt x="884" y="367"/>
                  </a:cubicBezTo>
                  <a:cubicBezTo>
                    <a:pt x="1044" y="382"/>
                    <a:pt x="1204" y="420"/>
                    <a:pt x="1364" y="473"/>
                  </a:cubicBezTo>
                  <a:cubicBezTo>
                    <a:pt x="1509" y="519"/>
                    <a:pt x="1646" y="595"/>
                    <a:pt x="1768" y="694"/>
                  </a:cubicBezTo>
                  <a:cubicBezTo>
                    <a:pt x="1875" y="786"/>
                    <a:pt x="1966" y="900"/>
                    <a:pt x="2043" y="1022"/>
                  </a:cubicBezTo>
                  <a:cubicBezTo>
                    <a:pt x="2111" y="1136"/>
                    <a:pt x="2195" y="1251"/>
                    <a:pt x="2279" y="1357"/>
                  </a:cubicBezTo>
                  <a:cubicBezTo>
                    <a:pt x="2454" y="1540"/>
                    <a:pt x="2675" y="1685"/>
                    <a:pt x="2919" y="1769"/>
                  </a:cubicBezTo>
                  <a:cubicBezTo>
                    <a:pt x="3110" y="1700"/>
                    <a:pt x="3293" y="1639"/>
                    <a:pt x="3483" y="1578"/>
                  </a:cubicBezTo>
                  <a:cubicBezTo>
                    <a:pt x="3361" y="1563"/>
                    <a:pt x="3247" y="1540"/>
                    <a:pt x="3140" y="1495"/>
                  </a:cubicBezTo>
                  <a:cubicBezTo>
                    <a:pt x="3003" y="1441"/>
                    <a:pt x="2873" y="1357"/>
                    <a:pt x="2759" y="1258"/>
                  </a:cubicBezTo>
                  <a:cubicBezTo>
                    <a:pt x="2652" y="1167"/>
                    <a:pt x="2561" y="1060"/>
                    <a:pt x="2469" y="953"/>
                  </a:cubicBezTo>
                  <a:cubicBezTo>
                    <a:pt x="2431" y="900"/>
                    <a:pt x="2386" y="847"/>
                    <a:pt x="2332" y="801"/>
                  </a:cubicBezTo>
                  <a:cubicBezTo>
                    <a:pt x="2279" y="755"/>
                    <a:pt x="2226" y="710"/>
                    <a:pt x="2172" y="664"/>
                  </a:cubicBezTo>
                  <a:cubicBezTo>
                    <a:pt x="1959" y="466"/>
                    <a:pt x="1715" y="306"/>
                    <a:pt x="1448" y="184"/>
                  </a:cubicBezTo>
                  <a:cubicBezTo>
                    <a:pt x="1311" y="115"/>
                    <a:pt x="1159" y="69"/>
                    <a:pt x="1006" y="47"/>
                  </a:cubicBezTo>
                  <a:cubicBezTo>
                    <a:pt x="930" y="31"/>
                    <a:pt x="846" y="31"/>
                    <a:pt x="770" y="24"/>
                  </a:cubicBezTo>
                  <a:cubicBezTo>
                    <a:pt x="709" y="24"/>
                    <a:pt x="640" y="16"/>
                    <a:pt x="5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24"/>
            <p:cNvSpPr/>
            <p:nvPr/>
          </p:nvSpPr>
          <p:spPr>
            <a:xfrm>
              <a:off x="7033725" y="2052200"/>
              <a:ext cx="83475" cy="47850"/>
            </a:xfrm>
            <a:custGeom>
              <a:avLst/>
              <a:gdLst/>
              <a:ahLst/>
              <a:cxnLst/>
              <a:rect l="l" t="t" r="r" b="b"/>
              <a:pathLst>
                <a:path w="3339" h="1914" extrusionOk="0">
                  <a:moveTo>
                    <a:pt x="488" y="0"/>
                  </a:moveTo>
                  <a:cubicBezTo>
                    <a:pt x="320" y="92"/>
                    <a:pt x="160" y="183"/>
                    <a:pt x="0" y="282"/>
                  </a:cubicBezTo>
                  <a:cubicBezTo>
                    <a:pt x="138" y="290"/>
                    <a:pt x="275" y="328"/>
                    <a:pt x="412" y="389"/>
                  </a:cubicBezTo>
                  <a:cubicBezTo>
                    <a:pt x="549" y="450"/>
                    <a:pt x="686" y="526"/>
                    <a:pt x="816" y="618"/>
                  </a:cubicBezTo>
                  <a:cubicBezTo>
                    <a:pt x="1060" y="785"/>
                    <a:pt x="1281" y="983"/>
                    <a:pt x="1517" y="1159"/>
                  </a:cubicBezTo>
                  <a:cubicBezTo>
                    <a:pt x="1761" y="1342"/>
                    <a:pt x="2012" y="1502"/>
                    <a:pt x="2272" y="1654"/>
                  </a:cubicBezTo>
                  <a:cubicBezTo>
                    <a:pt x="2340" y="1692"/>
                    <a:pt x="2409" y="1723"/>
                    <a:pt x="2477" y="1761"/>
                  </a:cubicBezTo>
                  <a:cubicBezTo>
                    <a:pt x="2500" y="1768"/>
                    <a:pt x="2531" y="1784"/>
                    <a:pt x="2561" y="1791"/>
                  </a:cubicBezTo>
                  <a:cubicBezTo>
                    <a:pt x="2607" y="1806"/>
                    <a:pt x="2653" y="1822"/>
                    <a:pt x="2698" y="1829"/>
                  </a:cubicBezTo>
                  <a:lnTo>
                    <a:pt x="2797" y="1860"/>
                  </a:lnTo>
                  <a:cubicBezTo>
                    <a:pt x="2896" y="1883"/>
                    <a:pt x="2988" y="1898"/>
                    <a:pt x="3087" y="1913"/>
                  </a:cubicBezTo>
                  <a:lnTo>
                    <a:pt x="3339" y="1829"/>
                  </a:lnTo>
                  <a:lnTo>
                    <a:pt x="3316" y="1822"/>
                  </a:lnTo>
                  <a:cubicBezTo>
                    <a:pt x="3239" y="1791"/>
                    <a:pt x="3163" y="1761"/>
                    <a:pt x="3087" y="1723"/>
                  </a:cubicBezTo>
                  <a:cubicBezTo>
                    <a:pt x="2942" y="1662"/>
                    <a:pt x="2797" y="1585"/>
                    <a:pt x="2660" y="1502"/>
                  </a:cubicBezTo>
                  <a:cubicBezTo>
                    <a:pt x="2393" y="1349"/>
                    <a:pt x="2134" y="1182"/>
                    <a:pt x="1883" y="991"/>
                  </a:cubicBezTo>
                  <a:cubicBezTo>
                    <a:pt x="1647" y="800"/>
                    <a:pt x="1433" y="595"/>
                    <a:pt x="1212" y="397"/>
                  </a:cubicBezTo>
                  <a:cubicBezTo>
                    <a:pt x="1098" y="297"/>
                    <a:pt x="976" y="206"/>
                    <a:pt x="846" y="130"/>
                  </a:cubicBezTo>
                  <a:cubicBezTo>
                    <a:pt x="778" y="84"/>
                    <a:pt x="709" y="54"/>
                    <a:pt x="633" y="23"/>
                  </a:cubicBezTo>
                  <a:cubicBezTo>
                    <a:pt x="595" y="15"/>
                    <a:pt x="557" y="0"/>
                    <a:pt x="5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24"/>
            <p:cNvSpPr/>
            <p:nvPr/>
          </p:nvSpPr>
          <p:spPr>
            <a:xfrm>
              <a:off x="6918250" y="2037325"/>
              <a:ext cx="344900" cy="152650"/>
            </a:xfrm>
            <a:custGeom>
              <a:avLst/>
              <a:gdLst/>
              <a:ahLst/>
              <a:cxnLst/>
              <a:rect l="l" t="t" r="r" b="b"/>
              <a:pathLst>
                <a:path w="13796" h="6106" extrusionOk="0">
                  <a:moveTo>
                    <a:pt x="7904" y="130"/>
                  </a:moveTo>
                  <a:cubicBezTo>
                    <a:pt x="8354" y="130"/>
                    <a:pt x="8659" y="260"/>
                    <a:pt x="8864" y="542"/>
                  </a:cubicBezTo>
                  <a:cubicBezTo>
                    <a:pt x="9154" y="931"/>
                    <a:pt x="9482" y="1334"/>
                    <a:pt x="9992" y="1586"/>
                  </a:cubicBezTo>
                  <a:cubicBezTo>
                    <a:pt x="10015" y="1609"/>
                    <a:pt x="10046" y="1632"/>
                    <a:pt x="10069" y="1655"/>
                  </a:cubicBezTo>
                  <a:cubicBezTo>
                    <a:pt x="10069" y="1655"/>
                    <a:pt x="10076" y="1662"/>
                    <a:pt x="10076" y="1670"/>
                  </a:cubicBezTo>
                  <a:lnTo>
                    <a:pt x="9931" y="1708"/>
                  </a:lnTo>
                  <a:cubicBezTo>
                    <a:pt x="9787" y="1647"/>
                    <a:pt x="9649" y="1563"/>
                    <a:pt x="9535" y="1449"/>
                  </a:cubicBezTo>
                  <a:cubicBezTo>
                    <a:pt x="9489" y="1411"/>
                    <a:pt x="9451" y="1380"/>
                    <a:pt x="9413" y="1350"/>
                  </a:cubicBezTo>
                  <a:cubicBezTo>
                    <a:pt x="9291" y="1251"/>
                    <a:pt x="9177" y="1144"/>
                    <a:pt x="9063" y="1045"/>
                  </a:cubicBezTo>
                  <a:cubicBezTo>
                    <a:pt x="8971" y="953"/>
                    <a:pt x="8864" y="862"/>
                    <a:pt x="8750" y="771"/>
                  </a:cubicBezTo>
                  <a:cubicBezTo>
                    <a:pt x="8499" y="557"/>
                    <a:pt x="8201" y="405"/>
                    <a:pt x="7881" y="321"/>
                  </a:cubicBezTo>
                  <a:cubicBezTo>
                    <a:pt x="7767" y="306"/>
                    <a:pt x="7653" y="290"/>
                    <a:pt x="7538" y="290"/>
                  </a:cubicBezTo>
                  <a:cubicBezTo>
                    <a:pt x="7518" y="291"/>
                    <a:pt x="7498" y="292"/>
                    <a:pt x="7477" y="292"/>
                  </a:cubicBezTo>
                  <a:cubicBezTo>
                    <a:pt x="7338" y="292"/>
                    <a:pt x="7199" y="269"/>
                    <a:pt x="7066" y="229"/>
                  </a:cubicBezTo>
                  <a:cubicBezTo>
                    <a:pt x="7340" y="176"/>
                    <a:pt x="7622" y="146"/>
                    <a:pt x="7904" y="130"/>
                  </a:cubicBezTo>
                  <a:close/>
                  <a:moveTo>
                    <a:pt x="7355" y="367"/>
                  </a:moveTo>
                  <a:cubicBezTo>
                    <a:pt x="7416" y="374"/>
                    <a:pt x="7477" y="374"/>
                    <a:pt x="7531" y="374"/>
                  </a:cubicBezTo>
                  <a:lnTo>
                    <a:pt x="7531" y="382"/>
                  </a:lnTo>
                  <a:cubicBezTo>
                    <a:pt x="7637" y="382"/>
                    <a:pt x="7744" y="389"/>
                    <a:pt x="7851" y="405"/>
                  </a:cubicBezTo>
                  <a:cubicBezTo>
                    <a:pt x="8156" y="481"/>
                    <a:pt x="8438" y="626"/>
                    <a:pt x="8674" y="824"/>
                  </a:cubicBezTo>
                  <a:cubicBezTo>
                    <a:pt x="8781" y="915"/>
                    <a:pt x="8880" y="1007"/>
                    <a:pt x="8979" y="1098"/>
                  </a:cubicBezTo>
                  <a:lnTo>
                    <a:pt x="8986" y="1106"/>
                  </a:lnTo>
                  <a:cubicBezTo>
                    <a:pt x="9093" y="1205"/>
                    <a:pt x="9207" y="1312"/>
                    <a:pt x="9337" y="1411"/>
                  </a:cubicBezTo>
                  <a:cubicBezTo>
                    <a:pt x="9375" y="1441"/>
                    <a:pt x="9421" y="1479"/>
                    <a:pt x="9451" y="1510"/>
                  </a:cubicBezTo>
                  <a:cubicBezTo>
                    <a:pt x="9550" y="1601"/>
                    <a:pt x="9665" y="1685"/>
                    <a:pt x="9787" y="1746"/>
                  </a:cubicBezTo>
                  <a:cubicBezTo>
                    <a:pt x="9665" y="1784"/>
                    <a:pt x="9543" y="1807"/>
                    <a:pt x="9421" y="1815"/>
                  </a:cubicBezTo>
                  <a:cubicBezTo>
                    <a:pt x="9383" y="1815"/>
                    <a:pt x="9345" y="1807"/>
                    <a:pt x="9307" y="1799"/>
                  </a:cubicBezTo>
                  <a:cubicBezTo>
                    <a:pt x="8910" y="1731"/>
                    <a:pt x="8590" y="1373"/>
                    <a:pt x="8354" y="1113"/>
                  </a:cubicBezTo>
                  <a:lnTo>
                    <a:pt x="8308" y="1060"/>
                  </a:lnTo>
                  <a:cubicBezTo>
                    <a:pt x="8041" y="763"/>
                    <a:pt x="7721" y="527"/>
                    <a:pt x="7355" y="367"/>
                  </a:cubicBezTo>
                  <a:close/>
                  <a:moveTo>
                    <a:pt x="5984" y="267"/>
                  </a:moveTo>
                  <a:cubicBezTo>
                    <a:pt x="6045" y="275"/>
                    <a:pt x="6098" y="290"/>
                    <a:pt x="6151" y="321"/>
                  </a:cubicBezTo>
                  <a:cubicBezTo>
                    <a:pt x="6548" y="664"/>
                    <a:pt x="6967" y="976"/>
                    <a:pt x="7401" y="1251"/>
                  </a:cubicBezTo>
                  <a:cubicBezTo>
                    <a:pt x="7782" y="1502"/>
                    <a:pt x="8476" y="1929"/>
                    <a:pt x="8925" y="2066"/>
                  </a:cubicBezTo>
                  <a:lnTo>
                    <a:pt x="8720" y="2135"/>
                  </a:lnTo>
                  <a:cubicBezTo>
                    <a:pt x="8453" y="2089"/>
                    <a:pt x="8186" y="2020"/>
                    <a:pt x="7935" y="1921"/>
                  </a:cubicBezTo>
                  <a:cubicBezTo>
                    <a:pt x="7630" y="1799"/>
                    <a:pt x="7333" y="1655"/>
                    <a:pt x="7051" y="1479"/>
                  </a:cubicBezTo>
                  <a:cubicBezTo>
                    <a:pt x="6784" y="1304"/>
                    <a:pt x="6517" y="1121"/>
                    <a:pt x="6273" y="923"/>
                  </a:cubicBezTo>
                  <a:cubicBezTo>
                    <a:pt x="6159" y="839"/>
                    <a:pt x="6045" y="740"/>
                    <a:pt x="5930" y="656"/>
                  </a:cubicBezTo>
                  <a:lnTo>
                    <a:pt x="5877" y="610"/>
                  </a:lnTo>
                  <a:cubicBezTo>
                    <a:pt x="5824" y="557"/>
                    <a:pt x="5770" y="519"/>
                    <a:pt x="5717" y="473"/>
                  </a:cubicBezTo>
                  <a:lnTo>
                    <a:pt x="5717" y="481"/>
                  </a:lnTo>
                  <a:cubicBezTo>
                    <a:pt x="5686" y="450"/>
                    <a:pt x="5656" y="428"/>
                    <a:pt x="5625" y="405"/>
                  </a:cubicBezTo>
                  <a:lnTo>
                    <a:pt x="5610" y="397"/>
                  </a:lnTo>
                  <a:lnTo>
                    <a:pt x="5603" y="389"/>
                  </a:lnTo>
                  <a:cubicBezTo>
                    <a:pt x="5724" y="344"/>
                    <a:pt x="5846" y="298"/>
                    <a:pt x="5976" y="267"/>
                  </a:cubicBezTo>
                  <a:close/>
                  <a:moveTo>
                    <a:pt x="5542" y="420"/>
                  </a:moveTo>
                  <a:lnTo>
                    <a:pt x="5572" y="435"/>
                  </a:lnTo>
                  <a:lnTo>
                    <a:pt x="5580" y="443"/>
                  </a:lnTo>
                  <a:cubicBezTo>
                    <a:pt x="5618" y="473"/>
                    <a:pt x="5648" y="504"/>
                    <a:pt x="5679" y="519"/>
                  </a:cubicBezTo>
                  <a:cubicBezTo>
                    <a:pt x="5732" y="565"/>
                    <a:pt x="5793" y="618"/>
                    <a:pt x="5846" y="671"/>
                  </a:cubicBezTo>
                  <a:cubicBezTo>
                    <a:pt x="5961" y="763"/>
                    <a:pt x="6083" y="877"/>
                    <a:pt x="6205" y="976"/>
                  </a:cubicBezTo>
                  <a:cubicBezTo>
                    <a:pt x="6456" y="1182"/>
                    <a:pt x="6715" y="1380"/>
                    <a:pt x="6990" y="1548"/>
                  </a:cubicBezTo>
                  <a:cubicBezTo>
                    <a:pt x="7279" y="1731"/>
                    <a:pt x="7584" y="1876"/>
                    <a:pt x="7904" y="1998"/>
                  </a:cubicBezTo>
                  <a:cubicBezTo>
                    <a:pt x="8064" y="2051"/>
                    <a:pt x="8240" y="2104"/>
                    <a:pt x="8407" y="2135"/>
                  </a:cubicBezTo>
                  <a:cubicBezTo>
                    <a:pt x="8476" y="2150"/>
                    <a:pt x="8544" y="2165"/>
                    <a:pt x="8613" y="2173"/>
                  </a:cubicBezTo>
                  <a:lnTo>
                    <a:pt x="8468" y="2226"/>
                  </a:lnTo>
                  <a:lnTo>
                    <a:pt x="7980" y="2394"/>
                  </a:lnTo>
                  <a:lnTo>
                    <a:pt x="7958" y="2386"/>
                  </a:lnTo>
                  <a:cubicBezTo>
                    <a:pt x="7889" y="2356"/>
                    <a:pt x="7820" y="2318"/>
                    <a:pt x="7737" y="2280"/>
                  </a:cubicBezTo>
                  <a:cubicBezTo>
                    <a:pt x="7615" y="2219"/>
                    <a:pt x="7493" y="2150"/>
                    <a:pt x="7371" y="2081"/>
                  </a:cubicBezTo>
                  <a:lnTo>
                    <a:pt x="7333" y="2051"/>
                  </a:lnTo>
                  <a:cubicBezTo>
                    <a:pt x="7066" y="1898"/>
                    <a:pt x="6814" y="1723"/>
                    <a:pt x="6570" y="1540"/>
                  </a:cubicBezTo>
                  <a:cubicBezTo>
                    <a:pt x="6433" y="1426"/>
                    <a:pt x="6296" y="1312"/>
                    <a:pt x="6174" y="1197"/>
                  </a:cubicBezTo>
                  <a:cubicBezTo>
                    <a:pt x="6075" y="1121"/>
                    <a:pt x="5984" y="1037"/>
                    <a:pt x="5885" y="953"/>
                  </a:cubicBezTo>
                  <a:cubicBezTo>
                    <a:pt x="5763" y="854"/>
                    <a:pt x="5633" y="771"/>
                    <a:pt x="5496" y="694"/>
                  </a:cubicBezTo>
                  <a:cubicBezTo>
                    <a:pt x="5427" y="656"/>
                    <a:pt x="5351" y="618"/>
                    <a:pt x="5267" y="595"/>
                  </a:cubicBezTo>
                  <a:cubicBezTo>
                    <a:pt x="5244" y="588"/>
                    <a:pt x="5214" y="580"/>
                    <a:pt x="5191" y="580"/>
                  </a:cubicBezTo>
                  <a:cubicBezTo>
                    <a:pt x="5313" y="519"/>
                    <a:pt x="5427" y="466"/>
                    <a:pt x="5542" y="420"/>
                  </a:cubicBezTo>
                  <a:close/>
                  <a:moveTo>
                    <a:pt x="5138" y="618"/>
                  </a:moveTo>
                  <a:cubicBezTo>
                    <a:pt x="5176" y="626"/>
                    <a:pt x="5214" y="633"/>
                    <a:pt x="5252" y="649"/>
                  </a:cubicBezTo>
                  <a:cubicBezTo>
                    <a:pt x="5328" y="671"/>
                    <a:pt x="5397" y="702"/>
                    <a:pt x="5465" y="748"/>
                  </a:cubicBezTo>
                  <a:cubicBezTo>
                    <a:pt x="5595" y="824"/>
                    <a:pt x="5717" y="915"/>
                    <a:pt x="5824" y="1014"/>
                  </a:cubicBezTo>
                  <a:cubicBezTo>
                    <a:pt x="5892" y="1068"/>
                    <a:pt x="5961" y="1136"/>
                    <a:pt x="6037" y="1197"/>
                  </a:cubicBezTo>
                  <a:cubicBezTo>
                    <a:pt x="6182" y="1334"/>
                    <a:pt x="6334" y="1472"/>
                    <a:pt x="6502" y="1601"/>
                  </a:cubicBezTo>
                  <a:cubicBezTo>
                    <a:pt x="6746" y="1792"/>
                    <a:pt x="7005" y="1967"/>
                    <a:pt x="7279" y="2119"/>
                  </a:cubicBezTo>
                  <a:lnTo>
                    <a:pt x="7317" y="2135"/>
                  </a:lnTo>
                  <a:cubicBezTo>
                    <a:pt x="7439" y="2211"/>
                    <a:pt x="7569" y="2280"/>
                    <a:pt x="7706" y="2333"/>
                  </a:cubicBezTo>
                  <a:lnTo>
                    <a:pt x="7904" y="2417"/>
                  </a:lnTo>
                  <a:lnTo>
                    <a:pt x="7828" y="2447"/>
                  </a:lnTo>
                  <a:lnTo>
                    <a:pt x="7706" y="2485"/>
                  </a:lnTo>
                  <a:lnTo>
                    <a:pt x="7676" y="2485"/>
                  </a:lnTo>
                  <a:cubicBezTo>
                    <a:pt x="7599" y="2470"/>
                    <a:pt x="7515" y="2455"/>
                    <a:pt x="7432" y="2440"/>
                  </a:cubicBezTo>
                  <a:lnTo>
                    <a:pt x="7325" y="2409"/>
                  </a:lnTo>
                  <a:cubicBezTo>
                    <a:pt x="7287" y="2401"/>
                    <a:pt x="7249" y="2386"/>
                    <a:pt x="7203" y="2379"/>
                  </a:cubicBezTo>
                  <a:lnTo>
                    <a:pt x="7195" y="2379"/>
                  </a:lnTo>
                  <a:cubicBezTo>
                    <a:pt x="7157" y="2363"/>
                    <a:pt x="7134" y="2356"/>
                    <a:pt x="7112" y="2341"/>
                  </a:cubicBezTo>
                  <a:cubicBezTo>
                    <a:pt x="7043" y="2310"/>
                    <a:pt x="6974" y="2280"/>
                    <a:pt x="6906" y="2241"/>
                  </a:cubicBezTo>
                  <a:cubicBezTo>
                    <a:pt x="6647" y="2089"/>
                    <a:pt x="6395" y="1929"/>
                    <a:pt x="6151" y="1746"/>
                  </a:cubicBezTo>
                  <a:cubicBezTo>
                    <a:pt x="6060" y="1677"/>
                    <a:pt x="5968" y="1601"/>
                    <a:pt x="5885" y="1533"/>
                  </a:cubicBezTo>
                  <a:cubicBezTo>
                    <a:pt x="5747" y="1426"/>
                    <a:pt x="5595" y="1312"/>
                    <a:pt x="5450" y="1205"/>
                  </a:cubicBezTo>
                  <a:cubicBezTo>
                    <a:pt x="5321" y="1113"/>
                    <a:pt x="5183" y="1037"/>
                    <a:pt x="5046" y="969"/>
                  </a:cubicBezTo>
                  <a:cubicBezTo>
                    <a:pt x="4932" y="915"/>
                    <a:pt x="4810" y="885"/>
                    <a:pt x="4680" y="870"/>
                  </a:cubicBezTo>
                  <a:cubicBezTo>
                    <a:pt x="4802" y="793"/>
                    <a:pt x="4962" y="702"/>
                    <a:pt x="5122" y="618"/>
                  </a:cubicBezTo>
                  <a:close/>
                  <a:moveTo>
                    <a:pt x="4619" y="892"/>
                  </a:moveTo>
                  <a:cubicBezTo>
                    <a:pt x="4757" y="915"/>
                    <a:pt x="4886" y="953"/>
                    <a:pt x="5000" y="1022"/>
                  </a:cubicBezTo>
                  <a:cubicBezTo>
                    <a:pt x="5138" y="1091"/>
                    <a:pt x="5267" y="1167"/>
                    <a:pt x="5382" y="1258"/>
                  </a:cubicBezTo>
                  <a:cubicBezTo>
                    <a:pt x="5526" y="1357"/>
                    <a:pt x="5664" y="1472"/>
                    <a:pt x="5793" y="1578"/>
                  </a:cubicBezTo>
                  <a:cubicBezTo>
                    <a:pt x="5885" y="1647"/>
                    <a:pt x="5976" y="1731"/>
                    <a:pt x="6075" y="1807"/>
                  </a:cubicBezTo>
                  <a:cubicBezTo>
                    <a:pt x="6174" y="1883"/>
                    <a:pt x="6296" y="1959"/>
                    <a:pt x="6403" y="2028"/>
                  </a:cubicBezTo>
                  <a:lnTo>
                    <a:pt x="6456" y="2066"/>
                  </a:lnTo>
                  <a:cubicBezTo>
                    <a:pt x="6586" y="2150"/>
                    <a:pt x="6715" y="2226"/>
                    <a:pt x="6852" y="2295"/>
                  </a:cubicBezTo>
                  <a:cubicBezTo>
                    <a:pt x="6929" y="2333"/>
                    <a:pt x="6997" y="2371"/>
                    <a:pt x="7073" y="2401"/>
                  </a:cubicBezTo>
                  <a:lnTo>
                    <a:pt x="7119" y="2424"/>
                  </a:lnTo>
                  <a:cubicBezTo>
                    <a:pt x="7195" y="2462"/>
                    <a:pt x="7279" y="2501"/>
                    <a:pt x="7363" y="2531"/>
                  </a:cubicBezTo>
                  <a:cubicBezTo>
                    <a:pt x="7401" y="2539"/>
                    <a:pt x="7432" y="2554"/>
                    <a:pt x="7462" y="2569"/>
                  </a:cubicBezTo>
                  <a:lnTo>
                    <a:pt x="7386" y="2600"/>
                  </a:lnTo>
                  <a:lnTo>
                    <a:pt x="7035" y="2722"/>
                  </a:lnTo>
                  <a:cubicBezTo>
                    <a:pt x="6921" y="2699"/>
                    <a:pt x="6814" y="2668"/>
                    <a:pt x="6708" y="2623"/>
                  </a:cubicBezTo>
                  <a:cubicBezTo>
                    <a:pt x="6578" y="2562"/>
                    <a:pt x="6456" y="2485"/>
                    <a:pt x="6349" y="2386"/>
                  </a:cubicBezTo>
                  <a:cubicBezTo>
                    <a:pt x="6258" y="2287"/>
                    <a:pt x="6167" y="2188"/>
                    <a:pt x="6083" y="2081"/>
                  </a:cubicBezTo>
                  <a:lnTo>
                    <a:pt x="6060" y="2059"/>
                  </a:lnTo>
                  <a:cubicBezTo>
                    <a:pt x="6022" y="2005"/>
                    <a:pt x="5984" y="1959"/>
                    <a:pt x="5938" y="1921"/>
                  </a:cubicBezTo>
                  <a:cubicBezTo>
                    <a:pt x="5892" y="1876"/>
                    <a:pt x="5831" y="1822"/>
                    <a:pt x="5778" y="1777"/>
                  </a:cubicBezTo>
                  <a:cubicBezTo>
                    <a:pt x="5557" y="1571"/>
                    <a:pt x="5298" y="1411"/>
                    <a:pt x="5023" y="1289"/>
                  </a:cubicBezTo>
                  <a:cubicBezTo>
                    <a:pt x="4879" y="1228"/>
                    <a:pt x="4718" y="1182"/>
                    <a:pt x="4558" y="1159"/>
                  </a:cubicBezTo>
                  <a:cubicBezTo>
                    <a:pt x="4490" y="1152"/>
                    <a:pt x="4421" y="1152"/>
                    <a:pt x="4353" y="1152"/>
                  </a:cubicBezTo>
                  <a:cubicBezTo>
                    <a:pt x="4299" y="1152"/>
                    <a:pt x="4246" y="1152"/>
                    <a:pt x="4193" y="1144"/>
                  </a:cubicBezTo>
                  <a:cubicBezTo>
                    <a:pt x="4315" y="1075"/>
                    <a:pt x="4436" y="1007"/>
                    <a:pt x="4574" y="923"/>
                  </a:cubicBezTo>
                  <a:lnTo>
                    <a:pt x="4619" y="892"/>
                  </a:lnTo>
                  <a:close/>
                  <a:moveTo>
                    <a:pt x="4132" y="1182"/>
                  </a:moveTo>
                  <a:cubicBezTo>
                    <a:pt x="4185" y="1197"/>
                    <a:pt x="4246" y="1205"/>
                    <a:pt x="4307" y="1205"/>
                  </a:cubicBezTo>
                  <a:lnTo>
                    <a:pt x="4345" y="1205"/>
                  </a:lnTo>
                  <a:cubicBezTo>
                    <a:pt x="4414" y="1205"/>
                    <a:pt x="4482" y="1213"/>
                    <a:pt x="4543" y="1228"/>
                  </a:cubicBezTo>
                  <a:cubicBezTo>
                    <a:pt x="4696" y="1251"/>
                    <a:pt x="4840" y="1296"/>
                    <a:pt x="4978" y="1365"/>
                  </a:cubicBezTo>
                  <a:cubicBezTo>
                    <a:pt x="5244" y="1479"/>
                    <a:pt x="5488" y="1639"/>
                    <a:pt x="5702" y="1838"/>
                  </a:cubicBezTo>
                  <a:cubicBezTo>
                    <a:pt x="5755" y="1883"/>
                    <a:pt x="5808" y="1937"/>
                    <a:pt x="5862" y="1982"/>
                  </a:cubicBezTo>
                  <a:cubicBezTo>
                    <a:pt x="5907" y="2013"/>
                    <a:pt x="5945" y="2059"/>
                    <a:pt x="5976" y="2104"/>
                  </a:cubicBezTo>
                  <a:lnTo>
                    <a:pt x="5999" y="2135"/>
                  </a:lnTo>
                  <a:cubicBezTo>
                    <a:pt x="6083" y="2241"/>
                    <a:pt x="6182" y="2348"/>
                    <a:pt x="6281" y="2440"/>
                  </a:cubicBezTo>
                  <a:cubicBezTo>
                    <a:pt x="6395" y="2546"/>
                    <a:pt x="6532" y="2623"/>
                    <a:pt x="6670" y="2683"/>
                  </a:cubicBezTo>
                  <a:cubicBezTo>
                    <a:pt x="6761" y="2714"/>
                    <a:pt x="6845" y="2737"/>
                    <a:pt x="6936" y="2752"/>
                  </a:cubicBezTo>
                  <a:lnTo>
                    <a:pt x="6464" y="2912"/>
                  </a:lnTo>
                  <a:cubicBezTo>
                    <a:pt x="6227" y="2836"/>
                    <a:pt x="6014" y="2691"/>
                    <a:pt x="5839" y="2508"/>
                  </a:cubicBezTo>
                  <a:cubicBezTo>
                    <a:pt x="5763" y="2417"/>
                    <a:pt x="5686" y="2310"/>
                    <a:pt x="5625" y="2211"/>
                  </a:cubicBezTo>
                  <a:lnTo>
                    <a:pt x="5603" y="2180"/>
                  </a:lnTo>
                  <a:cubicBezTo>
                    <a:pt x="5534" y="2059"/>
                    <a:pt x="5435" y="1944"/>
                    <a:pt x="5328" y="1845"/>
                  </a:cubicBezTo>
                  <a:cubicBezTo>
                    <a:pt x="5206" y="1746"/>
                    <a:pt x="5069" y="1670"/>
                    <a:pt x="4917" y="1624"/>
                  </a:cubicBezTo>
                  <a:cubicBezTo>
                    <a:pt x="4757" y="1571"/>
                    <a:pt x="4597" y="1533"/>
                    <a:pt x="4429" y="1510"/>
                  </a:cubicBezTo>
                  <a:cubicBezTo>
                    <a:pt x="4299" y="1495"/>
                    <a:pt x="4170" y="1487"/>
                    <a:pt x="4048" y="1472"/>
                  </a:cubicBezTo>
                  <a:lnTo>
                    <a:pt x="3941" y="1464"/>
                  </a:lnTo>
                  <a:cubicBezTo>
                    <a:pt x="3819" y="1456"/>
                    <a:pt x="3712" y="1441"/>
                    <a:pt x="3613" y="1434"/>
                  </a:cubicBezTo>
                  <a:cubicBezTo>
                    <a:pt x="3796" y="1357"/>
                    <a:pt x="3964" y="1281"/>
                    <a:pt x="4132" y="1182"/>
                  </a:cubicBezTo>
                  <a:close/>
                  <a:moveTo>
                    <a:pt x="3530" y="1464"/>
                  </a:moveTo>
                  <a:cubicBezTo>
                    <a:pt x="3667" y="1495"/>
                    <a:pt x="3804" y="1510"/>
                    <a:pt x="3926" y="1525"/>
                  </a:cubicBezTo>
                  <a:lnTo>
                    <a:pt x="4025" y="1540"/>
                  </a:lnTo>
                  <a:cubicBezTo>
                    <a:pt x="4154" y="1556"/>
                    <a:pt x="4284" y="1571"/>
                    <a:pt x="4406" y="1594"/>
                  </a:cubicBezTo>
                  <a:cubicBezTo>
                    <a:pt x="4566" y="1609"/>
                    <a:pt x="4718" y="1647"/>
                    <a:pt x="4863" y="1700"/>
                  </a:cubicBezTo>
                  <a:cubicBezTo>
                    <a:pt x="5008" y="1746"/>
                    <a:pt x="5130" y="1822"/>
                    <a:pt x="5244" y="1914"/>
                  </a:cubicBezTo>
                  <a:cubicBezTo>
                    <a:pt x="5359" y="2013"/>
                    <a:pt x="5458" y="2127"/>
                    <a:pt x="5534" y="2264"/>
                  </a:cubicBezTo>
                  <a:lnTo>
                    <a:pt x="5542" y="2264"/>
                  </a:lnTo>
                  <a:cubicBezTo>
                    <a:pt x="5610" y="2363"/>
                    <a:pt x="5686" y="2462"/>
                    <a:pt x="5770" y="2554"/>
                  </a:cubicBezTo>
                  <a:cubicBezTo>
                    <a:pt x="5869" y="2668"/>
                    <a:pt x="5991" y="2760"/>
                    <a:pt x="6128" y="2828"/>
                  </a:cubicBezTo>
                  <a:cubicBezTo>
                    <a:pt x="6212" y="2874"/>
                    <a:pt x="6296" y="2904"/>
                    <a:pt x="6388" y="2935"/>
                  </a:cubicBezTo>
                  <a:lnTo>
                    <a:pt x="6037" y="3049"/>
                  </a:lnTo>
                  <a:cubicBezTo>
                    <a:pt x="5793" y="2935"/>
                    <a:pt x="5572" y="2767"/>
                    <a:pt x="5389" y="2569"/>
                  </a:cubicBezTo>
                  <a:lnTo>
                    <a:pt x="5366" y="2485"/>
                  </a:lnTo>
                  <a:cubicBezTo>
                    <a:pt x="5214" y="1975"/>
                    <a:pt x="4619" y="1799"/>
                    <a:pt x="4055" y="1632"/>
                  </a:cubicBezTo>
                  <a:cubicBezTo>
                    <a:pt x="3865" y="1578"/>
                    <a:pt x="3690" y="1533"/>
                    <a:pt x="3530" y="1464"/>
                  </a:cubicBezTo>
                  <a:close/>
                  <a:moveTo>
                    <a:pt x="3103" y="1830"/>
                  </a:moveTo>
                  <a:cubicBezTo>
                    <a:pt x="3644" y="1830"/>
                    <a:pt x="4345" y="2074"/>
                    <a:pt x="5237" y="2562"/>
                  </a:cubicBezTo>
                  <a:lnTo>
                    <a:pt x="5313" y="2607"/>
                  </a:lnTo>
                  <a:cubicBezTo>
                    <a:pt x="5496" y="2798"/>
                    <a:pt x="5709" y="2965"/>
                    <a:pt x="5938" y="3087"/>
                  </a:cubicBezTo>
                  <a:lnTo>
                    <a:pt x="5930" y="3087"/>
                  </a:lnTo>
                  <a:lnTo>
                    <a:pt x="5572" y="3202"/>
                  </a:lnTo>
                  <a:cubicBezTo>
                    <a:pt x="5061" y="3164"/>
                    <a:pt x="4574" y="2965"/>
                    <a:pt x="4040" y="2562"/>
                  </a:cubicBezTo>
                  <a:lnTo>
                    <a:pt x="3903" y="2455"/>
                  </a:lnTo>
                  <a:cubicBezTo>
                    <a:pt x="3728" y="2310"/>
                    <a:pt x="3545" y="2180"/>
                    <a:pt x="3347" y="2066"/>
                  </a:cubicBezTo>
                  <a:cubicBezTo>
                    <a:pt x="3202" y="1975"/>
                    <a:pt x="3042" y="1906"/>
                    <a:pt x="2874" y="1853"/>
                  </a:cubicBezTo>
                  <a:lnTo>
                    <a:pt x="2889" y="1845"/>
                  </a:lnTo>
                  <a:cubicBezTo>
                    <a:pt x="2958" y="1838"/>
                    <a:pt x="3034" y="1830"/>
                    <a:pt x="3103" y="1830"/>
                  </a:cubicBezTo>
                  <a:close/>
                  <a:moveTo>
                    <a:pt x="2620" y="2002"/>
                  </a:moveTo>
                  <a:cubicBezTo>
                    <a:pt x="2631" y="2002"/>
                    <a:pt x="2642" y="2003"/>
                    <a:pt x="2653" y="2005"/>
                  </a:cubicBezTo>
                  <a:cubicBezTo>
                    <a:pt x="2805" y="2005"/>
                    <a:pt x="2950" y="2028"/>
                    <a:pt x="3095" y="2089"/>
                  </a:cubicBezTo>
                  <a:lnTo>
                    <a:pt x="3171" y="2112"/>
                  </a:lnTo>
                  <a:cubicBezTo>
                    <a:pt x="3248" y="2135"/>
                    <a:pt x="3316" y="2165"/>
                    <a:pt x="3385" y="2211"/>
                  </a:cubicBezTo>
                  <a:cubicBezTo>
                    <a:pt x="3408" y="2219"/>
                    <a:pt x="3430" y="2234"/>
                    <a:pt x="3453" y="2249"/>
                  </a:cubicBezTo>
                  <a:lnTo>
                    <a:pt x="3461" y="2249"/>
                  </a:lnTo>
                  <a:cubicBezTo>
                    <a:pt x="3491" y="2272"/>
                    <a:pt x="3530" y="2295"/>
                    <a:pt x="3560" y="2325"/>
                  </a:cubicBezTo>
                  <a:cubicBezTo>
                    <a:pt x="3568" y="2325"/>
                    <a:pt x="3575" y="2333"/>
                    <a:pt x="3575" y="2333"/>
                  </a:cubicBezTo>
                  <a:cubicBezTo>
                    <a:pt x="3659" y="2386"/>
                    <a:pt x="3735" y="2447"/>
                    <a:pt x="3804" y="2501"/>
                  </a:cubicBezTo>
                  <a:cubicBezTo>
                    <a:pt x="3941" y="2607"/>
                    <a:pt x="4086" y="2722"/>
                    <a:pt x="4238" y="2821"/>
                  </a:cubicBezTo>
                  <a:cubicBezTo>
                    <a:pt x="4543" y="3026"/>
                    <a:pt x="4894" y="3171"/>
                    <a:pt x="5252" y="3240"/>
                  </a:cubicBezTo>
                  <a:lnTo>
                    <a:pt x="5260" y="3247"/>
                  </a:lnTo>
                  <a:lnTo>
                    <a:pt x="5290" y="3255"/>
                  </a:lnTo>
                  <a:lnTo>
                    <a:pt x="5321" y="3270"/>
                  </a:lnTo>
                  <a:lnTo>
                    <a:pt x="5160" y="3324"/>
                  </a:lnTo>
                  <a:cubicBezTo>
                    <a:pt x="4985" y="3301"/>
                    <a:pt x="4818" y="3270"/>
                    <a:pt x="4650" y="3225"/>
                  </a:cubicBezTo>
                  <a:lnTo>
                    <a:pt x="4635" y="3225"/>
                  </a:lnTo>
                  <a:lnTo>
                    <a:pt x="4536" y="3202"/>
                  </a:lnTo>
                  <a:cubicBezTo>
                    <a:pt x="4284" y="3133"/>
                    <a:pt x="4048" y="3049"/>
                    <a:pt x="3819" y="2935"/>
                  </a:cubicBezTo>
                  <a:cubicBezTo>
                    <a:pt x="3705" y="2882"/>
                    <a:pt x="3583" y="2828"/>
                    <a:pt x="3461" y="2775"/>
                  </a:cubicBezTo>
                  <a:cubicBezTo>
                    <a:pt x="3110" y="2623"/>
                    <a:pt x="2729" y="2531"/>
                    <a:pt x="2348" y="2501"/>
                  </a:cubicBezTo>
                  <a:lnTo>
                    <a:pt x="2242" y="2501"/>
                  </a:lnTo>
                  <a:cubicBezTo>
                    <a:pt x="2135" y="2501"/>
                    <a:pt x="2036" y="2508"/>
                    <a:pt x="1929" y="2531"/>
                  </a:cubicBezTo>
                  <a:cubicBezTo>
                    <a:pt x="1899" y="2539"/>
                    <a:pt x="1860" y="2539"/>
                    <a:pt x="1830" y="2539"/>
                  </a:cubicBezTo>
                  <a:lnTo>
                    <a:pt x="1777" y="2539"/>
                  </a:lnTo>
                  <a:cubicBezTo>
                    <a:pt x="1754" y="2539"/>
                    <a:pt x="1731" y="2531"/>
                    <a:pt x="1708" y="2531"/>
                  </a:cubicBezTo>
                  <a:cubicBezTo>
                    <a:pt x="1975" y="2333"/>
                    <a:pt x="2249" y="2158"/>
                    <a:pt x="2539" y="2013"/>
                  </a:cubicBezTo>
                  <a:cubicBezTo>
                    <a:pt x="2566" y="2007"/>
                    <a:pt x="2593" y="2002"/>
                    <a:pt x="2620" y="2002"/>
                  </a:cubicBezTo>
                  <a:close/>
                  <a:moveTo>
                    <a:pt x="2249" y="2592"/>
                  </a:moveTo>
                  <a:cubicBezTo>
                    <a:pt x="2356" y="2592"/>
                    <a:pt x="2455" y="2600"/>
                    <a:pt x="2554" y="2615"/>
                  </a:cubicBezTo>
                  <a:cubicBezTo>
                    <a:pt x="2950" y="2683"/>
                    <a:pt x="3339" y="2805"/>
                    <a:pt x="3697" y="2981"/>
                  </a:cubicBezTo>
                  <a:cubicBezTo>
                    <a:pt x="4010" y="3133"/>
                    <a:pt x="4337" y="3247"/>
                    <a:pt x="4673" y="3316"/>
                  </a:cubicBezTo>
                  <a:lnTo>
                    <a:pt x="4764" y="3339"/>
                  </a:lnTo>
                  <a:lnTo>
                    <a:pt x="4802" y="3347"/>
                  </a:lnTo>
                  <a:cubicBezTo>
                    <a:pt x="4840" y="3354"/>
                    <a:pt x="4871" y="3369"/>
                    <a:pt x="4901" y="3377"/>
                  </a:cubicBezTo>
                  <a:lnTo>
                    <a:pt x="4917" y="3385"/>
                  </a:lnTo>
                  <a:lnTo>
                    <a:pt x="4924" y="3385"/>
                  </a:lnTo>
                  <a:lnTo>
                    <a:pt x="4856" y="3408"/>
                  </a:lnTo>
                  <a:cubicBezTo>
                    <a:pt x="4772" y="3415"/>
                    <a:pt x="4688" y="3430"/>
                    <a:pt x="4612" y="3438"/>
                  </a:cubicBezTo>
                  <a:lnTo>
                    <a:pt x="4475" y="3453"/>
                  </a:lnTo>
                  <a:cubicBezTo>
                    <a:pt x="4299" y="3476"/>
                    <a:pt x="4132" y="3491"/>
                    <a:pt x="3956" y="3499"/>
                  </a:cubicBezTo>
                  <a:lnTo>
                    <a:pt x="3827" y="3499"/>
                  </a:lnTo>
                  <a:cubicBezTo>
                    <a:pt x="3537" y="3468"/>
                    <a:pt x="3240" y="3423"/>
                    <a:pt x="2950" y="3362"/>
                  </a:cubicBezTo>
                  <a:cubicBezTo>
                    <a:pt x="2798" y="3331"/>
                    <a:pt x="2645" y="3301"/>
                    <a:pt x="2493" y="3278"/>
                  </a:cubicBezTo>
                  <a:cubicBezTo>
                    <a:pt x="2333" y="3250"/>
                    <a:pt x="2172" y="3237"/>
                    <a:pt x="2012" y="3237"/>
                  </a:cubicBezTo>
                  <a:cubicBezTo>
                    <a:pt x="1729" y="3237"/>
                    <a:pt x="1447" y="3279"/>
                    <a:pt x="1175" y="3362"/>
                  </a:cubicBezTo>
                  <a:cubicBezTo>
                    <a:pt x="1136" y="3369"/>
                    <a:pt x="1091" y="3377"/>
                    <a:pt x="1053" y="3392"/>
                  </a:cubicBezTo>
                  <a:cubicBezTo>
                    <a:pt x="1007" y="3400"/>
                    <a:pt x="953" y="3415"/>
                    <a:pt x="900" y="3423"/>
                  </a:cubicBezTo>
                  <a:cubicBezTo>
                    <a:pt x="854" y="3430"/>
                    <a:pt x="809" y="3438"/>
                    <a:pt x="755" y="3438"/>
                  </a:cubicBezTo>
                  <a:cubicBezTo>
                    <a:pt x="938" y="3217"/>
                    <a:pt x="1144" y="3004"/>
                    <a:pt x="1365" y="2805"/>
                  </a:cubicBezTo>
                  <a:cubicBezTo>
                    <a:pt x="1464" y="2783"/>
                    <a:pt x="1556" y="2752"/>
                    <a:pt x="1647" y="2722"/>
                  </a:cubicBezTo>
                  <a:cubicBezTo>
                    <a:pt x="1723" y="2691"/>
                    <a:pt x="1799" y="2661"/>
                    <a:pt x="1876" y="2638"/>
                  </a:cubicBezTo>
                  <a:cubicBezTo>
                    <a:pt x="1998" y="2607"/>
                    <a:pt x="2120" y="2592"/>
                    <a:pt x="2249" y="2592"/>
                  </a:cubicBezTo>
                  <a:close/>
                  <a:moveTo>
                    <a:pt x="9695" y="2074"/>
                  </a:moveTo>
                  <a:cubicBezTo>
                    <a:pt x="9695" y="2104"/>
                    <a:pt x="9688" y="2142"/>
                    <a:pt x="9680" y="2180"/>
                  </a:cubicBezTo>
                  <a:cubicBezTo>
                    <a:pt x="9680" y="2196"/>
                    <a:pt x="9672" y="2211"/>
                    <a:pt x="9672" y="2219"/>
                  </a:cubicBezTo>
                  <a:cubicBezTo>
                    <a:pt x="9627" y="2341"/>
                    <a:pt x="9596" y="2455"/>
                    <a:pt x="9573" y="2577"/>
                  </a:cubicBezTo>
                  <a:lnTo>
                    <a:pt x="9566" y="2600"/>
                  </a:lnTo>
                  <a:lnTo>
                    <a:pt x="9550" y="2668"/>
                  </a:lnTo>
                  <a:cubicBezTo>
                    <a:pt x="9528" y="2767"/>
                    <a:pt x="9505" y="2874"/>
                    <a:pt x="9482" y="2973"/>
                  </a:cubicBezTo>
                  <a:cubicBezTo>
                    <a:pt x="9436" y="3202"/>
                    <a:pt x="9383" y="3430"/>
                    <a:pt x="9307" y="3651"/>
                  </a:cubicBezTo>
                  <a:cubicBezTo>
                    <a:pt x="9276" y="3743"/>
                    <a:pt x="9246" y="3834"/>
                    <a:pt x="9223" y="3918"/>
                  </a:cubicBezTo>
                  <a:lnTo>
                    <a:pt x="9223" y="3933"/>
                  </a:lnTo>
                  <a:cubicBezTo>
                    <a:pt x="9131" y="4238"/>
                    <a:pt x="9017" y="4535"/>
                    <a:pt x="8872" y="4817"/>
                  </a:cubicBezTo>
                  <a:cubicBezTo>
                    <a:pt x="9032" y="4505"/>
                    <a:pt x="9124" y="4162"/>
                    <a:pt x="9162" y="3811"/>
                  </a:cubicBezTo>
                  <a:cubicBezTo>
                    <a:pt x="9162" y="3743"/>
                    <a:pt x="9177" y="3674"/>
                    <a:pt x="9177" y="3613"/>
                  </a:cubicBezTo>
                  <a:lnTo>
                    <a:pt x="9177" y="3575"/>
                  </a:lnTo>
                  <a:cubicBezTo>
                    <a:pt x="9207" y="2988"/>
                    <a:pt x="9238" y="2440"/>
                    <a:pt x="9695" y="2074"/>
                  </a:cubicBezTo>
                  <a:close/>
                  <a:moveTo>
                    <a:pt x="1952" y="3331"/>
                  </a:moveTo>
                  <a:cubicBezTo>
                    <a:pt x="2242" y="3331"/>
                    <a:pt x="2531" y="3362"/>
                    <a:pt x="2813" y="3423"/>
                  </a:cubicBezTo>
                  <a:lnTo>
                    <a:pt x="2950" y="3453"/>
                  </a:lnTo>
                  <a:cubicBezTo>
                    <a:pt x="3270" y="3529"/>
                    <a:pt x="3598" y="3575"/>
                    <a:pt x="3933" y="3583"/>
                  </a:cubicBezTo>
                  <a:lnTo>
                    <a:pt x="4025" y="3583"/>
                  </a:lnTo>
                  <a:cubicBezTo>
                    <a:pt x="4109" y="3583"/>
                    <a:pt x="4185" y="3575"/>
                    <a:pt x="4269" y="3568"/>
                  </a:cubicBezTo>
                  <a:lnTo>
                    <a:pt x="4269" y="3568"/>
                  </a:lnTo>
                  <a:cubicBezTo>
                    <a:pt x="3933" y="3659"/>
                    <a:pt x="3621" y="3735"/>
                    <a:pt x="3316" y="3811"/>
                  </a:cubicBezTo>
                  <a:lnTo>
                    <a:pt x="3331" y="3850"/>
                  </a:lnTo>
                  <a:cubicBezTo>
                    <a:pt x="3598" y="3811"/>
                    <a:pt x="3872" y="3758"/>
                    <a:pt x="4162" y="3705"/>
                  </a:cubicBezTo>
                  <a:lnTo>
                    <a:pt x="4162" y="3705"/>
                  </a:lnTo>
                  <a:cubicBezTo>
                    <a:pt x="3895" y="3865"/>
                    <a:pt x="3644" y="4063"/>
                    <a:pt x="3423" y="4284"/>
                  </a:cubicBezTo>
                  <a:lnTo>
                    <a:pt x="3301" y="4398"/>
                  </a:lnTo>
                  <a:cubicBezTo>
                    <a:pt x="3042" y="4635"/>
                    <a:pt x="2523" y="5023"/>
                    <a:pt x="1921" y="5023"/>
                  </a:cubicBezTo>
                  <a:cubicBezTo>
                    <a:pt x="1868" y="5023"/>
                    <a:pt x="1822" y="5023"/>
                    <a:pt x="1777" y="5016"/>
                  </a:cubicBezTo>
                  <a:cubicBezTo>
                    <a:pt x="1533" y="4955"/>
                    <a:pt x="1296" y="4878"/>
                    <a:pt x="1060" y="4787"/>
                  </a:cubicBezTo>
                  <a:cubicBezTo>
                    <a:pt x="489" y="4566"/>
                    <a:pt x="207" y="4375"/>
                    <a:pt x="161" y="4322"/>
                  </a:cubicBezTo>
                  <a:cubicBezTo>
                    <a:pt x="260" y="4124"/>
                    <a:pt x="374" y="3941"/>
                    <a:pt x="496" y="3758"/>
                  </a:cubicBezTo>
                  <a:cubicBezTo>
                    <a:pt x="809" y="3552"/>
                    <a:pt x="1167" y="3415"/>
                    <a:pt x="1540" y="3362"/>
                  </a:cubicBezTo>
                  <a:cubicBezTo>
                    <a:pt x="1678" y="3339"/>
                    <a:pt x="1815" y="3331"/>
                    <a:pt x="1952" y="3331"/>
                  </a:cubicBezTo>
                  <a:close/>
                  <a:moveTo>
                    <a:pt x="10252" y="1860"/>
                  </a:moveTo>
                  <a:cubicBezTo>
                    <a:pt x="9947" y="2234"/>
                    <a:pt x="9863" y="2683"/>
                    <a:pt x="9787" y="3110"/>
                  </a:cubicBezTo>
                  <a:cubicBezTo>
                    <a:pt x="9749" y="3377"/>
                    <a:pt x="9688" y="3636"/>
                    <a:pt x="9596" y="3888"/>
                  </a:cubicBezTo>
                  <a:cubicBezTo>
                    <a:pt x="9451" y="4269"/>
                    <a:pt x="9238" y="4627"/>
                    <a:pt x="8979" y="4947"/>
                  </a:cubicBezTo>
                  <a:cubicBezTo>
                    <a:pt x="8918" y="5016"/>
                    <a:pt x="8857" y="5084"/>
                    <a:pt x="8788" y="5145"/>
                  </a:cubicBezTo>
                  <a:cubicBezTo>
                    <a:pt x="9055" y="4772"/>
                    <a:pt x="9192" y="4360"/>
                    <a:pt x="9322" y="3956"/>
                  </a:cubicBezTo>
                  <a:lnTo>
                    <a:pt x="9329" y="3918"/>
                  </a:lnTo>
                  <a:cubicBezTo>
                    <a:pt x="9360" y="3834"/>
                    <a:pt x="9383" y="3758"/>
                    <a:pt x="9413" y="3674"/>
                  </a:cubicBezTo>
                  <a:cubicBezTo>
                    <a:pt x="9482" y="3453"/>
                    <a:pt x="9543" y="3225"/>
                    <a:pt x="9589" y="2988"/>
                  </a:cubicBezTo>
                  <a:lnTo>
                    <a:pt x="9596" y="2958"/>
                  </a:lnTo>
                  <a:cubicBezTo>
                    <a:pt x="9611" y="2866"/>
                    <a:pt x="9634" y="2775"/>
                    <a:pt x="9657" y="2683"/>
                  </a:cubicBezTo>
                  <a:lnTo>
                    <a:pt x="9672" y="2592"/>
                  </a:lnTo>
                  <a:cubicBezTo>
                    <a:pt x="9726" y="2379"/>
                    <a:pt x="9779" y="2150"/>
                    <a:pt x="9931" y="1967"/>
                  </a:cubicBezTo>
                  <a:cubicBezTo>
                    <a:pt x="10031" y="1929"/>
                    <a:pt x="10137" y="1898"/>
                    <a:pt x="10252" y="1860"/>
                  </a:cubicBezTo>
                  <a:close/>
                  <a:moveTo>
                    <a:pt x="4810" y="3568"/>
                  </a:moveTo>
                  <a:lnTo>
                    <a:pt x="4810" y="3575"/>
                  </a:lnTo>
                  <a:lnTo>
                    <a:pt x="4802" y="3590"/>
                  </a:lnTo>
                  <a:lnTo>
                    <a:pt x="4779" y="3613"/>
                  </a:lnTo>
                  <a:cubicBezTo>
                    <a:pt x="4589" y="3758"/>
                    <a:pt x="4421" y="3933"/>
                    <a:pt x="4284" y="4132"/>
                  </a:cubicBezTo>
                  <a:cubicBezTo>
                    <a:pt x="4223" y="4223"/>
                    <a:pt x="4170" y="4314"/>
                    <a:pt x="4116" y="4406"/>
                  </a:cubicBezTo>
                  <a:cubicBezTo>
                    <a:pt x="4071" y="4490"/>
                    <a:pt x="4025" y="4581"/>
                    <a:pt x="3964" y="4665"/>
                  </a:cubicBezTo>
                  <a:cubicBezTo>
                    <a:pt x="3895" y="4772"/>
                    <a:pt x="3812" y="4863"/>
                    <a:pt x="3720" y="4947"/>
                  </a:cubicBezTo>
                  <a:cubicBezTo>
                    <a:pt x="3651" y="4993"/>
                    <a:pt x="3583" y="5031"/>
                    <a:pt x="3507" y="5061"/>
                  </a:cubicBezTo>
                  <a:lnTo>
                    <a:pt x="3484" y="5077"/>
                  </a:lnTo>
                  <a:cubicBezTo>
                    <a:pt x="3278" y="5138"/>
                    <a:pt x="3065" y="5168"/>
                    <a:pt x="2851" y="5168"/>
                  </a:cubicBezTo>
                  <a:cubicBezTo>
                    <a:pt x="2607" y="5160"/>
                    <a:pt x="2371" y="5138"/>
                    <a:pt x="2142" y="5092"/>
                  </a:cubicBezTo>
                  <a:cubicBezTo>
                    <a:pt x="2516" y="5031"/>
                    <a:pt x="2866" y="4878"/>
                    <a:pt x="3164" y="4642"/>
                  </a:cubicBezTo>
                  <a:lnTo>
                    <a:pt x="3171" y="4642"/>
                  </a:lnTo>
                  <a:cubicBezTo>
                    <a:pt x="3286" y="4543"/>
                    <a:pt x="3392" y="4452"/>
                    <a:pt x="3499" y="4345"/>
                  </a:cubicBezTo>
                  <a:cubicBezTo>
                    <a:pt x="3812" y="4063"/>
                    <a:pt x="4124" y="3766"/>
                    <a:pt x="4589" y="3621"/>
                  </a:cubicBezTo>
                  <a:cubicBezTo>
                    <a:pt x="4589" y="3621"/>
                    <a:pt x="4597" y="3621"/>
                    <a:pt x="4604" y="3613"/>
                  </a:cubicBezTo>
                  <a:lnTo>
                    <a:pt x="4810" y="3568"/>
                  </a:lnTo>
                  <a:close/>
                  <a:moveTo>
                    <a:pt x="5808" y="3324"/>
                  </a:moveTo>
                  <a:cubicBezTo>
                    <a:pt x="5717" y="3385"/>
                    <a:pt x="5641" y="3446"/>
                    <a:pt x="5587" y="3484"/>
                  </a:cubicBezTo>
                  <a:cubicBezTo>
                    <a:pt x="5290" y="3712"/>
                    <a:pt x="5100" y="4002"/>
                    <a:pt x="4909" y="4276"/>
                  </a:cubicBezTo>
                  <a:cubicBezTo>
                    <a:pt x="4749" y="4528"/>
                    <a:pt x="4558" y="4764"/>
                    <a:pt x="4345" y="4970"/>
                  </a:cubicBezTo>
                  <a:cubicBezTo>
                    <a:pt x="4109" y="5191"/>
                    <a:pt x="3827" y="5351"/>
                    <a:pt x="3514" y="5450"/>
                  </a:cubicBezTo>
                  <a:cubicBezTo>
                    <a:pt x="3408" y="5488"/>
                    <a:pt x="3278" y="5511"/>
                    <a:pt x="3171" y="5541"/>
                  </a:cubicBezTo>
                  <a:lnTo>
                    <a:pt x="3095" y="5564"/>
                  </a:lnTo>
                  <a:cubicBezTo>
                    <a:pt x="3293" y="5473"/>
                    <a:pt x="3461" y="5336"/>
                    <a:pt x="3590" y="5160"/>
                  </a:cubicBezTo>
                  <a:lnTo>
                    <a:pt x="3598" y="5160"/>
                  </a:lnTo>
                  <a:lnTo>
                    <a:pt x="3629" y="5115"/>
                  </a:lnTo>
                  <a:cubicBezTo>
                    <a:pt x="3674" y="5092"/>
                    <a:pt x="3712" y="5069"/>
                    <a:pt x="3751" y="5038"/>
                  </a:cubicBezTo>
                  <a:cubicBezTo>
                    <a:pt x="3834" y="4978"/>
                    <a:pt x="3918" y="4894"/>
                    <a:pt x="3979" y="4810"/>
                  </a:cubicBezTo>
                  <a:cubicBezTo>
                    <a:pt x="4055" y="4703"/>
                    <a:pt x="4124" y="4596"/>
                    <a:pt x="4185" y="4482"/>
                  </a:cubicBezTo>
                  <a:cubicBezTo>
                    <a:pt x="4223" y="4414"/>
                    <a:pt x="4269" y="4345"/>
                    <a:pt x="4307" y="4276"/>
                  </a:cubicBezTo>
                  <a:cubicBezTo>
                    <a:pt x="4513" y="3949"/>
                    <a:pt x="4795" y="3682"/>
                    <a:pt x="5130" y="3499"/>
                  </a:cubicBezTo>
                  <a:cubicBezTo>
                    <a:pt x="5351" y="3446"/>
                    <a:pt x="5580" y="3385"/>
                    <a:pt x="5808" y="3324"/>
                  </a:cubicBezTo>
                  <a:close/>
                  <a:moveTo>
                    <a:pt x="6509" y="3118"/>
                  </a:moveTo>
                  <a:cubicBezTo>
                    <a:pt x="6509" y="3141"/>
                    <a:pt x="6494" y="3156"/>
                    <a:pt x="6487" y="3179"/>
                  </a:cubicBezTo>
                  <a:lnTo>
                    <a:pt x="6471" y="3194"/>
                  </a:lnTo>
                  <a:cubicBezTo>
                    <a:pt x="6464" y="3209"/>
                    <a:pt x="6456" y="3225"/>
                    <a:pt x="6449" y="3232"/>
                  </a:cubicBezTo>
                  <a:cubicBezTo>
                    <a:pt x="6258" y="3468"/>
                    <a:pt x="6083" y="3728"/>
                    <a:pt x="5938" y="3994"/>
                  </a:cubicBezTo>
                  <a:lnTo>
                    <a:pt x="5938" y="4002"/>
                  </a:lnTo>
                  <a:cubicBezTo>
                    <a:pt x="5885" y="4109"/>
                    <a:pt x="5816" y="4215"/>
                    <a:pt x="5747" y="4322"/>
                  </a:cubicBezTo>
                  <a:cubicBezTo>
                    <a:pt x="5572" y="4619"/>
                    <a:pt x="5351" y="4886"/>
                    <a:pt x="5100" y="5122"/>
                  </a:cubicBezTo>
                  <a:cubicBezTo>
                    <a:pt x="5343" y="4817"/>
                    <a:pt x="5442" y="4505"/>
                    <a:pt x="5389" y="4185"/>
                  </a:cubicBezTo>
                  <a:lnTo>
                    <a:pt x="5366" y="4032"/>
                  </a:lnTo>
                  <a:lnTo>
                    <a:pt x="5252" y="4162"/>
                  </a:lnTo>
                  <a:cubicBezTo>
                    <a:pt x="5130" y="4299"/>
                    <a:pt x="5023" y="4436"/>
                    <a:pt x="4917" y="4589"/>
                  </a:cubicBezTo>
                  <a:cubicBezTo>
                    <a:pt x="4528" y="5130"/>
                    <a:pt x="4124" y="5686"/>
                    <a:pt x="2943" y="5686"/>
                  </a:cubicBezTo>
                  <a:lnTo>
                    <a:pt x="2866" y="5686"/>
                  </a:lnTo>
                  <a:cubicBezTo>
                    <a:pt x="2973" y="5648"/>
                    <a:pt x="3080" y="5625"/>
                    <a:pt x="3194" y="5602"/>
                  </a:cubicBezTo>
                  <a:cubicBezTo>
                    <a:pt x="3308" y="5572"/>
                    <a:pt x="3423" y="5541"/>
                    <a:pt x="3537" y="5503"/>
                  </a:cubicBezTo>
                  <a:lnTo>
                    <a:pt x="3545" y="5503"/>
                  </a:lnTo>
                  <a:cubicBezTo>
                    <a:pt x="3865" y="5404"/>
                    <a:pt x="4154" y="5237"/>
                    <a:pt x="4398" y="5016"/>
                  </a:cubicBezTo>
                  <a:cubicBezTo>
                    <a:pt x="4619" y="4802"/>
                    <a:pt x="4810" y="4566"/>
                    <a:pt x="4970" y="4307"/>
                  </a:cubicBezTo>
                  <a:cubicBezTo>
                    <a:pt x="5160" y="4032"/>
                    <a:pt x="5351" y="3750"/>
                    <a:pt x="5641" y="3529"/>
                  </a:cubicBezTo>
                  <a:cubicBezTo>
                    <a:pt x="5763" y="3430"/>
                    <a:pt x="5892" y="3339"/>
                    <a:pt x="6029" y="3263"/>
                  </a:cubicBezTo>
                  <a:cubicBezTo>
                    <a:pt x="6182" y="3217"/>
                    <a:pt x="6349" y="3164"/>
                    <a:pt x="6509" y="3118"/>
                  </a:cubicBezTo>
                  <a:close/>
                  <a:moveTo>
                    <a:pt x="7858" y="2683"/>
                  </a:moveTo>
                  <a:cubicBezTo>
                    <a:pt x="7790" y="2737"/>
                    <a:pt x="7721" y="2790"/>
                    <a:pt x="7645" y="2844"/>
                  </a:cubicBezTo>
                  <a:lnTo>
                    <a:pt x="7607" y="2882"/>
                  </a:lnTo>
                  <a:cubicBezTo>
                    <a:pt x="7264" y="3126"/>
                    <a:pt x="6967" y="3430"/>
                    <a:pt x="6730" y="3766"/>
                  </a:cubicBezTo>
                  <a:cubicBezTo>
                    <a:pt x="6639" y="3895"/>
                    <a:pt x="6563" y="4032"/>
                    <a:pt x="6487" y="4162"/>
                  </a:cubicBezTo>
                  <a:cubicBezTo>
                    <a:pt x="6357" y="4406"/>
                    <a:pt x="6197" y="4635"/>
                    <a:pt x="6022" y="4848"/>
                  </a:cubicBezTo>
                  <a:cubicBezTo>
                    <a:pt x="5740" y="5145"/>
                    <a:pt x="5420" y="5351"/>
                    <a:pt x="4917" y="5564"/>
                  </a:cubicBezTo>
                  <a:lnTo>
                    <a:pt x="4741" y="5641"/>
                  </a:lnTo>
                  <a:lnTo>
                    <a:pt x="4711" y="5656"/>
                  </a:lnTo>
                  <a:cubicBezTo>
                    <a:pt x="4612" y="5702"/>
                    <a:pt x="4497" y="5747"/>
                    <a:pt x="4391" y="5793"/>
                  </a:cubicBezTo>
                  <a:cubicBezTo>
                    <a:pt x="4429" y="5763"/>
                    <a:pt x="4467" y="5732"/>
                    <a:pt x="4497" y="5709"/>
                  </a:cubicBezTo>
                  <a:lnTo>
                    <a:pt x="4597" y="5641"/>
                  </a:lnTo>
                  <a:cubicBezTo>
                    <a:pt x="4711" y="5557"/>
                    <a:pt x="4833" y="5465"/>
                    <a:pt x="4947" y="5374"/>
                  </a:cubicBezTo>
                  <a:cubicBezTo>
                    <a:pt x="5244" y="5138"/>
                    <a:pt x="5503" y="4848"/>
                    <a:pt x="5724" y="4535"/>
                  </a:cubicBezTo>
                  <a:cubicBezTo>
                    <a:pt x="5839" y="4375"/>
                    <a:pt x="5930" y="4208"/>
                    <a:pt x="6022" y="4048"/>
                  </a:cubicBezTo>
                  <a:cubicBezTo>
                    <a:pt x="6227" y="3689"/>
                    <a:pt x="6441" y="3316"/>
                    <a:pt x="6799" y="3026"/>
                  </a:cubicBezTo>
                  <a:cubicBezTo>
                    <a:pt x="7127" y="2927"/>
                    <a:pt x="7470" y="2813"/>
                    <a:pt x="7858" y="2683"/>
                  </a:cubicBezTo>
                  <a:close/>
                  <a:moveTo>
                    <a:pt x="10534" y="1784"/>
                  </a:moveTo>
                  <a:lnTo>
                    <a:pt x="10534" y="1784"/>
                  </a:lnTo>
                  <a:cubicBezTo>
                    <a:pt x="10556" y="1868"/>
                    <a:pt x="10549" y="1959"/>
                    <a:pt x="10511" y="2043"/>
                  </a:cubicBezTo>
                  <a:lnTo>
                    <a:pt x="10511" y="2036"/>
                  </a:lnTo>
                  <a:cubicBezTo>
                    <a:pt x="10495" y="2074"/>
                    <a:pt x="10473" y="2104"/>
                    <a:pt x="10457" y="2142"/>
                  </a:cubicBezTo>
                  <a:cubicBezTo>
                    <a:pt x="10305" y="2508"/>
                    <a:pt x="10183" y="2889"/>
                    <a:pt x="10107" y="3286"/>
                  </a:cubicBezTo>
                  <a:cubicBezTo>
                    <a:pt x="10076" y="3415"/>
                    <a:pt x="10046" y="3537"/>
                    <a:pt x="10008" y="3667"/>
                  </a:cubicBezTo>
                  <a:lnTo>
                    <a:pt x="10008" y="3682"/>
                  </a:lnTo>
                  <a:cubicBezTo>
                    <a:pt x="9764" y="4596"/>
                    <a:pt x="9535" y="5465"/>
                    <a:pt x="8163" y="5793"/>
                  </a:cubicBezTo>
                  <a:lnTo>
                    <a:pt x="8224" y="5732"/>
                  </a:lnTo>
                  <a:lnTo>
                    <a:pt x="8270" y="5694"/>
                  </a:lnTo>
                  <a:lnTo>
                    <a:pt x="8407" y="5587"/>
                  </a:lnTo>
                  <a:lnTo>
                    <a:pt x="8415" y="5587"/>
                  </a:lnTo>
                  <a:cubicBezTo>
                    <a:pt x="8651" y="5420"/>
                    <a:pt x="8864" y="5221"/>
                    <a:pt x="9063" y="5008"/>
                  </a:cubicBezTo>
                  <a:cubicBezTo>
                    <a:pt x="9329" y="4680"/>
                    <a:pt x="9543" y="4314"/>
                    <a:pt x="9695" y="3926"/>
                  </a:cubicBezTo>
                  <a:cubicBezTo>
                    <a:pt x="9787" y="3667"/>
                    <a:pt x="9848" y="3408"/>
                    <a:pt x="9886" y="3141"/>
                  </a:cubicBezTo>
                  <a:lnTo>
                    <a:pt x="9886" y="3133"/>
                  </a:lnTo>
                  <a:cubicBezTo>
                    <a:pt x="9970" y="2668"/>
                    <a:pt x="10053" y="2180"/>
                    <a:pt x="10434" y="1807"/>
                  </a:cubicBezTo>
                  <a:lnTo>
                    <a:pt x="10534" y="1784"/>
                  </a:lnTo>
                  <a:close/>
                  <a:moveTo>
                    <a:pt x="7615" y="2950"/>
                  </a:moveTo>
                  <a:lnTo>
                    <a:pt x="7615" y="2950"/>
                  </a:lnTo>
                  <a:cubicBezTo>
                    <a:pt x="7493" y="3072"/>
                    <a:pt x="7394" y="3209"/>
                    <a:pt x="7302" y="3362"/>
                  </a:cubicBezTo>
                  <a:cubicBezTo>
                    <a:pt x="7211" y="3522"/>
                    <a:pt x="7127" y="3689"/>
                    <a:pt x="7043" y="3857"/>
                  </a:cubicBezTo>
                  <a:lnTo>
                    <a:pt x="7043" y="3865"/>
                  </a:lnTo>
                  <a:cubicBezTo>
                    <a:pt x="6921" y="4093"/>
                    <a:pt x="6799" y="4330"/>
                    <a:pt x="6662" y="4551"/>
                  </a:cubicBezTo>
                  <a:cubicBezTo>
                    <a:pt x="6410" y="4962"/>
                    <a:pt x="6151" y="5381"/>
                    <a:pt x="5587" y="5602"/>
                  </a:cubicBezTo>
                  <a:cubicBezTo>
                    <a:pt x="5237" y="5740"/>
                    <a:pt x="4779" y="5892"/>
                    <a:pt x="4353" y="5892"/>
                  </a:cubicBezTo>
                  <a:lnTo>
                    <a:pt x="4284" y="5892"/>
                  </a:lnTo>
                  <a:cubicBezTo>
                    <a:pt x="4452" y="5839"/>
                    <a:pt x="4597" y="5770"/>
                    <a:pt x="4741" y="5709"/>
                  </a:cubicBezTo>
                  <a:lnTo>
                    <a:pt x="4749" y="5709"/>
                  </a:lnTo>
                  <a:lnTo>
                    <a:pt x="4939" y="5625"/>
                  </a:lnTo>
                  <a:cubicBezTo>
                    <a:pt x="5450" y="5412"/>
                    <a:pt x="5778" y="5199"/>
                    <a:pt x="6067" y="4894"/>
                  </a:cubicBezTo>
                  <a:cubicBezTo>
                    <a:pt x="6250" y="4680"/>
                    <a:pt x="6410" y="4444"/>
                    <a:pt x="6540" y="4200"/>
                  </a:cubicBezTo>
                  <a:cubicBezTo>
                    <a:pt x="6616" y="4071"/>
                    <a:pt x="6692" y="3933"/>
                    <a:pt x="6784" y="3804"/>
                  </a:cubicBezTo>
                  <a:cubicBezTo>
                    <a:pt x="7012" y="3476"/>
                    <a:pt x="7294" y="3186"/>
                    <a:pt x="7615" y="2950"/>
                  </a:cubicBezTo>
                  <a:close/>
                  <a:moveTo>
                    <a:pt x="8361" y="2516"/>
                  </a:moveTo>
                  <a:lnTo>
                    <a:pt x="8361" y="2516"/>
                  </a:lnTo>
                  <a:cubicBezTo>
                    <a:pt x="8354" y="2592"/>
                    <a:pt x="8323" y="2661"/>
                    <a:pt x="8285" y="2722"/>
                  </a:cubicBezTo>
                  <a:lnTo>
                    <a:pt x="8278" y="2729"/>
                  </a:lnTo>
                  <a:cubicBezTo>
                    <a:pt x="8240" y="2783"/>
                    <a:pt x="8194" y="2844"/>
                    <a:pt x="8148" y="2912"/>
                  </a:cubicBezTo>
                  <a:cubicBezTo>
                    <a:pt x="8140" y="2912"/>
                    <a:pt x="8133" y="2920"/>
                    <a:pt x="8133" y="2927"/>
                  </a:cubicBezTo>
                  <a:lnTo>
                    <a:pt x="8087" y="3004"/>
                  </a:lnTo>
                  <a:cubicBezTo>
                    <a:pt x="7858" y="3339"/>
                    <a:pt x="7737" y="3712"/>
                    <a:pt x="7622" y="4078"/>
                  </a:cubicBezTo>
                  <a:lnTo>
                    <a:pt x="7592" y="4170"/>
                  </a:lnTo>
                  <a:cubicBezTo>
                    <a:pt x="7455" y="4604"/>
                    <a:pt x="7218" y="5008"/>
                    <a:pt x="6898" y="5336"/>
                  </a:cubicBezTo>
                  <a:cubicBezTo>
                    <a:pt x="6852" y="5381"/>
                    <a:pt x="6807" y="5427"/>
                    <a:pt x="6761" y="5481"/>
                  </a:cubicBezTo>
                  <a:cubicBezTo>
                    <a:pt x="6700" y="5549"/>
                    <a:pt x="6631" y="5618"/>
                    <a:pt x="6563" y="5686"/>
                  </a:cubicBezTo>
                  <a:lnTo>
                    <a:pt x="6555" y="5694"/>
                  </a:lnTo>
                  <a:cubicBezTo>
                    <a:pt x="6464" y="5785"/>
                    <a:pt x="6357" y="5862"/>
                    <a:pt x="6235" y="5923"/>
                  </a:cubicBezTo>
                  <a:cubicBezTo>
                    <a:pt x="6479" y="5770"/>
                    <a:pt x="6685" y="5580"/>
                    <a:pt x="6852" y="5359"/>
                  </a:cubicBezTo>
                  <a:cubicBezTo>
                    <a:pt x="7020" y="5138"/>
                    <a:pt x="7142" y="4886"/>
                    <a:pt x="7218" y="4619"/>
                  </a:cubicBezTo>
                  <a:cubicBezTo>
                    <a:pt x="7234" y="4574"/>
                    <a:pt x="7249" y="4513"/>
                    <a:pt x="7264" y="4444"/>
                  </a:cubicBezTo>
                  <a:cubicBezTo>
                    <a:pt x="7439" y="3773"/>
                    <a:pt x="7660" y="2943"/>
                    <a:pt x="8361" y="2516"/>
                  </a:cubicBezTo>
                  <a:close/>
                  <a:moveTo>
                    <a:pt x="8727" y="2394"/>
                  </a:moveTo>
                  <a:lnTo>
                    <a:pt x="8727" y="2394"/>
                  </a:lnTo>
                  <a:cubicBezTo>
                    <a:pt x="8392" y="2844"/>
                    <a:pt x="8331" y="3385"/>
                    <a:pt x="8270" y="3911"/>
                  </a:cubicBezTo>
                  <a:cubicBezTo>
                    <a:pt x="8232" y="4307"/>
                    <a:pt x="8186" y="4718"/>
                    <a:pt x="8019" y="5077"/>
                  </a:cubicBezTo>
                  <a:cubicBezTo>
                    <a:pt x="7797" y="5541"/>
                    <a:pt x="7256" y="5831"/>
                    <a:pt x="6410" y="5945"/>
                  </a:cubicBezTo>
                  <a:cubicBezTo>
                    <a:pt x="6563" y="5839"/>
                    <a:pt x="6692" y="5709"/>
                    <a:pt x="6814" y="5564"/>
                  </a:cubicBezTo>
                  <a:cubicBezTo>
                    <a:pt x="6845" y="5526"/>
                    <a:pt x="6868" y="5503"/>
                    <a:pt x="6898" y="5473"/>
                  </a:cubicBezTo>
                  <a:cubicBezTo>
                    <a:pt x="7188" y="5176"/>
                    <a:pt x="7424" y="4825"/>
                    <a:pt x="7592" y="4444"/>
                  </a:cubicBezTo>
                  <a:cubicBezTo>
                    <a:pt x="7660" y="4284"/>
                    <a:pt x="7714" y="4116"/>
                    <a:pt x="7767" y="3956"/>
                  </a:cubicBezTo>
                  <a:cubicBezTo>
                    <a:pt x="7843" y="3689"/>
                    <a:pt x="7942" y="3438"/>
                    <a:pt x="8072" y="3202"/>
                  </a:cubicBezTo>
                  <a:cubicBezTo>
                    <a:pt x="8240" y="2889"/>
                    <a:pt x="8461" y="2615"/>
                    <a:pt x="8727" y="2394"/>
                  </a:cubicBezTo>
                  <a:close/>
                  <a:moveTo>
                    <a:pt x="7759" y="3004"/>
                  </a:moveTo>
                  <a:cubicBezTo>
                    <a:pt x="7455" y="3430"/>
                    <a:pt x="7317" y="3964"/>
                    <a:pt x="7195" y="4429"/>
                  </a:cubicBezTo>
                  <a:lnTo>
                    <a:pt x="7150" y="4612"/>
                  </a:lnTo>
                  <a:cubicBezTo>
                    <a:pt x="6974" y="5206"/>
                    <a:pt x="6555" y="5709"/>
                    <a:pt x="5991" y="5984"/>
                  </a:cubicBezTo>
                  <a:cubicBezTo>
                    <a:pt x="5831" y="5991"/>
                    <a:pt x="5664" y="5999"/>
                    <a:pt x="5488" y="5999"/>
                  </a:cubicBezTo>
                  <a:cubicBezTo>
                    <a:pt x="5275" y="5999"/>
                    <a:pt x="5054" y="5991"/>
                    <a:pt x="4810" y="5976"/>
                  </a:cubicBezTo>
                  <a:cubicBezTo>
                    <a:pt x="5046" y="5930"/>
                    <a:pt x="5275" y="5862"/>
                    <a:pt x="5496" y="5778"/>
                  </a:cubicBezTo>
                  <a:cubicBezTo>
                    <a:pt x="5976" y="5610"/>
                    <a:pt x="6273" y="5389"/>
                    <a:pt x="6525" y="5046"/>
                  </a:cubicBezTo>
                  <a:cubicBezTo>
                    <a:pt x="6814" y="4619"/>
                    <a:pt x="7073" y="4177"/>
                    <a:pt x="7302" y="3712"/>
                  </a:cubicBezTo>
                  <a:cubicBezTo>
                    <a:pt x="7409" y="3461"/>
                    <a:pt x="7561" y="3225"/>
                    <a:pt x="7744" y="3019"/>
                  </a:cubicBezTo>
                  <a:lnTo>
                    <a:pt x="7759" y="3004"/>
                  </a:lnTo>
                  <a:close/>
                  <a:moveTo>
                    <a:pt x="7904" y="1"/>
                  </a:moveTo>
                  <a:cubicBezTo>
                    <a:pt x="7576" y="8"/>
                    <a:pt x="7256" y="46"/>
                    <a:pt x="6936" y="115"/>
                  </a:cubicBezTo>
                  <a:lnTo>
                    <a:pt x="6578" y="176"/>
                  </a:lnTo>
                  <a:lnTo>
                    <a:pt x="6776" y="260"/>
                  </a:lnTo>
                  <a:cubicBezTo>
                    <a:pt x="7462" y="549"/>
                    <a:pt x="7797" y="717"/>
                    <a:pt x="8186" y="1144"/>
                  </a:cubicBezTo>
                  <a:lnTo>
                    <a:pt x="8232" y="1197"/>
                  </a:lnTo>
                  <a:cubicBezTo>
                    <a:pt x="8483" y="1472"/>
                    <a:pt x="8819" y="1845"/>
                    <a:pt x="9268" y="1929"/>
                  </a:cubicBezTo>
                  <a:lnTo>
                    <a:pt x="9299" y="1937"/>
                  </a:lnTo>
                  <a:lnTo>
                    <a:pt x="9192" y="1967"/>
                  </a:lnTo>
                  <a:lnTo>
                    <a:pt x="9185" y="1967"/>
                  </a:lnTo>
                  <a:cubicBezTo>
                    <a:pt x="9177" y="1971"/>
                    <a:pt x="9171" y="1973"/>
                    <a:pt x="9166" y="1973"/>
                  </a:cubicBezTo>
                  <a:cubicBezTo>
                    <a:pt x="9160" y="1973"/>
                    <a:pt x="9154" y="1971"/>
                    <a:pt x="9146" y="1967"/>
                  </a:cubicBezTo>
                  <a:cubicBezTo>
                    <a:pt x="8659" y="1967"/>
                    <a:pt x="6769" y="717"/>
                    <a:pt x="6258" y="222"/>
                  </a:cubicBezTo>
                  <a:cubicBezTo>
                    <a:pt x="6174" y="161"/>
                    <a:pt x="6083" y="130"/>
                    <a:pt x="5984" y="123"/>
                  </a:cubicBezTo>
                  <a:lnTo>
                    <a:pt x="5938" y="123"/>
                  </a:lnTo>
                  <a:cubicBezTo>
                    <a:pt x="5374" y="275"/>
                    <a:pt x="4917" y="549"/>
                    <a:pt x="4482" y="809"/>
                  </a:cubicBezTo>
                  <a:cubicBezTo>
                    <a:pt x="4101" y="1037"/>
                    <a:pt x="3735" y="1251"/>
                    <a:pt x="3324" y="1380"/>
                  </a:cubicBezTo>
                  <a:lnTo>
                    <a:pt x="3171" y="1426"/>
                  </a:lnTo>
                  <a:lnTo>
                    <a:pt x="3308" y="1495"/>
                  </a:lnTo>
                  <a:cubicBezTo>
                    <a:pt x="3530" y="1594"/>
                    <a:pt x="3758" y="1670"/>
                    <a:pt x="3994" y="1738"/>
                  </a:cubicBezTo>
                  <a:cubicBezTo>
                    <a:pt x="4444" y="1868"/>
                    <a:pt x="4917" y="2005"/>
                    <a:pt x="5122" y="2318"/>
                  </a:cubicBezTo>
                  <a:cubicBezTo>
                    <a:pt x="4299" y="1883"/>
                    <a:pt x="3644" y="1677"/>
                    <a:pt x="3103" y="1677"/>
                  </a:cubicBezTo>
                  <a:cubicBezTo>
                    <a:pt x="3019" y="1677"/>
                    <a:pt x="2935" y="1685"/>
                    <a:pt x="2851" y="1693"/>
                  </a:cubicBezTo>
                  <a:lnTo>
                    <a:pt x="2836" y="1693"/>
                  </a:lnTo>
                  <a:cubicBezTo>
                    <a:pt x="2813" y="1700"/>
                    <a:pt x="953" y="2409"/>
                    <a:pt x="8" y="4261"/>
                  </a:cubicBezTo>
                  <a:cubicBezTo>
                    <a:pt x="1" y="4276"/>
                    <a:pt x="1" y="4284"/>
                    <a:pt x="1" y="4299"/>
                  </a:cubicBezTo>
                  <a:cubicBezTo>
                    <a:pt x="16" y="4429"/>
                    <a:pt x="443" y="4635"/>
                    <a:pt x="626" y="4726"/>
                  </a:cubicBezTo>
                  <a:cubicBezTo>
                    <a:pt x="1373" y="5061"/>
                    <a:pt x="2203" y="5267"/>
                    <a:pt x="2844" y="5267"/>
                  </a:cubicBezTo>
                  <a:cubicBezTo>
                    <a:pt x="3004" y="5267"/>
                    <a:pt x="3164" y="5260"/>
                    <a:pt x="3316" y="5229"/>
                  </a:cubicBezTo>
                  <a:lnTo>
                    <a:pt x="3316" y="5229"/>
                  </a:lnTo>
                  <a:cubicBezTo>
                    <a:pt x="3156" y="5359"/>
                    <a:pt x="2897" y="5488"/>
                    <a:pt x="2478" y="5648"/>
                  </a:cubicBezTo>
                  <a:lnTo>
                    <a:pt x="2211" y="5740"/>
                  </a:lnTo>
                  <a:lnTo>
                    <a:pt x="2501" y="5770"/>
                  </a:lnTo>
                  <a:cubicBezTo>
                    <a:pt x="2645" y="5778"/>
                    <a:pt x="2798" y="5785"/>
                    <a:pt x="2927" y="5785"/>
                  </a:cubicBezTo>
                  <a:cubicBezTo>
                    <a:pt x="4208" y="5785"/>
                    <a:pt x="4657" y="5168"/>
                    <a:pt x="5046" y="4627"/>
                  </a:cubicBezTo>
                  <a:lnTo>
                    <a:pt x="5054" y="4619"/>
                  </a:lnTo>
                  <a:cubicBezTo>
                    <a:pt x="5115" y="4535"/>
                    <a:pt x="5176" y="4452"/>
                    <a:pt x="5244" y="4368"/>
                  </a:cubicBezTo>
                  <a:lnTo>
                    <a:pt x="5244" y="4368"/>
                  </a:lnTo>
                  <a:cubicBezTo>
                    <a:pt x="5206" y="5046"/>
                    <a:pt x="4429" y="5572"/>
                    <a:pt x="3781" y="5900"/>
                  </a:cubicBezTo>
                  <a:lnTo>
                    <a:pt x="3758" y="5907"/>
                  </a:lnTo>
                  <a:lnTo>
                    <a:pt x="3834" y="6022"/>
                  </a:lnTo>
                  <a:lnTo>
                    <a:pt x="3865" y="6022"/>
                  </a:lnTo>
                  <a:cubicBezTo>
                    <a:pt x="3926" y="6022"/>
                    <a:pt x="4055" y="6029"/>
                    <a:pt x="4223" y="6045"/>
                  </a:cubicBezTo>
                  <a:cubicBezTo>
                    <a:pt x="4551" y="6067"/>
                    <a:pt x="5000" y="6105"/>
                    <a:pt x="5488" y="6105"/>
                  </a:cubicBezTo>
                  <a:cubicBezTo>
                    <a:pt x="6952" y="6105"/>
                    <a:pt x="7858" y="5770"/>
                    <a:pt x="8171" y="5099"/>
                  </a:cubicBezTo>
                  <a:cubicBezTo>
                    <a:pt x="8346" y="4726"/>
                    <a:pt x="8392" y="4307"/>
                    <a:pt x="8438" y="3895"/>
                  </a:cubicBezTo>
                  <a:cubicBezTo>
                    <a:pt x="8506" y="3316"/>
                    <a:pt x="8575" y="2714"/>
                    <a:pt x="9032" y="2257"/>
                  </a:cubicBezTo>
                  <a:lnTo>
                    <a:pt x="9436" y="2112"/>
                  </a:lnTo>
                  <a:lnTo>
                    <a:pt x="9436" y="2112"/>
                  </a:lnTo>
                  <a:cubicBezTo>
                    <a:pt x="9086" y="2508"/>
                    <a:pt x="9055" y="3042"/>
                    <a:pt x="9032" y="3552"/>
                  </a:cubicBezTo>
                  <a:lnTo>
                    <a:pt x="9032" y="3560"/>
                  </a:lnTo>
                  <a:cubicBezTo>
                    <a:pt x="9032" y="3644"/>
                    <a:pt x="9017" y="3712"/>
                    <a:pt x="9017" y="3789"/>
                  </a:cubicBezTo>
                  <a:cubicBezTo>
                    <a:pt x="8925" y="4604"/>
                    <a:pt x="8506" y="5343"/>
                    <a:pt x="7866" y="5854"/>
                  </a:cubicBezTo>
                  <a:lnTo>
                    <a:pt x="7668" y="6006"/>
                  </a:lnTo>
                  <a:lnTo>
                    <a:pt x="7668" y="6006"/>
                  </a:lnTo>
                  <a:lnTo>
                    <a:pt x="7935" y="5961"/>
                  </a:lnTo>
                  <a:cubicBezTo>
                    <a:pt x="9642" y="5671"/>
                    <a:pt x="9893" y="4711"/>
                    <a:pt x="10160" y="3705"/>
                  </a:cubicBezTo>
                  <a:lnTo>
                    <a:pt x="10168" y="3682"/>
                  </a:lnTo>
                  <a:cubicBezTo>
                    <a:pt x="10198" y="3560"/>
                    <a:pt x="10229" y="3430"/>
                    <a:pt x="10259" y="3301"/>
                  </a:cubicBezTo>
                  <a:cubicBezTo>
                    <a:pt x="10343" y="2920"/>
                    <a:pt x="10457" y="2539"/>
                    <a:pt x="10610" y="2180"/>
                  </a:cubicBezTo>
                  <a:cubicBezTo>
                    <a:pt x="10625" y="2142"/>
                    <a:pt x="10648" y="2104"/>
                    <a:pt x="10663" y="2066"/>
                  </a:cubicBezTo>
                  <a:lnTo>
                    <a:pt x="10671" y="2059"/>
                  </a:lnTo>
                  <a:cubicBezTo>
                    <a:pt x="10732" y="1937"/>
                    <a:pt x="10793" y="1815"/>
                    <a:pt x="10785" y="1723"/>
                  </a:cubicBezTo>
                  <a:cubicBezTo>
                    <a:pt x="10785" y="1716"/>
                    <a:pt x="10785" y="1708"/>
                    <a:pt x="10777" y="1700"/>
                  </a:cubicBezTo>
                  <a:cubicBezTo>
                    <a:pt x="10922" y="1655"/>
                    <a:pt x="11029" y="1624"/>
                    <a:pt x="11136" y="1601"/>
                  </a:cubicBezTo>
                  <a:cubicBezTo>
                    <a:pt x="11242" y="1578"/>
                    <a:pt x="11319" y="1556"/>
                    <a:pt x="11410" y="1533"/>
                  </a:cubicBezTo>
                  <a:lnTo>
                    <a:pt x="11410" y="1533"/>
                  </a:lnTo>
                  <a:cubicBezTo>
                    <a:pt x="11303" y="1594"/>
                    <a:pt x="11204" y="1662"/>
                    <a:pt x="11113" y="1746"/>
                  </a:cubicBezTo>
                  <a:cubicBezTo>
                    <a:pt x="10998" y="1838"/>
                    <a:pt x="10907" y="1959"/>
                    <a:pt x="10838" y="2089"/>
                  </a:cubicBezTo>
                  <a:cubicBezTo>
                    <a:pt x="10785" y="2219"/>
                    <a:pt x="10755" y="2356"/>
                    <a:pt x="10770" y="2501"/>
                  </a:cubicBezTo>
                  <a:cubicBezTo>
                    <a:pt x="10785" y="2638"/>
                    <a:pt x="10808" y="2775"/>
                    <a:pt x="10846" y="2912"/>
                  </a:cubicBezTo>
                  <a:cubicBezTo>
                    <a:pt x="10869" y="3026"/>
                    <a:pt x="10892" y="3133"/>
                    <a:pt x="10907" y="3247"/>
                  </a:cubicBezTo>
                  <a:cubicBezTo>
                    <a:pt x="10930" y="3369"/>
                    <a:pt x="10922" y="3499"/>
                    <a:pt x="10884" y="3613"/>
                  </a:cubicBezTo>
                  <a:cubicBezTo>
                    <a:pt x="10846" y="3743"/>
                    <a:pt x="10762" y="3850"/>
                    <a:pt x="10656" y="3933"/>
                  </a:cubicBezTo>
                  <a:lnTo>
                    <a:pt x="10678" y="3956"/>
                  </a:lnTo>
                  <a:cubicBezTo>
                    <a:pt x="10800" y="3880"/>
                    <a:pt x="10892" y="3766"/>
                    <a:pt x="10953" y="3629"/>
                  </a:cubicBezTo>
                  <a:cubicBezTo>
                    <a:pt x="10998" y="3507"/>
                    <a:pt x="11014" y="3377"/>
                    <a:pt x="11006" y="3240"/>
                  </a:cubicBezTo>
                  <a:cubicBezTo>
                    <a:pt x="10998" y="3126"/>
                    <a:pt x="10983" y="3004"/>
                    <a:pt x="10968" y="2889"/>
                  </a:cubicBezTo>
                  <a:cubicBezTo>
                    <a:pt x="10937" y="2760"/>
                    <a:pt x="10930" y="2623"/>
                    <a:pt x="10930" y="2493"/>
                  </a:cubicBezTo>
                  <a:cubicBezTo>
                    <a:pt x="10937" y="2371"/>
                    <a:pt x="10983" y="2257"/>
                    <a:pt x="11044" y="2158"/>
                  </a:cubicBezTo>
                  <a:cubicBezTo>
                    <a:pt x="11105" y="2043"/>
                    <a:pt x="11181" y="1937"/>
                    <a:pt x="11265" y="1845"/>
                  </a:cubicBezTo>
                  <a:cubicBezTo>
                    <a:pt x="11425" y="1670"/>
                    <a:pt x="11631" y="1533"/>
                    <a:pt x="11852" y="1449"/>
                  </a:cubicBezTo>
                  <a:lnTo>
                    <a:pt x="11905" y="1441"/>
                  </a:lnTo>
                  <a:lnTo>
                    <a:pt x="11905" y="1441"/>
                  </a:lnTo>
                  <a:cubicBezTo>
                    <a:pt x="11867" y="1464"/>
                    <a:pt x="11822" y="1487"/>
                    <a:pt x="11783" y="1510"/>
                  </a:cubicBezTo>
                  <a:cubicBezTo>
                    <a:pt x="11669" y="1578"/>
                    <a:pt x="11585" y="1677"/>
                    <a:pt x="11524" y="1799"/>
                  </a:cubicBezTo>
                  <a:cubicBezTo>
                    <a:pt x="11471" y="1906"/>
                    <a:pt x="11448" y="2020"/>
                    <a:pt x="11456" y="2135"/>
                  </a:cubicBezTo>
                  <a:cubicBezTo>
                    <a:pt x="11456" y="2257"/>
                    <a:pt x="11509" y="2371"/>
                    <a:pt x="11601" y="2455"/>
                  </a:cubicBezTo>
                  <a:cubicBezTo>
                    <a:pt x="11692" y="2546"/>
                    <a:pt x="11806" y="2615"/>
                    <a:pt x="11936" y="2645"/>
                  </a:cubicBezTo>
                  <a:cubicBezTo>
                    <a:pt x="12012" y="2668"/>
                    <a:pt x="12096" y="2683"/>
                    <a:pt x="12180" y="2683"/>
                  </a:cubicBezTo>
                  <a:cubicBezTo>
                    <a:pt x="12233" y="2683"/>
                    <a:pt x="12286" y="2676"/>
                    <a:pt x="12347" y="2661"/>
                  </a:cubicBezTo>
                  <a:cubicBezTo>
                    <a:pt x="12416" y="2645"/>
                    <a:pt x="12469" y="2592"/>
                    <a:pt x="12485" y="2523"/>
                  </a:cubicBezTo>
                  <a:cubicBezTo>
                    <a:pt x="12485" y="2462"/>
                    <a:pt x="12469" y="2409"/>
                    <a:pt x="12431" y="2363"/>
                  </a:cubicBezTo>
                  <a:lnTo>
                    <a:pt x="12393" y="2379"/>
                  </a:lnTo>
                  <a:cubicBezTo>
                    <a:pt x="12424" y="2424"/>
                    <a:pt x="12439" y="2470"/>
                    <a:pt x="12431" y="2516"/>
                  </a:cubicBezTo>
                  <a:cubicBezTo>
                    <a:pt x="12416" y="2562"/>
                    <a:pt x="12378" y="2600"/>
                    <a:pt x="12325" y="2607"/>
                  </a:cubicBezTo>
                  <a:cubicBezTo>
                    <a:pt x="12294" y="2615"/>
                    <a:pt x="12256" y="2623"/>
                    <a:pt x="12218" y="2623"/>
                  </a:cubicBezTo>
                  <a:cubicBezTo>
                    <a:pt x="12134" y="2615"/>
                    <a:pt x="12050" y="2600"/>
                    <a:pt x="11974" y="2569"/>
                  </a:cubicBezTo>
                  <a:cubicBezTo>
                    <a:pt x="11867" y="2539"/>
                    <a:pt x="11776" y="2478"/>
                    <a:pt x="11700" y="2394"/>
                  </a:cubicBezTo>
                  <a:cubicBezTo>
                    <a:pt x="11639" y="2325"/>
                    <a:pt x="11608" y="2234"/>
                    <a:pt x="11616" y="2142"/>
                  </a:cubicBezTo>
                  <a:cubicBezTo>
                    <a:pt x="11623" y="2043"/>
                    <a:pt x="11669" y="1952"/>
                    <a:pt x="11730" y="1876"/>
                  </a:cubicBezTo>
                  <a:cubicBezTo>
                    <a:pt x="11898" y="1647"/>
                    <a:pt x="12142" y="1472"/>
                    <a:pt x="12416" y="1388"/>
                  </a:cubicBezTo>
                  <a:lnTo>
                    <a:pt x="12462" y="1388"/>
                  </a:lnTo>
                  <a:cubicBezTo>
                    <a:pt x="12553" y="1380"/>
                    <a:pt x="12637" y="1380"/>
                    <a:pt x="12729" y="1380"/>
                  </a:cubicBezTo>
                  <a:cubicBezTo>
                    <a:pt x="12866" y="1380"/>
                    <a:pt x="12995" y="1388"/>
                    <a:pt x="13132" y="1403"/>
                  </a:cubicBezTo>
                  <a:cubicBezTo>
                    <a:pt x="13353" y="1426"/>
                    <a:pt x="13567" y="1472"/>
                    <a:pt x="13780" y="1533"/>
                  </a:cubicBezTo>
                  <a:lnTo>
                    <a:pt x="13796" y="1495"/>
                  </a:lnTo>
                  <a:lnTo>
                    <a:pt x="13796" y="1487"/>
                  </a:lnTo>
                  <a:cubicBezTo>
                    <a:pt x="13388" y="1327"/>
                    <a:pt x="12953" y="1250"/>
                    <a:pt x="12516" y="1250"/>
                  </a:cubicBezTo>
                  <a:cubicBezTo>
                    <a:pt x="12496" y="1250"/>
                    <a:pt x="12475" y="1250"/>
                    <a:pt x="12454" y="1251"/>
                  </a:cubicBezTo>
                  <a:cubicBezTo>
                    <a:pt x="12218" y="1251"/>
                    <a:pt x="11982" y="1266"/>
                    <a:pt x="11745" y="1304"/>
                  </a:cubicBezTo>
                  <a:lnTo>
                    <a:pt x="11662" y="1228"/>
                  </a:lnTo>
                  <a:cubicBezTo>
                    <a:pt x="11631" y="1197"/>
                    <a:pt x="11601" y="1167"/>
                    <a:pt x="11570" y="1136"/>
                  </a:cubicBezTo>
                  <a:cubicBezTo>
                    <a:pt x="11517" y="1075"/>
                    <a:pt x="11479" y="999"/>
                    <a:pt x="11448" y="923"/>
                  </a:cubicBezTo>
                  <a:cubicBezTo>
                    <a:pt x="11418" y="847"/>
                    <a:pt x="11402" y="771"/>
                    <a:pt x="11395" y="687"/>
                  </a:cubicBezTo>
                  <a:cubicBezTo>
                    <a:pt x="11387" y="610"/>
                    <a:pt x="11395" y="534"/>
                    <a:pt x="11433" y="458"/>
                  </a:cubicBezTo>
                  <a:cubicBezTo>
                    <a:pt x="11471" y="382"/>
                    <a:pt x="11532" y="321"/>
                    <a:pt x="11608" y="283"/>
                  </a:cubicBezTo>
                  <a:cubicBezTo>
                    <a:pt x="11654" y="252"/>
                    <a:pt x="11707" y="245"/>
                    <a:pt x="11761" y="245"/>
                  </a:cubicBezTo>
                  <a:cubicBezTo>
                    <a:pt x="11791" y="245"/>
                    <a:pt x="11829" y="252"/>
                    <a:pt x="11860" y="267"/>
                  </a:cubicBezTo>
                  <a:cubicBezTo>
                    <a:pt x="11936" y="298"/>
                    <a:pt x="11966" y="382"/>
                    <a:pt x="11944" y="458"/>
                  </a:cubicBezTo>
                  <a:cubicBezTo>
                    <a:pt x="11921" y="542"/>
                    <a:pt x="11875" y="618"/>
                    <a:pt x="11814" y="679"/>
                  </a:cubicBezTo>
                  <a:lnTo>
                    <a:pt x="11844" y="710"/>
                  </a:lnTo>
                  <a:cubicBezTo>
                    <a:pt x="11921" y="649"/>
                    <a:pt x="11982" y="565"/>
                    <a:pt x="12020" y="473"/>
                  </a:cubicBezTo>
                  <a:cubicBezTo>
                    <a:pt x="12065" y="367"/>
                    <a:pt x="12020" y="245"/>
                    <a:pt x="11928" y="191"/>
                  </a:cubicBezTo>
                  <a:cubicBezTo>
                    <a:pt x="11867" y="161"/>
                    <a:pt x="11806" y="146"/>
                    <a:pt x="11738" y="146"/>
                  </a:cubicBezTo>
                  <a:cubicBezTo>
                    <a:pt x="11677" y="146"/>
                    <a:pt x="11608" y="161"/>
                    <a:pt x="11547" y="184"/>
                  </a:cubicBezTo>
                  <a:cubicBezTo>
                    <a:pt x="11448" y="229"/>
                    <a:pt x="11357" y="306"/>
                    <a:pt x="11296" y="405"/>
                  </a:cubicBezTo>
                  <a:cubicBezTo>
                    <a:pt x="11242" y="489"/>
                    <a:pt x="11212" y="588"/>
                    <a:pt x="11212" y="687"/>
                  </a:cubicBezTo>
                  <a:cubicBezTo>
                    <a:pt x="11212" y="786"/>
                    <a:pt x="11227" y="877"/>
                    <a:pt x="11265" y="969"/>
                  </a:cubicBezTo>
                  <a:cubicBezTo>
                    <a:pt x="11303" y="1068"/>
                    <a:pt x="11364" y="1159"/>
                    <a:pt x="11441" y="1220"/>
                  </a:cubicBezTo>
                  <a:cubicBezTo>
                    <a:pt x="11486" y="1258"/>
                    <a:pt x="11540" y="1281"/>
                    <a:pt x="11593" y="1304"/>
                  </a:cubicBezTo>
                  <a:lnTo>
                    <a:pt x="11616" y="1319"/>
                  </a:lnTo>
                  <a:cubicBezTo>
                    <a:pt x="11486" y="1334"/>
                    <a:pt x="11349" y="1357"/>
                    <a:pt x="11212" y="1388"/>
                  </a:cubicBezTo>
                  <a:cubicBezTo>
                    <a:pt x="11044" y="1350"/>
                    <a:pt x="10892" y="1281"/>
                    <a:pt x="10747" y="1190"/>
                  </a:cubicBezTo>
                  <a:lnTo>
                    <a:pt x="10648" y="1113"/>
                  </a:lnTo>
                  <a:cubicBezTo>
                    <a:pt x="10511" y="1022"/>
                    <a:pt x="10381" y="923"/>
                    <a:pt x="10259" y="816"/>
                  </a:cubicBezTo>
                  <a:cubicBezTo>
                    <a:pt x="10213" y="771"/>
                    <a:pt x="10160" y="725"/>
                    <a:pt x="10114" y="679"/>
                  </a:cubicBezTo>
                  <a:cubicBezTo>
                    <a:pt x="10015" y="588"/>
                    <a:pt x="9909" y="481"/>
                    <a:pt x="9794" y="389"/>
                  </a:cubicBezTo>
                  <a:cubicBezTo>
                    <a:pt x="9710" y="321"/>
                    <a:pt x="9619" y="260"/>
                    <a:pt x="9520" y="207"/>
                  </a:cubicBezTo>
                  <a:cubicBezTo>
                    <a:pt x="9420" y="160"/>
                    <a:pt x="9314" y="137"/>
                    <a:pt x="9207" y="137"/>
                  </a:cubicBezTo>
                  <a:cubicBezTo>
                    <a:pt x="9192" y="137"/>
                    <a:pt x="9177" y="137"/>
                    <a:pt x="9162" y="138"/>
                  </a:cubicBezTo>
                  <a:lnTo>
                    <a:pt x="9162" y="176"/>
                  </a:lnTo>
                  <a:lnTo>
                    <a:pt x="9177" y="176"/>
                  </a:lnTo>
                  <a:cubicBezTo>
                    <a:pt x="9284" y="176"/>
                    <a:pt x="9390" y="207"/>
                    <a:pt x="9482" y="260"/>
                  </a:cubicBezTo>
                  <a:cubicBezTo>
                    <a:pt x="9566" y="313"/>
                    <a:pt x="9649" y="374"/>
                    <a:pt x="9726" y="450"/>
                  </a:cubicBezTo>
                  <a:cubicBezTo>
                    <a:pt x="9825" y="549"/>
                    <a:pt x="9916" y="656"/>
                    <a:pt x="10008" y="763"/>
                  </a:cubicBezTo>
                  <a:cubicBezTo>
                    <a:pt x="10053" y="809"/>
                    <a:pt x="10092" y="854"/>
                    <a:pt x="10130" y="900"/>
                  </a:cubicBezTo>
                  <a:lnTo>
                    <a:pt x="10198" y="969"/>
                  </a:lnTo>
                  <a:cubicBezTo>
                    <a:pt x="10305" y="1121"/>
                    <a:pt x="10450" y="1243"/>
                    <a:pt x="10610" y="1334"/>
                  </a:cubicBezTo>
                  <a:cubicBezTo>
                    <a:pt x="10709" y="1388"/>
                    <a:pt x="10823" y="1426"/>
                    <a:pt x="10930" y="1449"/>
                  </a:cubicBezTo>
                  <a:cubicBezTo>
                    <a:pt x="10739" y="1495"/>
                    <a:pt x="10549" y="1548"/>
                    <a:pt x="10358" y="1601"/>
                  </a:cubicBezTo>
                  <a:cubicBezTo>
                    <a:pt x="9710" y="1373"/>
                    <a:pt x="9345" y="938"/>
                    <a:pt x="9002" y="466"/>
                  </a:cubicBezTo>
                  <a:cubicBezTo>
                    <a:pt x="8765" y="153"/>
                    <a:pt x="8415" y="1"/>
                    <a:pt x="79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15" name="Google Shape;3915;p24"/>
          <p:cNvSpPr txBox="1">
            <a:spLocks noGrp="1"/>
          </p:cNvSpPr>
          <p:nvPr>
            <p:ph type="title"/>
          </p:nvPr>
        </p:nvSpPr>
        <p:spPr>
          <a:xfrm>
            <a:off x="937700" y="28427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16" name="Google Shape;3916;p24"/>
          <p:cNvSpPr txBox="1">
            <a:spLocks noGrp="1"/>
          </p:cNvSpPr>
          <p:nvPr>
            <p:ph type="subTitle" idx="1"/>
          </p:nvPr>
        </p:nvSpPr>
        <p:spPr>
          <a:xfrm>
            <a:off x="937700" y="3236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7" name="Google Shape;3917;p24"/>
          <p:cNvSpPr txBox="1">
            <a:spLocks noGrp="1"/>
          </p:cNvSpPr>
          <p:nvPr>
            <p:ph type="title" idx="2"/>
          </p:nvPr>
        </p:nvSpPr>
        <p:spPr>
          <a:xfrm>
            <a:off x="3484424" y="28427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18" name="Google Shape;3918;p24"/>
          <p:cNvSpPr txBox="1">
            <a:spLocks noGrp="1"/>
          </p:cNvSpPr>
          <p:nvPr>
            <p:ph type="subTitle" idx="3"/>
          </p:nvPr>
        </p:nvSpPr>
        <p:spPr>
          <a:xfrm>
            <a:off x="3484424" y="3236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9" name="Google Shape;3919;p24"/>
          <p:cNvSpPr txBox="1">
            <a:spLocks noGrp="1"/>
          </p:cNvSpPr>
          <p:nvPr>
            <p:ph type="title" idx="4"/>
          </p:nvPr>
        </p:nvSpPr>
        <p:spPr>
          <a:xfrm>
            <a:off x="6031149" y="2842700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20" name="Google Shape;3920;p24"/>
          <p:cNvSpPr txBox="1">
            <a:spLocks noGrp="1"/>
          </p:cNvSpPr>
          <p:nvPr>
            <p:ph type="subTitle" idx="5"/>
          </p:nvPr>
        </p:nvSpPr>
        <p:spPr>
          <a:xfrm>
            <a:off x="6031149" y="3236875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1" name="Google Shape;3921;p24"/>
          <p:cNvSpPr txBox="1">
            <a:spLocks noGrp="1"/>
          </p:cNvSpPr>
          <p:nvPr>
            <p:ph type="title" idx="6"/>
          </p:nvPr>
        </p:nvSpPr>
        <p:spPr>
          <a:xfrm>
            <a:off x="1991675" y="540275"/>
            <a:ext cx="516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3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3" name="Google Shape;3923;p25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10800000" flipH="1"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24" name="Google Shape;3924;p25"/>
          <p:cNvGrpSpPr/>
          <p:nvPr/>
        </p:nvGrpSpPr>
        <p:grpSpPr>
          <a:xfrm>
            <a:off x="371748" y="295950"/>
            <a:ext cx="8412661" cy="198675"/>
            <a:chOff x="371748" y="295950"/>
            <a:chExt cx="8412661" cy="198675"/>
          </a:xfrm>
        </p:grpSpPr>
        <p:sp>
          <p:nvSpPr>
            <p:cNvPr id="3925" name="Google Shape;3925;p25"/>
            <p:cNvSpPr/>
            <p:nvPr/>
          </p:nvSpPr>
          <p:spPr>
            <a:xfrm>
              <a:off x="8686802" y="361460"/>
              <a:ext cx="97607" cy="94146"/>
            </a:xfrm>
            <a:custGeom>
              <a:avLst/>
              <a:gdLst/>
              <a:ahLst/>
              <a:cxnLst/>
              <a:rect l="l" t="t" r="r" b="b"/>
              <a:pathLst>
                <a:path w="987" h="952" extrusionOk="0">
                  <a:moveTo>
                    <a:pt x="458" y="1"/>
                  </a:moveTo>
                  <a:cubicBezTo>
                    <a:pt x="170" y="1"/>
                    <a:pt x="209" y="196"/>
                    <a:pt x="337" y="361"/>
                  </a:cubicBezTo>
                  <a:lnTo>
                    <a:pt x="337" y="361"/>
                  </a:lnTo>
                  <a:cubicBezTo>
                    <a:pt x="441" y="249"/>
                    <a:pt x="570" y="155"/>
                    <a:pt x="687" y="120"/>
                  </a:cubicBezTo>
                  <a:lnTo>
                    <a:pt x="687" y="120"/>
                  </a:lnTo>
                  <a:cubicBezTo>
                    <a:pt x="634" y="48"/>
                    <a:pt x="558" y="1"/>
                    <a:pt x="458" y="1"/>
                  </a:cubicBezTo>
                  <a:close/>
                  <a:moveTo>
                    <a:pt x="780" y="104"/>
                  </a:moveTo>
                  <a:cubicBezTo>
                    <a:pt x="750" y="104"/>
                    <a:pt x="719" y="110"/>
                    <a:pt x="687" y="120"/>
                  </a:cubicBezTo>
                  <a:lnTo>
                    <a:pt x="687" y="120"/>
                  </a:lnTo>
                  <a:cubicBezTo>
                    <a:pt x="745" y="200"/>
                    <a:pt x="775" y="312"/>
                    <a:pt x="775" y="423"/>
                  </a:cubicBezTo>
                  <a:cubicBezTo>
                    <a:pt x="775" y="538"/>
                    <a:pt x="730" y="583"/>
                    <a:pt x="666" y="583"/>
                  </a:cubicBezTo>
                  <a:cubicBezTo>
                    <a:pt x="569" y="583"/>
                    <a:pt x="429" y="480"/>
                    <a:pt x="337" y="361"/>
                  </a:cubicBezTo>
                  <a:lnTo>
                    <a:pt x="337" y="361"/>
                  </a:lnTo>
                  <a:cubicBezTo>
                    <a:pt x="105" y="610"/>
                    <a:pt x="1" y="952"/>
                    <a:pt x="458" y="952"/>
                  </a:cubicBezTo>
                  <a:cubicBezTo>
                    <a:pt x="775" y="952"/>
                    <a:pt x="986" y="740"/>
                    <a:pt x="986" y="423"/>
                  </a:cubicBezTo>
                  <a:cubicBezTo>
                    <a:pt x="986" y="192"/>
                    <a:pt x="899" y="104"/>
                    <a:pt x="780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25"/>
            <p:cNvSpPr/>
            <p:nvPr/>
          </p:nvSpPr>
          <p:spPr>
            <a:xfrm>
              <a:off x="37174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7" name="Google Shape;3927;p25"/>
            <p:cNvGrpSpPr/>
            <p:nvPr/>
          </p:nvGrpSpPr>
          <p:grpSpPr>
            <a:xfrm>
              <a:off x="504825" y="295950"/>
              <a:ext cx="8122726" cy="198675"/>
              <a:chOff x="504825" y="298750"/>
              <a:chExt cx="8122726" cy="198675"/>
            </a:xfrm>
          </p:grpSpPr>
          <p:grpSp>
            <p:nvGrpSpPr>
              <p:cNvPr id="3928" name="Google Shape;3928;p25"/>
              <p:cNvGrpSpPr/>
              <p:nvPr/>
            </p:nvGrpSpPr>
            <p:grpSpPr>
              <a:xfrm>
                <a:off x="504825" y="298750"/>
                <a:ext cx="8122726" cy="198675"/>
                <a:chOff x="9017419" y="539512"/>
                <a:chExt cx="5210550" cy="198675"/>
              </a:xfrm>
            </p:grpSpPr>
            <p:sp>
              <p:nvSpPr>
                <p:cNvPr id="3929" name="Google Shape;3929;p25"/>
                <p:cNvSpPr/>
                <p:nvPr/>
              </p:nvSpPr>
              <p:spPr>
                <a:xfrm>
                  <a:off x="9038813" y="685962"/>
                  <a:ext cx="5150745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20" h="107" extrusionOk="0">
                      <a:moveTo>
                        <a:pt x="1" y="0"/>
                      </a:moveTo>
                      <a:lnTo>
                        <a:pt x="1" y="106"/>
                      </a:lnTo>
                      <a:lnTo>
                        <a:pt x="41319" y="106"/>
                      </a:lnTo>
                      <a:lnTo>
                        <a:pt x="4131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0" name="Google Shape;3930;p25"/>
                <p:cNvSpPr/>
                <p:nvPr/>
              </p:nvSpPr>
              <p:spPr>
                <a:xfrm>
                  <a:off x="96043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1" name="Google Shape;3931;p25"/>
                <p:cNvSpPr/>
                <p:nvPr/>
              </p:nvSpPr>
              <p:spPr>
                <a:xfrm>
                  <a:off x="967738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2" name="Google Shape;3932;p25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3" name="Google Shape;3933;p25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4" name="Google Shape;3934;p25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5" name="Google Shape;3935;p25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6" name="Google Shape;3936;p25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7" name="Google Shape;3937;p25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8" name="Google Shape;3938;p25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9" name="Google Shape;3939;p25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0" name="Google Shape;3940;p25"/>
                <p:cNvSpPr/>
                <p:nvPr/>
              </p:nvSpPr>
              <p:spPr>
                <a:xfrm>
                  <a:off x="10283499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1" name="Google Shape;3941;p25"/>
                <p:cNvSpPr/>
                <p:nvPr/>
              </p:nvSpPr>
              <p:spPr>
                <a:xfrm>
                  <a:off x="103462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2" name="Google Shape;3942;p25"/>
                <p:cNvSpPr/>
                <p:nvPr/>
              </p:nvSpPr>
              <p:spPr>
                <a:xfrm>
                  <a:off x="10419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3" name="Google Shape;3943;p25"/>
                <p:cNvSpPr/>
                <p:nvPr/>
              </p:nvSpPr>
              <p:spPr>
                <a:xfrm>
                  <a:off x="10482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4" name="Google Shape;3944;p25"/>
                <p:cNvSpPr/>
                <p:nvPr/>
              </p:nvSpPr>
              <p:spPr>
                <a:xfrm>
                  <a:off x="105552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5" name="Google Shape;3945;p25"/>
                <p:cNvSpPr/>
                <p:nvPr/>
              </p:nvSpPr>
              <p:spPr>
                <a:xfrm>
                  <a:off x="10617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6" name="Google Shape;3946;p25"/>
                <p:cNvSpPr/>
                <p:nvPr/>
              </p:nvSpPr>
              <p:spPr>
                <a:xfrm>
                  <a:off x="106911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7" name="Google Shape;3947;p25"/>
                <p:cNvSpPr/>
                <p:nvPr/>
              </p:nvSpPr>
              <p:spPr>
                <a:xfrm>
                  <a:off x="107538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8" name="Google Shape;3948;p25"/>
                <p:cNvSpPr/>
                <p:nvPr/>
              </p:nvSpPr>
              <p:spPr>
                <a:xfrm>
                  <a:off x="10826913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9" name="Google Shape;3949;p25"/>
                <p:cNvSpPr/>
                <p:nvPr/>
              </p:nvSpPr>
              <p:spPr>
                <a:xfrm>
                  <a:off x="1088971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0" name="Google Shape;3950;p25"/>
                <p:cNvSpPr/>
                <p:nvPr/>
              </p:nvSpPr>
              <p:spPr>
                <a:xfrm>
                  <a:off x="1096279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1" name="Google Shape;3951;p25"/>
                <p:cNvSpPr/>
                <p:nvPr/>
              </p:nvSpPr>
              <p:spPr>
                <a:xfrm>
                  <a:off x="11025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2" name="Google Shape;3952;p25"/>
                <p:cNvSpPr/>
                <p:nvPr/>
              </p:nvSpPr>
              <p:spPr>
                <a:xfrm>
                  <a:off x="110986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3" name="Google Shape;3953;p25"/>
                <p:cNvSpPr/>
                <p:nvPr/>
              </p:nvSpPr>
              <p:spPr>
                <a:xfrm>
                  <a:off x="1116136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4" name="Google Shape;3954;p25"/>
                <p:cNvSpPr/>
                <p:nvPr/>
              </p:nvSpPr>
              <p:spPr>
                <a:xfrm>
                  <a:off x="1123454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5" name="Google Shape;3955;p25"/>
                <p:cNvSpPr/>
                <p:nvPr/>
              </p:nvSpPr>
              <p:spPr>
                <a:xfrm>
                  <a:off x="1129724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6" name="Google Shape;3956;p25"/>
                <p:cNvSpPr/>
                <p:nvPr/>
              </p:nvSpPr>
              <p:spPr>
                <a:xfrm>
                  <a:off x="11370327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7" name="Google Shape;3957;p25"/>
                <p:cNvSpPr/>
                <p:nvPr/>
              </p:nvSpPr>
              <p:spPr>
                <a:xfrm>
                  <a:off x="1143312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8" name="Google Shape;3958;p25"/>
                <p:cNvSpPr/>
                <p:nvPr/>
              </p:nvSpPr>
              <p:spPr>
                <a:xfrm>
                  <a:off x="1150620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9" name="Google Shape;3959;p25"/>
                <p:cNvSpPr/>
                <p:nvPr/>
              </p:nvSpPr>
              <p:spPr>
                <a:xfrm>
                  <a:off x="1156890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0" name="Google Shape;3960;p25"/>
                <p:cNvSpPr/>
                <p:nvPr/>
              </p:nvSpPr>
              <p:spPr>
                <a:xfrm>
                  <a:off x="1164208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1" name="Google Shape;3961;p25"/>
                <p:cNvSpPr/>
                <p:nvPr/>
              </p:nvSpPr>
              <p:spPr>
                <a:xfrm>
                  <a:off x="1170478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2" name="Google Shape;3962;p25"/>
                <p:cNvSpPr/>
                <p:nvPr/>
              </p:nvSpPr>
              <p:spPr>
                <a:xfrm>
                  <a:off x="1177796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3" name="Google Shape;3963;p25"/>
                <p:cNvSpPr/>
                <p:nvPr/>
              </p:nvSpPr>
              <p:spPr>
                <a:xfrm>
                  <a:off x="1184066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4" name="Google Shape;3964;p25"/>
                <p:cNvSpPr/>
                <p:nvPr/>
              </p:nvSpPr>
              <p:spPr>
                <a:xfrm>
                  <a:off x="1191374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5" name="Google Shape;3965;p25"/>
                <p:cNvSpPr/>
                <p:nvPr/>
              </p:nvSpPr>
              <p:spPr>
                <a:xfrm>
                  <a:off x="11976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6" name="Google Shape;3966;p25"/>
                <p:cNvSpPr/>
                <p:nvPr/>
              </p:nvSpPr>
              <p:spPr>
                <a:xfrm>
                  <a:off x="120496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7" name="Google Shape;3967;p25"/>
                <p:cNvSpPr/>
                <p:nvPr/>
              </p:nvSpPr>
              <p:spPr>
                <a:xfrm>
                  <a:off x="1211231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8" name="Google Shape;3968;p25"/>
                <p:cNvSpPr/>
                <p:nvPr/>
              </p:nvSpPr>
              <p:spPr>
                <a:xfrm>
                  <a:off x="1218549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9" name="Google Shape;3969;p25"/>
                <p:cNvSpPr/>
                <p:nvPr/>
              </p:nvSpPr>
              <p:spPr>
                <a:xfrm>
                  <a:off x="122481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0" name="Google Shape;3970;p25"/>
                <p:cNvSpPr/>
                <p:nvPr/>
              </p:nvSpPr>
              <p:spPr>
                <a:xfrm>
                  <a:off x="12321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1" name="Google Shape;3971;p25"/>
                <p:cNvSpPr/>
                <p:nvPr/>
              </p:nvSpPr>
              <p:spPr>
                <a:xfrm>
                  <a:off x="12384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2" name="Google Shape;3972;p25"/>
                <p:cNvSpPr/>
                <p:nvPr/>
              </p:nvSpPr>
              <p:spPr>
                <a:xfrm>
                  <a:off x="124571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3" name="Google Shape;3973;p25"/>
                <p:cNvSpPr/>
                <p:nvPr/>
              </p:nvSpPr>
              <p:spPr>
                <a:xfrm>
                  <a:off x="12519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4" name="Google Shape;3974;p25"/>
                <p:cNvSpPr/>
                <p:nvPr/>
              </p:nvSpPr>
              <p:spPr>
                <a:xfrm>
                  <a:off x="125930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5" name="Google Shape;3975;p25"/>
                <p:cNvSpPr/>
                <p:nvPr/>
              </p:nvSpPr>
              <p:spPr>
                <a:xfrm>
                  <a:off x="126557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6" name="Google Shape;3976;p25"/>
                <p:cNvSpPr/>
                <p:nvPr/>
              </p:nvSpPr>
              <p:spPr>
                <a:xfrm>
                  <a:off x="1272891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7" name="Google Shape;3977;p25"/>
                <p:cNvSpPr/>
                <p:nvPr/>
              </p:nvSpPr>
              <p:spPr>
                <a:xfrm>
                  <a:off x="1279161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8" name="Google Shape;3978;p25"/>
                <p:cNvSpPr/>
                <p:nvPr/>
              </p:nvSpPr>
              <p:spPr>
                <a:xfrm>
                  <a:off x="1286479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9" name="Google Shape;3979;p25"/>
                <p:cNvSpPr/>
                <p:nvPr/>
              </p:nvSpPr>
              <p:spPr>
                <a:xfrm>
                  <a:off x="12927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0" name="Google Shape;3980;p25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1" name="Google Shape;3981;p25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2" name="Google Shape;3982;p25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3" name="Google Shape;3983;p25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4" name="Google Shape;3984;p25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5" name="Google Shape;3985;p25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6" name="Google Shape;3986;p25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7" name="Google Shape;3987;p25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8" name="Google Shape;3988;p25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9" name="Google Shape;3989;p25"/>
                <p:cNvSpPr/>
                <p:nvPr/>
              </p:nvSpPr>
              <p:spPr>
                <a:xfrm>
                  <a:off x="136067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0" name="Google Shape;3990;p25"/>
                <p:cNvSpPr/>
                <p:nvPr/>
              </p:nvSpPr>
              <p:spPr>
                <a:xfrm>
                  <a:off x="9017419" y="539512"/>
                  <a:ext cx="5210550" cy="3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318" extrusionOk="0">
                      <a:moveTo>
                        <a:pt x="212" y="1"/>
                      </a:moveTo>
                      <a:cubicBezTo>
                        <a:pt x="1" y="1"/>
                        <a:pt x="1" y="212"/>
                        <a:pt x="212" y="318"/>
                      </a:cubicBezTo>
                      <a:lnTo>
                        <a:pt x="41530" y="318"/>
                      </a:lnTo>
                      <a:cubicBezTo>
                        <a:pt x="41741" y="318"/>
                        <a:pt x="41741" y="1"/>
                        <a:pt x="415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1" name="Google Shape;3991;p25"/>
                <p:cNvSpPr/>
                <p:nvPr/>
              </p:nvSpPr>
              <p:spPr>
                <a:xfrm>
                  <a:off x="9017419" y="717222"/>
                  <a:ext cx="5210550" cy="2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212" extrusionOk="0">
                      <a:moveTo>
                        <a:pt x="212" y="0"/>
                      </a:moveTo>
                      <a:cubicBezTo>
                        <a:pt x="1" y="0"/>
                        <a:pt x="1" y="211"/>
                        <a:pt x="212" y="211"/>
                      </a:cubicBezTo>
                      <a:lnTo>
                        <a:pt x="41530" y="211"/>
                      </a:lnTo>
                      <a:cubicBezTo>
                        <a:pt x="41741" y="211"/>
                        <a:pt x="41741" y="0"/>
                        <a:pt x="415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992" name="Google Shape;3992;p25"/>
              <p:cNvGrpSpPr/>
              <p:nvPr/>
            </p:nvGrpSpPr>
            <p:grpSpPr>
              <a:xfrm>
                <a:off x="569351" y="371931"/>
                <a:ext cx="831096" cy="73279"/>
                <a:chOff x="9740085" y="612693"/>
                <a:chExt cx="533129" cy="73279"/>
              </a:xfrm>
            </p:grpSpPr>
            <p:sp>
              <p:nvSpPr>
                <p:cNvPr id="3993" name="Google Shape;3993;p25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4" name="Google Shape;3994;p25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5" name="Google Shape;3995;p25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6" name="Google Shape;3996;p25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7" name="Google Shape;3997;p25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8" name="Google Shape;3998;p25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9" name="Google Shape;3999;p25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0" name="Google Shape;4000;p25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01" name="Google Shape;4001;p25"/>
              <p:cNvGrpSpPr/>
              <p:nvPr/>
            </p:nvGrpSpPr>
            <p:grpSpPr>
              <a:xfrm>
                <a:off x="7658325" y="371931"/>
                <a:ext cx="945022" cy="73279"/>
                <a:chOff x="13000570" y="612693"/>
                <a:chExt cx="606211" cy="73279"/>
              </a:xfrm>
            </p:grpSpPr>
            <p:sp>
              <p:nvSpPr>
                <p:cNvPr id="4002" name="Google Shape;4002;p25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3" name="Google Shape;4003;p25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4" name="Google Shape;4004;p25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5" name="Google Shape;4005;p25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6" name="Google Shape;4006;p25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7" name="Google Shape;4007;p25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8" name="Google Shape;4008;p25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9" name="Google Shape;4009;p25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0" name="Google Shape;4010;p25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011" name="Google Shape;4011;p25"/>
          <p:cNvGrpSpPr/>
          <p:nvPr/>
        </p:nvGrpSpPr>
        <p:grpSpPr>
          <a:xfrm>
            <a:off x="370363" y="4648875"/>
            <a:ext cx="8414046" cy="198675"/>
            <a:chOff x="370363" y="4648875"/>
            <a:chExt cx="8414046" cy="198675"/>
          </a:xfrm>
        </p:grpSpPr>
        <p:sp>
          <p:nvSpPr>
            <p:cNvPr id="4012" name="Google Shape;4012;p25"/>
            <p:cNvSpPr/>
            <p:nvPr/>
          </p:nvSpPr>
          <p:spPr>
            <a:xfrm>
              <a:off x="8685319" y="4708775"/>
              <a:ext cx="99090" cy="104628"/>
            </a:xfrm>
            <a:custGeom>
              <a:avLst/>
              <a:gdLst/>
              <a:ahLst/>
              <a:cxnLst/>
              <a:rect l="l" t="t" r="r" b="b"/>
              <a:pathLst>
                <a:path w="1002" h="1058" extrusionOk="0">
                  <a:moveTo>
                    <a:pt x="473" y="1"/>
                  </a:moveTo>
                  <a:cubicBezTo>
                    <a:pt x="168" y="1"/>
                    <a:pt x="229" y="220"/>
                    <a:pt x="375" y="390"/>
                  </a:cubicBezTo>
                  <a:lnTo>
                    <a:pt x="375" y="390"/>
                  </a:lnTo>
                  <a:cubicBezTo>
                    <a:pt x="479" y="274"/>
                    <a:pt x="603" y="178"/>
                    <a:pt x="714" y="138"/>
                  </a:cubicBezTo>
                  <a:lnTo>
                    <a:pt x="714" y="138"/>
                  </a:lnTo>
                  <a:cubicBezTo>
                    <a:pt x="661" y="56"/>
                    <a:pt x="581" y="1"/>
                    <a:pt x="473" y="1"/>
                  </a:cubicBezTo>
                  <a:close/>
                  <a:moveTo>
                    <a:pt x="813" y="120"/>
                  </a:moveTo>
                  <a:cubicBezTo>
                    <a:pt x="782" y="120"/>
                    <a:pt x="749" y="126"/>
                    <a:pt x="714" y="138"/>
                  </a:cubicBezTo>
                  <a:lnTo>
                    <a:pt x="714" y="138"/>
                  </a:lnTo>
                  <a:cubicBezTo>
                    <a:pt x="765" y="217"/>
                    <a:pt x="790" y="320"/>
                    <a:pt x="790" y="423"/>
                  </a:cubicBezTo>
                  <a:cubicBezTo>
                    <a:pt x="790" y="538"/>
                    <a:pt x="745" y="583"/>
                    <a:pt x="681" y="583"/>
                  </a:cubicBezTo>
                  <a:cubicBezTo>
                    <a:pt x="592" y="583"/>
                    <a:pt x="467" y="496"/>
                    <a:pt x="375" y="390"/>
                  </a:cubicBezTo>
                  <a:lnTo>
                    <a:pt x="375" y="390"/>
                  </a:lnTo>
                  <a:cubicBezTo>
                    <a:pt x="128" y="667"/>
                    <a:pt x="1" y="1057"/>
                    <a:pt x="473" y="1057"/>
                  </a:cubicBezTo>
                  <a:cubicBezTo>
                    <a:pt x="790" y="1057"/>
                    <a:pt x="1001" y="740"/>
                    <a:pt x="1001" y="423"/>
                  </a:cubicBezTo>
                  <a:cubicBezTo>
                    <a:pt x="1001" y="204"/>
                    <a:pt x="922" y="120"/>
                    <a:pt x="81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25"/>
            <p:cNvSpPr/>
            <p:nvPr/>
          </p:nvSpPr>
          <p:spPr>
            <a:xfrm>
              <a:off x="370363" y="4708775"/>
              <a:ext cx="104332" cy="104628"/>
            </a:xfrm>
            <a:custGeom>
              <a:avLst/>
              <a:gdLst/>
              <a:ahLst/>
              <a:cxnLst/>
              <a:rect l="l" t="t" r="r" b="b"/>
              <a:pathLst>
                <a:path w="1055" h="1058" extrusionOk="0">
                  <a:moveTo>
                    <a:pt x="420" y="1"/>
                  </a:moveTo>
                  <a:cubicBezTo>
                    <a:pt x="166" y="1"/>
                    <a:pt x="254" y="221"/>
                    <a:pt x="414" y="390"/>
                  </a:cubicBezTo>
                  <a:lnTo>
                    <a:pt x="414" y="390"/>
                  </a:lnTo>
                  <a:cubicBezTo>
                    <a:pt x="512" y="286"/>
                    <a:pt x="625" y="198"/>
                    <a:pt x="729" y="152"/>
                  </a:cubicBezTo>
                  <a:lnTo>
                    <a:pt x="729" y="152"/>
                  </a:lnTo>
                  <a:cubicBezTo>
                    <a:pt x="648" y="62"/>
                    <a:pt x="534" y="1"/>
                    <a:pt x="420" y="1"/>
                  </a:cubicBezTo>
                  <a:close/>
                  <a:moveTo>
                    <a:pt x="865" y="120"/>
                  </a:moveTo>
                  <a:cubicBezTo>
                    <a:pt x="823" y="120"/>
                    <a:pt x="777" y="131"/>
                    <a:pt x="729" y="152"/>
                  </a:cubicBezTo>
                  <a:lnTo>
                    <a:pt x="729" y="152"/>
                  </a:lnTo>
                  <a:cubicBezTo>
                    <a:pt x="798" y="229"/>
                    <a:pt x="843" y="326"/>
                    <a:pt x="843" y="423"/>
                  </a:cubicBezTo>
                  <a:cubicBezTo>
                    <a:pt x="843" y="538"/>
                    <a:pt x="798" y="583"/>
                    <a:pt x="733" y="583"/>
                  </a:cubicBezTo>
                  <a:cubicBezTo>
                    <a:pt x="643" y="583"/>
                    <a:pt x="514" y="497"/>
                    <a:pt x="414" y="390"/>
                  </a:cubicBezTo>
                  <a:lnTo>
                    <a:pt x="414" y="390"/>
                  </a:lnTo>
                  <a:cubicBezTo>
                    <a:pt x="154" y="667"/>
                    <a:pt x="1" y="1057"/>
                    <a:pt x="420" y="1057"/>
                  </a:cubicBezTo>
                  <a:cubicBezTo>
                    <a:pt x="737" y="1057"/>
                    <a:pt x="1054" y="740"/>
                    <a:pt x="1054" y="423"/>
                  </a:cubicBezTo>
                  <a:cubicBezTo>
                    <a:pt x="1054" y="204"/>
                    <a:pt x="975" y="120"/>
                    <a:pt x="865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14" name="Google Shape;4014;p25"/>
            <p:cNvGrpSpPr/>
            <p:nvPr/>
          </p:nvGrpSpPr>
          <p:grpSpPr>
            <a:xfrm>
              <a:off x="504825" y="4648875"/>
              <a:ext cx="8122726" cy="198675"/>
              <a:chOff x="504825" y="298750"/>
              <a:chExt cx="8122726" cy="198675"/>
            </a:xfrm>
          </p:grpSpPr>
          <p:grpSp>
            <p:nvGrpSpPr>
              <p:cNvPr id="4015" name="Google Shape;4015;p25"/>
              <p:cNvGrpSpPr/>
              <p:nvPr/>
            </p:nvGrpSpPr>
            <p:grpSpPr>
              <a:xfrm>
                <a:off x="504825" y="298750"/>
                <a:ext cx="8122726" cy="198675"/>
                <a:chOff x="9017419" y="539512"/>
                <a:chExt cx="5210550" cy="198675"/>
              </a:xfrm>
            </p:grpSpPr>
            <p:sp>
              <p:nvSpPr>
                <p:cNvPr id="4016" name="Google Shape;4016;p25"/>
                <p:cNvSpPr/>
                <p:nvPr/>
              </p:nvSpPr>
              <p:spPr>
                <a:xfrm>
                  <a:off x="9038813" y="685962"/>
                  <a:ext cx="5150745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20" h="107" extrusionOk="0">
                      <a:moveTo>
                        <a:pt x="1" y="0"/>
                      </a:moveTo>
                      <a:lnTo>
                        <a:pt x="1" y="106"/>
                      </a:lnTo>
                      <a:lnTo>
                        <a:pt x="41319" y="106"/>
                      </a:lnTo>
                      <a:lnTo>
                        <a:pt x="4131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7" name="Google Shape;4017;p25"/>
                <p:cNvSpPr/>
                <p:nvPr/>
              </p:nvSpPr>
              <p:spPr>
                <a:xfrm>
                  <a:off x="96043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8" name="Google Shape;4018;p25"/>
                <p:cNvSpPr/>
                <p:nvPr/>
              </p:nvSpPr>
              <p:spPr>
                <a:xfrm>
                  <a:off x="967738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9" name="Google Shape;4019;p25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0" name="Google Shape;4020;p25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1" name="Google Shape;4021;p25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2" name="Google Shape;4022;p25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3" name="Google Shape;4023;p25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4" name="Google Shape;4024;p25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5" name="Google Shape;4025;p25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6" name="Google Shape;4026;p25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7" name="Google Shape;4027;p25"/>
                <p:cNvSpPr/>
                <p:nvPr/>
              </p:nvSpPr>
              <p:spPr>
                <a:xfrm>
                  <a:off x="10283499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8" name="Google Shape;4028;p25"/>
                <p:cNvSpPr/>
                <p:nvPr/>
              </p:nvSpPr>
              <p:spPr>
                <a:xfrm>
                  <a:off x="103462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9" name="Google Shape;4029;p25"/>
                <p:cNvSpPr/>
                <p:nvPr/>
              </p:nvSpPr>
              <p:spPr>
                <a:xfrm>
                  <a:off x="10419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0" name="Google Shape;4030;p25"/>
                <p:cNvSpPr/>
                <p:nvPr/>
              </p:nvSpPr>
              <p:spPr>
                <a:xfrm>
                  <a:off x="10482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1" name="Google Shape;4031;p25"/>
                <p:cNvSpPr/>
                <p:nvPr/>
              </p:nvSpPr>
              <p:spPr>
                <a:xfrm>
                  <a:off x="105552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2" name="Google Shape;4032;p25"/>
                <p:cNvSpPr/>
                <p:nvPr/>
              </p:nvSpPr>
              <p:spPr>
                <a:xfrm>
                  <a:off x="10617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3" name="Google Shape;4033;p25"/>
                <p:cNvSpPr/>
                <p:nvPr/>
              </p:nvSpPr>
              <p:spPr>
                <a:xfrm>
                  <a:off x="106911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4" name="Google Shape;4034;p25"/>
                <p:cNvSpPr/>
                <p:nvPr/>
              </p:nvSpPr>
              <p:spPr>
                <a:xfrm>
                  <a:off x="107538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5" name="Google Shape;4035;p25"/>
                <p:cNvSpPr/>
                <p:nvPr/>
              </p:nvSpPr>
              <p:spPr>
                <a:xfrm>
                  <a:off x="10826913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6" name="Google Shape;4036;p25"/>
                <p:cNvSpPr/>
                <p:nvPr/>
              </p:nvSpPr>
              <p:spPr>
                <a:xfrm>
                  <a:off x="1088971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7" name="Google Shape;4037;p25"/>
                <p:cNvSpPr/>
                <p:nvPr/>
              </p:nvSpPr>
              <p:spPr>
                <a:xfrm>
                  <a:off x="1096279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8" name="Google Shape;4038;p25"/>
                <p:cNvSpPr/>
                <p:nvPr/>
              </p:nvSpPr>
              <p:spPr>
                <a:xfrm>
                  <a:off x="11025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9" name="Google Shape;4039;p25"/>
                <p:cNvSpPr/>
                <p:nvPr/>
              </p:nvSpPr>
              <p:spPr>
                <a:xfrm>
                  <a:off x="110986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0" name="Google Shape;4040;p25"/>
                <p:cNvSpPr/>
                <p:nvPr/>
              </p:nvSpPr>
              <p:spPr>
                <a:xfrm>
                  <a:off x="1116136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1" name="Google Shape;4041;p25"/>
                <p:cNvSpPr/>
                <p:nvPr/>
              </p:nvSpPr>
              <p:spPr>
                <a:xfrm>
                  <a:off x="1123454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2" name="Google Shape;4042;p25"/>
                <p:cNvSpPr/>
                <p:nvPr/>
              </p:nvSpPr>
              <p:spPr>
                <a:xfrm>
                  <a:off x="1129724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3" name="Google Shape;4043;p25"/>
                <p:cNvSpPr/>
                <p:nvPr/>
              </p:nvSpPr>
              <p:spPr>
                <a:xfrm>
                  <a:off x="11370327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4" name="Google Shape;4044;p25"/>
                <p:cNvSpPr/>
                <p:nvPr/>
              </p:nvSpPr>
              <p:spPr>
                <a:xfrm>
                  <a:off x="1143312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5" name="Google Shape;4045;p25"/>
                <p:cNvSpPr/>
                <p:nvPr/>
              </p:nvSpPr>
              <p:spPr>
                <a:xfrm>
                  <a:off x="1150620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6" name="Google Shape;4046;p25"/>
                <p:cNvSpPr/>
                <p:nvPr/>
              </p:nvSpPr>
              <p:spPr>
                <a:xfrm>
                  <a:off x="1156890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7" name="Google Shape;4047;p25"/>
                <p:cNvSpPr/>
                <p:nvPr/>
              </p:nvSpPr>
              <p:spPr>
                <a:xfrm>
                  <a:off x="1164208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8" name="Google Shape;4048;p25"/>
                <p:cNvSpPr/>
                <p:nvPr/>
              </p:nvSpPr>
              <p:spPr>
                <a:xfrm>
                  <a:off x="1170478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9" name="Google Shape;4049;p25"/>
                <p:cNvSpPr/>
                <p:nvPr/>
              </p:nvSpPr>
              <p:spPr>
                <a:xfrm>
                  <a:off x="1177796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0" name="Google Shape;4050;p25"/>
                <p:cNvSpPr/>
                <p:nvPr/>
              </p:nvSpPr>
              <p:spPr>
                <a:xfrm>
                  <a:off x="1184066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1" name="Google Shape;4051;p25"/>
                <p:cNvSpPr/>
                <p:nvPr/>
              </p:nvSpPr>
              <p:spPr>
                <a:xfrm>
                  <a:off x="1191374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2" name="Google Shape;4052;p25"/>
                <p:cNvSpPr/>
                <p:nvPr/>
              </p:nvSpPr>
              <p:spPr>
                <a:xfrm>
                  <a:off x="11976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3" name="Google Shape;4053;p25"/>
                <p:cNvSpPr/>
                <p:nvPr/>
              </p:nvSpPr>
              <p:spPr>
                <a:xfrm>
                  <a:off x="120496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4" name="Google Shape;4054;p25"/>
                <p:cNvSpPr/>
                <p:nvPr/>
              </p:nvSpPr>
              <p:spPr>
                <a:xfrm>
                  <a:off x="1211231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5" name="Google Shape;4055;p25"/>
                <p:cNvSpPr/>
                <p:nvPr/>
              </p:nvSpPr>
              <p:spPr>
                <a:xfrm>
                  <a:off x="1218549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6" name="Google Shape;4056;p25"/>
                <p:cNvSpPr/>
                <p:nvPr/>
              </p:nvSpPr>
              <p:spPr>
                <a:xfrm>
                  <a:off x="122481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7" name="Google Shape;4057;p25"/>
                <p:cNvSpPr/>
                <p:nvPr/>
              </p:nvSpPr>
              <p:spPr>
                <a:xfrm>
                  <a:off x="12321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8" name="Google Shape;4058;p25"/>
                <p:cNvSpPr/>
                <p:nvPr/>
              </p:nvSpPr>
              <p:spPr>
                <a:xfrm>
                  <a:off x="12384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9" name="Google Shape;4059;p25"/>
                <p:cNvSpPr/>
                <p:nvPr/>
              </p:nvSpPr>
              <p:spPr>
                <a:xfrm>
                  <a:off x="124571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0" name="Google Shape;4060;p25"/>
                <p:cNvSpPr/>
                <p:nvPr/>
              </p:nvSpPr>
              <p:spPr>
                <a:xfrm>
                  <a:off x="12519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1" name="Google Shape;4061;p25"/>
                <p:cNvSpPr/>
                <p:nvPr/>
              </p:nvSpPr>
              <p:spPr>
                <a:xfrm>
                  <a:off x="125930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2" name="Google Shape;4062;p25"/>
                <p:cNvSpPr/>
                <p:nvPr/>
              </p:nvSpPr>
              <p:spPr>
                <a:xfrm>
                  <a:off x="126557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3" name="Google Shape;4063;p25"/>
                <p:cNvSpPr/>
                <p:nvPr/>
              </p:nvSpPr>
              <p:spPr>
                <a:xfrm>
                  <a:off x="1272891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4" name="Google Shape;4064;p25"/>
                <p:cNvSpPr/>
                <p:nvPr/>
              </p:nvSpPr>
              <p:spPr>
                <a:xfrm>
                  <a:off x="1279161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5" name="Google Shape;4065;p25"/>
                <p:cNvSpPr/>
                <p:nvPr/>
              </p:nvSpPr>
              <p:spPr>
                <a:xfrm>
                  <a:off x="1286479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6" name="Google Shape;4066;p25"/>
                <p:cNvSpPr/>
                <p:nvPr/>
              </p:nvSpPr>
              <p:spPr>
                <a:xfrm>
                  <a:off x="12927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7" name="Google Shape;4067;p25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8" name="Google Shape;4068;p25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9" name="Google Shape;4069;p25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0" name="Google Shape;4070;p25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1" name="Google Shape;4071;p25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2" name="Google Shape;4072;p25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3" name="Google Shape;4073;p25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4" name="Google Shape;4074;p25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5" name="Google Shape;4075;p25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6" name="Google Shape;4076;p25"/>
                <p:cNvSpPr/>
                <p:nvPr/>
              </p:nvSpPr>
              <p:spPr>
                <a:xfrm>
                  <a:off x="136067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7" name="Google Shape;4077;p25"/>
                <p:cNvSpPr/>
                <p:nvPr/>
              </p:nvSpPr>
              <p:spPr>
                <a:xfrm>
                  <a:off x="9017419" y="539512"/>
                  <a:ext cx="5210550" cy="3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318" extrusionOk="0">
                      <a:moveTo>
                        <a:pt x="212" y="1"/>
                      </a:moveTo>
                      <a:cubicBezTo>
                        <a:pt x="1" y="1"/>
                        <a:pt x="1" y="212"/>
                        <a:pt x="212" y="318"/>
                      </a:cubicBezTo>
                      <a:lnTo>
                        <a:pt x="41530" y="318"/>
                      </a:lnTo>
                      <a:cubicBezTo>
                        <a:pt x="41741" y="318"/>
                        <a:pt x="41741" y="1"/>
                        <a:pt x="415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8" name="Google Shape;4078;p25"/>
                <p:cNvSpPr/>
                <p:nvPr/>
              </p:nvSpPr>
              <p:spPr>
                <a:xfrm>
                  <a:off x="9017419" y="717222"/>
                  <a:ext cx="5210550" cy="2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212" extrusionOk="0">
                      <a:moveTo>
                        <a:pt x="212" y="0"/>
                      </a:moveTo>
                      <a:cubicBezTo>
                        <a:pt x="1" y="0"/>
                        <a:pt x="1" y="211"/>
                        <a:pt x="212" y="211"/>
                      </a:cubicBezTo>
                      <a:lnTo>
                        <a:pt x="41530" y="211"/>
                      </a:lnTo>
                      <a:cubicBezTo>
                        <a:pt x="41741" y="211"/>
                        <a:pt x="41741" y="0"/>
                        <a:pt x="415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79" name="Google Shape;4079;p25"/>
              <p:cNvGrpSpPr/>
              <p:nvPr/>
            </p:nvGrpSpPr>
            <p:grpSpPr>
              <a:xfrm>
                <a:off x="569351" y="371931"/>
                <a:ext cx="831096" cy="73279"/>
                <a:chOff x="9740085" y="612693"/>
                <a:chExt cx="533129" cy="73279"/>
              </a:xfrm>
            </p:grpSpPr>
            <p:sp>
              <p:nvSpPr>
                <p:cNvPr id="4080" name="Google Shape;4080;p25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1" name="Google Shape;4081;p25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2" name="Google Shape;4082;p25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3" name="Google Shape;4083;p25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4" name="Google Shape;4084;p25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5" name="Google Shape;4085;p25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6" name="Google Shape;4086;p25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7" name="Google Shape;4087;p25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88" name="Google Shape;4088;p25"/>
              <p:cNvGrpSpPr/>
              <p:nvPr/>
            </p:nvGrpSpPr>
            <p:grpSpPr>
              <a:xfrm>
                <a:off x="7658325" y="371931"/>
                <a:ext cx="945022" cy="73279"/>
                <a:chOff x="13000570" y="612693"/>
                <a:chExt cx="606211" cy="73279"/>
              </a:xfrm>
            </p:grpSpPr>
            <p:sp>
              <p:nvSpPr>
                <p:cNvPr id="4089" name="Google Shape;4089;p25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0" name="Google Shape;4090;p25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1" name="Google Shape;4091;p25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2" name="Google Shape;4092;p25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3" name="Google Shape;4093;p25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4" name="Google Shape;4094;p25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5" name="Google Shape;4095;p25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6" name="Google Shape;4096;p25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7" name="Google Shape;4097;p25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098" name="Google Shape;4098;p25"/>
          <p:cNvGrpSpPr/>
          <p:nvPr/>
        </p:nvGrpSpPr>
        <p:grpSpPr>
          <a:xfrm rot="-1036435">
            <a:off x="7972782" y="564479"/>
            <a:ext cx="844723" cy="1075769"/>
            <a:chOff x="6519292" y="3218921"/>
            <a:chExt cx="1053033" cy="1341104"/>
          </a:xfrm>
        </p:grpSpPr>
        <p:grpSp>
          <p:nvGrpSpPr>
            <p:cNvPr id="4099" name="Google Shape;4099;p25"/>
            <p:cNvGrpSpPr/>
            <p:nvPr/>
          </p:nvGrpSpPr>
          <p:grpSpPr>
            <a:xfrm>
              <a:off x="6519292" y="3218921"/>
              <a:ext cx="1053033" cy="1341104"/>
              <a:chOff x="6519292" y="3218921"/>
              <a:chExt cx="1053033" cy="1341104"/>
            </a:xfrm>
          </p:grpSpPr>
          <p:sp>
            <p:nvSpPr>
              <p:cNvPr id="4100" name="Google Shape;4100;p25"/>
              <p:cNvSpPr/>
              <p:nvPr/>
            </p:nvSpPr>
            <p:spPr>
              <a:xfrm rot="-6237245">
                <a:off x="6453070" y="3494229"/>
                <a:ext cx="1185476" cy="790487"/>
              </a:xfrm>
              <a:custGeom>
                <a:avLst/>
                <a:gdLst/>
                <a:ahLst/>
                <a:cxnLst/>
                <a:rect l="l" t="t" r="r" b="b"/>
                <a:pathLst>
                  <a:path w="24170" h="16116" extrusionOk="0">
                    <a:moveTo>
                      <a:pt x="16506" y="4863"/>
                    </a:moveTo>
                    <a:cubicBezTo>
                      <a:pt x="16579" y="4863"/>
                      <a:pt x="16652" y="4867"/>
                      <a:pt x="16725" y="4874"/>
                    </a:cubicBezTo>
                    <a:cubicBezTo>
                      <a:pt x="16788" y="4937"/>
                      <a:pt x="16851" y="4987"/>
                      <a:pt x="16914" y="5037"/>
                    </a:cubicBezTo>
                    <a:lnTo>
                      <a:pt x="17052" y="5125"/>
                    </a:lnTo>
                    <a:cubicBezTo>
                      <a:pt x="17102" y="5150"/>
                      <a:pt x="17152" y="5201"/>
                      <a:pt x="17215" y="5251"/>
                    </a:cubicBezTo>
                    <a:lnTo>
                      <a:pt x="17228" y="5263"/>
                    </a:lnTo>
                    <a:cubicBezTo>
                      <a:pt x="17404" y="5414"/>
                      <a:pt x="17567" y="5603"/>
                      <a:pt x="17693" y="5804"/>
                    </a:cubicBezTo>
                    <a:cubicBezTo>
                      <a:pt x="17781" y="5930"/>
                      <a:pt x="17844" y="6056"/>
                      <a:pt x="17894" y="6181"/>
                    </a:cubicBezTo>
                    <a:lnTo>
                      <a:pt x="17970" y="6420"/>
                    </a:lnTo>
                    <a:cubicBezTo>
                      <a:pt x="17982" y="6471"/>
                      <a:pt x="17995" y="6521"/>
                      <a:pt x="18008" y="6584"/>
                    </a:cubicBezTo>
                    <a:lnTo>
                      <a:pt x="18008" y="6596"/>
                    </a:lnTo>
                    <a:lnTo>
                      <a:pt x="18008" y="6622"/>
                    </a:lnTo>
                    <a:cubicBezTo>
                      <a:pt x="18008" y="6647"/>
                      <a:pt x="18008" y="6684"/>
                      <a:pt x="18020" y="6710"/>
                    </a:cubicBezTo>
                    <a:cubicBezTo>
                      <a:pt x="18033" y="6860"/>
                      <a:pt x="18033" y="7011"/>
                      <a:pt x="18020" y="7150"/>
                    </a:cubicBezTo>
                    <a:cubicBezTo>
                      <a:pt x="17995" y="7313"/>
                      <a:pt x="17957" y="7477"/>
                      <a:pt x="17907" y="7628"/>
                    </a:cubicBezTo>
                    <a:cubicBezTo>
                      <a:pt x="17844" y="7778"/>
                      <a:pt x="17769" y="7917"/>
                      <a:pt x="17681" y="8042"/>
                    </a:cubicBezTo>
                    <a:cubicBezTo>
                      <a:pt x="17593" y="8168"/>
                      <a:pt x="17492" y="8281"/>
                      <a:pt x="17379" y="8382"/>
                    </a:cubicBezTo>
                    <a:lnTo>
                      <a:pt x="17316" y="8432"/>
                    </a:lnTo>
                    <a:lnTo>
                      <a:pt x="17303" y="8457"/>
                    </a:lnTo>
                    <a:lnTo>
                      <a:pt x="17178" y="8545"/>
                    </a:lnTo>
                    <a:lnTo>
                      <a:pt x="17077" y="8621"/>
                    </a:lnTo>
                    <a:lnTo>
                      <a:pt x="17002" y="8671"/>
                    </a:lnTo>
                    <a:lnTo>
                      <a:pt x="16951" y="8684"/>
                    </a:lnTo>
                    <a:cubicBezTo>
                      <a:pt x="16825" y="8747"/>
                      <a:pt x="16687" y="8810"/>
                      <a:pt x="16549" y="8847"/>
                    </a:cubicBezTo>
                    <a:cubicBezTo>
                      <a:pt x="16323" y="8898"/>
                      <a:pt x="16096" y="8935"/>
                      <a:pt x="15870" y="8935"/>
                    </a:cubicBezTo>
                    <a:lnTo>
                      <a:pt x="15832" y="8923"/>
                    </a:lnTo>
                    <a:cubicBezTo>
                      <a:pt x="15744" y="8910"/>
                      <a:pt x="15681" y="8910"/>
                      <a:pt x="15631" y="8910"/>
                    </a:cubicBezTo>
                    <a:lnTo>
                      <a:pt x="15467" y="8898"/>
                    </a:lnTo>
                    <a:cubicBezTo>
                      <a:pt x="15405" y="8885"/>
                      <a:pt x="15342" y="8885"/>
                      <a:pt x="15279" y="8885"/>
                    </a:cubicBezTo>
                    <a:lnTo>
                      <a:pt x="15216" y="8885"/>
                    </a:lnTo>
                    <a:cubicBezTo>
                      <a:pt x="13833" y="7892"/>
                      <a:pt x="14034" y="5766"/>
                      <a:pt x="15581" y="5062"/>
                    </a:cubicBezTo>
                    <a:cubicBezTo>
                      <a:pt x="15877" y="4929"/>
                      <a:pt x="16190" y="4863"/>
                      <a:pt x="16506" y="4863"/>
                    </a:cubicBezTo>
                    <a:close/>
                    <a:moveTo>
                      <a:pt x="16513" y="0"/>
                    </a:moveTo>
                    <a:cubicBezTo>
                      <a:pt x="15605" y="0"/>
                      <a:pt x="14690" y="175"/>
                      <a:pt x="13820" y="535"/>
                    </a:cubicBezTo>
                    <a:cubicBezTo>
                      <a:pt x="11167" y="1629"/>
                      <a:pt x="9432" y="4207"/>
                      <a:pt x="9419" y="7074"/>
                    </a:cubicBezTo>
                    <a:lnTo>
                      <a:pt x="1736" y="10583"/>
                    </a:lnTo>
                    <a:cubicBezTo>
                      <a:pt x="529" y="11136"/>
                      <a:pt x="0" y="12544"/>
                      <a:pt x="554" y="13751"/>
                    </a:cubicBezTo>
                    <a:lnTo>
                      <a:pt x="994" y="14720"/>
                    </a:lnTo>
                    <a:cubicBezTo>
                      <a:pt x="1384" y="15562"/>
                      <a:pt x="2226" y="16115"/>
                      <a:pt x="3169" y="16115"/>
                    </a:cubicBezTo>
                    <a:cubicBezTo>
                      <a:pt x="3509" y="16115"/>
                      <a:pt x="3848" y="16040"/>
                      <a:pt x="4163" y="15902"/>
                    </a:cubicBezTo>
                    <a:lnTo>
                      <a:pt x="11821" y="12406"/>
                    </a:lnTo>
                    <a:cubicBezTo>
                      <a:pt x="13116" y="13550"/>
                      <a:pt x="14788" y="14179"/>
                      <a:pt x="16524" y="14192"/>
                    </a:cubicBezTo>
                    <a:cubicBezTo>
                      <a:pt x="19391" y="14179"/>
                      <a:pt x="21969" y="12456"/>
                      <a:pt x="23075" y="9803"/>
                    </a:cubicBezTo>
                    <a:cubicBezTo>
                      <a:pt x="24169" y="7162"/>
                      <a:pt x="23566" y="4107"/>
                      <a:pt x="21541" y="2082"/>
                    </a:cubicBezTo>
                    <a:cubicBezTo>
                      <a:pt x="20183" y="724"/>
                      <a:pt x="18362" y="0"/>
                      <a:pt x="165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2863" dist="9525" dir="5400000" algn="bl" rotWithShape="0">
                  <a:schemeClr val="dk2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25"/>
              <p:cNvSpPr/>
              <p:nvPr/>
            </p:nvSpPr>
            <p:spPr>
              <a:xfrm>
                <a:off x="6805625" y="3577075"/>
                <a:ext cx="257100" cy="228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02" name="Google Shape;4102;p25"/>
            <p:cNvGrpSpPr/>
            <p:nvPr/>
          </p:nvGrpSpPr>
          <p:grpSpPr>
            <a:xfrm>
              <a:off x="6598936" y="3290867"/>
              <a:ext cx="885426" cy="1186970"/>
              <a:chOff x="6595451" y="3286988"/>
              <a:chExt cx="885426" cy="1186970"/>
            </a:xfrm>
          </p:grpSpPr>
          <p:sp>
            <p:nvSpPr>
              <p:cNvPr id="4103" name="Google Shape;4103;p25"/>
              <p:cNvSpPr/>
              <p:nvPr/>
            </p:nvSpPr>
            <p:spPr>
              <a:xfrm rot="-6237134">
                <a:off x="6507692" y="3556610"/>
                <a:ext cx="1061262" cy="648351"/>
              </a:xfrm>
              <a:custGeom>
                <a:avLst/>
                <a:gdLst/>
                <a:ahLst/>
                <a:cxnLst/>
                <a:rect l="l" t="t" r="r" b="b"/>
                <a:pathLst>
                  <a:path w="20208" h="12345" extrusionOk="0">
                    <a:moveTo>
                      <a:pt x="14390" y="1103"/>
                    </a:moveTo>
                    <a:cubicBezTo>
                      <a:pt x="15524" y="1103"/>
                      <a:pt x="16666" y="1567"/>
                      <a:pt x="17495" y="2546"/>
                    </a:cubicBezTo>
                    <a:lnTo>
                      <a:pt x="17495" y="2546"/>
                    </a:lnTo>
                    <a:cubicBezTo>
                      <a:pt x="17317" y="2371"/>
                      <a:pt x="17126" y="2207"/>
                      <a:pt x="16913" y="2077"/>
                    </a:cubicBezTo>
                    <a:cubicBezTo>
                      <a:pt x="16737" y="1964"/>
                      <a:pt x="16561" y="1863"/>
                      <a:pt x="16385" y="1788"/>
                    </a:cubicBezTo>
                    <a:cubicBezTo>
                      <a:pt x="16259" y="1738"/>
                      <a:pt x="16146" y="1687"/>
                      <a:pt x="16020" y="1662"/>
                    </a:cubicBezTo>
                    <a:lnTo>
                      <a:pt x="15895" y="1625"/>
                    </a:lnTo>
                    <a:lnTo>
                      <a:pt x="15995" y="1700"/>
                    </a:lnTo>
                    <a:cubicBezTo>
                      <a:pt x="16071" y="1750"/>
                      <a:pt x="16171" y="1826"/>
                      <a:pt x="16297" y="1926"/>
                    </a:cubicBezTo>
                    <a:cubicBezTo>
                      <a:pt x="16624" y="2203"/>
                      <a:pt x="16901" y="2530"/>
                      <a:pt x="17140" y="2895"/>
                    </a:cubicBezTo>
                    <a:cubicBezTo>
                      <a:pt x="17290" y="3121"/>
                      <a:pt x="17416" y="3372"/>
                      <a:pt x="17517" y="3624"/>
                    </a:cubicBezTo>
                    <a:lnTo>
                      <a:pt x="17542" y="3674"/>
                    </a:lnTo>
                    <a:lnTo>
                      <a:pt x="17542" y="3699"/>
                    </a:lnTo>
                    <a:lnTo>
                      <a:pt x="17580" y="3825"/>
                    </a:lnTo>
                    <a:lnTo>
                      <a:pt x="17655" y="4052"/>
                    </a:lnTo>
                    <a:cubicBezTo>
                      <a:pt x="17668" y="4127"/>
                      <a:pt x="17693" y="4202"/>
                      <a:pt x="17705" y="4265"/>
                    </a:cubicBezTo>
                    <a:lnTo>
                      <a:pt x="17731" y="4378"/>
                    </a:lnTo>
                    <a:cubicBezTo>
                      <a:pt x="17731" y="4416"/>
                      <a:pt x="17731" y="4454"/>
                      <a:pt x="17743" y="4492"/>
                    </a:cubicBezTo>
                    <a:cubicBezTo>
                      <a:pt x="17781" y="4806"/>
                      <a:pt x="17793" y="5120"/>
                      <a:pt x="17768" y="5435"/>
                    </a:cubicBezTo>
                    <a:cubicBezTo>
                      <a:pt x="17718" y="5749"/>
                      <a:pt x="17643" y="6076"/>
                      <a:pt x="17542" y="6378"/>
                    </a:cubicBezTo>
                    <a:cubicBezTo>
                      <a:pt x="17416" y="6680"/>
                      <a:pt x="17265" y="6969"/>
                      <a:pt x="17077" y="7233"/>
                    </a:cubicBezTo>
                    <a:cubicBezTo>
                      <a:pt x="16888" y="7497"/>
                      <a:pt x="16674" y="7748"/>
                      <a:pt x="16435" y="7962"/>
                    </a:cubicBezTo>
                    <a:cubicBezTo>
                      <a:pt x="16373" y="8013"/>
                      <a:pt x="16322" y="8063"/>
                      <a:pt x="16259" y="8101"/>
                    </a:cubicBezTo>
                    <a:cubicBezTo>
                      <a:pt x="16196" y="8151"/>
                      <a:pt x="16134" y="8201"/>
                      <a:pt x="16071" y="8239"/>
                    </a:cubicBezTo>
                    <a:lnTo>
                      <a:pt x="16071" y="8251"/>
                    </a:lnTo>
                    <a:cubicBezTo>
                      <a:pt x="15945" y="8327"/>
                      <a:pt x="15819" y="8402"/>
                      <a:pt x="15681" y="8478"/>
                    </a:cubicBezTo>
                    <a:cubicBezTo>
                      <a:pt x="15442" y="8604"/>
                      <a:pt x="15178" y="8704"/>
                      <a:pt x="14914" y="8780"/>
                    </a:cubicBezTo>
                    <a:cubicBezTo>
                      <a:pt x="14552" y="8881"/>
                      <a:pt x="14169" y="8932"/>
                      <a:pt x="13785" y="8932"/>
                    </a:cubicBezTo>
                    <a:cubicBezTo>
                      <a:pt x="13742" y="8932"/>
                      <a:pt x="13699" y="8932"/>
                      <a:pt x="13656" y="8931"/>
                    </a:cubicBezTo>
                    <a:cubicBezTo>
                      <a:pt x="13493" y="8931"/>
                      <a:pt x="13367" y="8918"/>
                      <a:pt x="13279" y="8905"/>
                    </a:cubicBezTo>
                    <a:lnTo>
                      <a:pt x="13141" y="8893"/>
                    </a:lnTo>
                    <a:lnTo>
                      <a:pt x="13141" y="8893"/>
                    </a:lnTo>
                    <a:lnTo>
                      <a:pt x="13267" y="8956"/>
                    </a:lnTo>
                    <a:cubicBezTo>
                      <a:pt x="13380" y="9006"/>
                      <a:pt x="13493" y="9056"/>
                      <a:pt x="13619" y="9094"/>
                    </a:cubicBezTo>
                    <a:cubicBezTo>
                      <a:pt x="13807" y="9157"/>
                      <a:pt x="14008" y="9207"/>
                      <a:pt x="14210" y="9232"/>
                    </a:cubicBezTo>
                    <a:cubicBezTo>
                      <a:pt x="14380" y="9257"/>
                      <a:pt x="14551" y="9271"/>
                      <a:pt x="14721" y="9271"/>
                    </a:cubicBezTo>
                    <a:cubicBezTo>
                      <a:pt x="14815" y="9271"/>
                      <a:pt x="14908" y="9266"/>
                      <a:pt x="15002" y="9257"/>
                    </a:cubicBezTo>
                    <a:lnTo>
                      <a:pt x="15027" y="9257"/>
                    </a:lnTo>
                    <a:cubicBezTo>
                      <a:pt x="14798" y="9294"/>
                      <a:pt x="14572" y="9312"/>
                      <a:pt x="14351" y="9312"/>
                    </a:cubicBezTo>
                    <a:cubicBezTo>
                      <a:pt x="11562" y="9312"/>
                      <a:pt x="9501" y="6488"/>
                      <a:pt x="10538" y="3750"/>
                    </a:cubicBezTo>
                    <a:cubicBezTo>
                      <a:pt x="11195" y="2034"/>
                      <a:pt x="12784" y="1103"/>
                      <a:pt x="14390" y="1103"/>
                    </a:cubicBezTo>
                    <a:close/>
                    <a:moveTo>
                      <a:pt x="14373" y="1"/>
                    </a:moveTo>
                    <a:cubicBezTo>
                      <a:pt x="13856" y="1"/>
                      <a:pt x="13331" y="79"/>
                      <a:pt x="12814" y="241"/>
                    </a:cubicBezTo>
                    <a:cubicBezTo>
                      <a:pt x="10286" y="1034"/>
                      <a:pt x="8752" y="3586"/>
                      <a:pt x="9255" y="6189"/>
                    </a:cubicBezTo>
                    <a:cubicBezTo>
                      <a:pt x="9214" y="6166"/>
                      <a:pt x="9192" y="6156"/>
                      <a:pt x="9172" y="6156"/>
                    </a:cubicBezTo>
                    <a:cubicBezTo>
                      <a:pt x="9148" y="6156"/>
                      <a:pt x="9126" y="6169"/>
                      <a:pt x="9079" y="6189"/>
                    </a:cubicBezTo>
                    <a:lnTo>
                      <a:pt x="8979" y="6240"/>
                    </a:lnTo>
                    <a:cubicBezTo>
                      <a:pt x="8853" y="6302"/>
                      <a:pt x="8777" y="6428"/>
                      <a:pt x="8790" y="6566"/>
                    </a:cubicBezTo>
                    <a:lnTo>
                      <a:pt x="377" y="10402"/>
                    </a:lnTo>
                    <a:cubicBezTo>
                      <a:pt x="113" y="10528"/>
                      <a:pt x="0" y="10829"/>
                      <a:pt x="126" y="11081"/>
                    </a:cubicBezTo>
                    <a:lnTo>
                      <a:pt x="566" y="12049"/>
                    </a:lnTo>
                    <a:cubicBezTo>
                      <a:pt x="649" y="12234"/>
                      <a:pt x="835" y="12344"/>
                      <a:pt x="1028" y="12344"/>
                    </a:cubicBezTo>
                    <a:cubicBezTo>
                      <a:pt x="1096" y="12344"/>
                      <a:pt x="1166" y="12330"/>
                      <a:pt x="1232" y="12301"/>
                    </a:cubicBezTo>
                    <a:lnTo>
                      <a:pt x="9658" y="8453"/>
                    </a:lnTo>
                    <a:cubicBezTo>
                      <a:pt x="9720" y="8507"/>
                      <a:pt x="9793" y="8538"/>
                      <a:pt x="9869" y="8538"/>
                    </a:cubicBezTo>
                    <a:cubicBezTo>
                      <a:pt x="9915" y="8538"/>
                      <a:pt x="9962" y="8527"/>
                      <a:pt x="10010" y="8503"/>
                    </a:cubicBezTo>
                    <a:lnTo>
                      <a:pt x="10110" y="8465"/>
                    </a:lnTo>
                    <a:cubicBezTo>
                      <a:pt x="10198" y="8428"/>
                      <a:pt x="10198" y="8440"/>
                      <a:pt x="10223" y="8365"/>
                    </a:cubicBezTo>
                    <a:cubicBezTo>
                      <a:pt x="11240" y="9701"/>
                      <a:pt x="12796" y="10422"/>
                      <a:pt x="14381" y="10422"/>
                    </a:cubicBezTo>
                    <a:cubicBezTo>
                      <a:pt x="15285" y="10422"/>
                      <a:pt x="16199" y="10187"/>
                      <a:pt x="17026" y="9698"/>
                    </a:cubicBezTo>
                    <a:cubicBezTo>
                      <a:pt x="19302" y="8339"/>
                      <a:pt x="20208" y="5510"/>
                      <a:pt x="19126" y="3083"/>
                    </a:cubicBezTo>
                    <a:cubicBezTo>
                      <a:pt x="18267" y="1165"/>
                      <a:pt x="16376" y="1"/>
                      <a:pt x="143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25"/>
              <p:cNvSpPr/>
              <p:nvPr/>
            </p:nvSpPr>
            <p:spPr>
              <a:xfrm rot="-6237134">
                <a:off x="6860786" y="3687644"/>
                <a:ext cx="146627" cy="286335"/>
              </a:xfrm>
              <a:custGeom>
                <a:avLst/>
                <a:gdLst/>
                <a:ahLst/>
                <a:cxnLst/>
                <a:rect l="l" t="t" r="r" b="b"/>
                <a:pathLst>
                  <a:path w="2792" h="5452" extrusionOk="0">
                    <a:moveTo>
                      <a:pt x="2792" y="0"/>
                    </a:moveTo>
                    <a:lnTo>
                      <a:pt x="2792" y="0"/>
                    </a:lnTo>
                    <a:cubicBezTo>
                      <a:pt x="855" y="881"/>
                      <a:pt x="0" y="3169"/>
                      <a:pt x="881" y="5106"/>
                    </a:cubicBezTo>
                    <a:cubicBezTo>
                      <a:pt x="974" y="5305"/>
                      <a:pt x="1163" y="5452"/>
                      <a:pt x="1291" y="5452"/>
                    </a:cubicBezTo>
                    <a:cubicBezTo>
                      <a:pt x="1423" y="5452"/>
                      <a:pt x="1492" y="5299"/>
                      <a:pt x="1333" y="4892"/>
                    </a:cubicBezTo>
                    <a:cubicBezTo>
                      <a:pt x="1019" y="4100"/>
                      <a:pt x="717" y="3270"/>
                      <a:pt x="1170" y="2012"/>
                    </a:cubicBezTo>
                    <a:cubicBezTo>
                      <a:pt x="1497" y="1182"/>
                      <a:pt x="2063" y="491"/>
                      <a:pt x="27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25"/>
              <p:cNvSpPr/>
              <p:nvPr/>
            </p:nvSpPr>
            <p:spPr>
              <a:xfrm rot="-6237134">
                <a:off x="7086573" y="3850634"/>
                <a:ext cx="46267" cy="101730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937" extrusionOk="0">
                    <a:moveTo>
                      <a:pt x="0" y="0"/>
                    </a:moveTo>
                    <a:cubicBezTo>
                      <a:pt x="0" y="0"/>
                      <a:pt x="0" y="38"/>
                      <a:pt x="26" y="88"/>
                    </a:cubicBezTo>
                    <a:cubicBezTo>
                      <a:pt x="38" y="138"/>
                      <a:pt x="63" y="226"/>
                      <a:pt x="101" y="315"/>
                    </a:cubicBezTo>
                    <a:cubicBezTo>
                      <a:pt x="164" y="503"/>
                      <a:pt x="264" y="755"/>
                      <a:pt x="378" y="994"/>
                    </a:cubicBezTo>
                    <a:cubicBezTo>
                      <a:pt x="491" y="1232"/>
                      <a:pt x="617" y="1471"/>
                      <a:pt x="705" y="1647"/>
                    </a:cubicBezTo>
                    <a:cubicBezTo>
                      <a:pt x="755" y="1735"/>
                      <a:pt x="805" y="1811"/>
                      <a:pt x="830" y="1861"/>
                    </a:cubicBezTo>
                    <a:cubicBezTo>
                      <a:pt x="855" y="1911"/>
                      <a:pt x="881" y="1937"/>
                      <a:pt x="881" y="1937"/>
                    </a:cubicBezTo>
                    <a:cubicBezTo>
                      <a:pt x="881" y="1937"/>
                      <a:pt x="868" y="1911"/>
                      <a:pt x="855" y="1849"/>
                    </a:cubicBezTo>
                    <a:cubicBezTo>
                      <a:pt x="830" y="1798"/>
                      <a:pt x="805" y="1723"/>
                      <a:pt x="767" y="1622"/>
                    </a:cubicBezTo>
                    <a:cubicBezTo>
                      <a:pt x="705" y="1434"/>
                      <a:pt x="604" y="1182"/>
                      <a:pt x="491" y="943"/>
                    </a:cubicBezTo>
                    <a:cubicBezTo>
                      <a:pt x="378" y="704"/>
                      <a:pt x="264" y="465"/>
                      <a:pt x="164" y="289"/>
                    </a:cubicBezTo>
                    <a:cubicBezTo>
                      <a:pt x="114" y="201"/>
                      <a:pt x="76" y="138"/>
                      <a:pt x="38" y="76"/>
                    </a:cubicBezTo>
                    <a:cubicBezTo>
                      <a:pt x="13" y="2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0D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25"/>
              <p:cNvSpPr/>
              <p:nvPr/>
            </p:nvSpPr>
            <p:spPr>
              <a:xfrm rot="-6237134">
                <a:off x="7076025" y="3836907"/>
                <a:ext cx="49576" cy="107034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038" extrusionOk="0">
                    <a:moveTo>
                      <a:pt x="0" y="1"/>
                    </a:moveTo>
                    <a:cubicBezTo>
                      <a:pt x="0" y="1"/>
                      <a:pt x="13" y="38"/>
                      <a:pt x="38" y="89"/>
                    </a:cubicBezTo>
                    <a:cubicBezTo>
                      <a:pt x="50" y="152"/>
                      <a:pt x="88" y="240"/>
                      <a:pt x="126" y="340"/>
                    </a:cubicBezTo>
                    <a:cubicBezTo>
                      <a:pt x="189" y="529"/>
                      <a:pt x="302" y="793"/>
                      <a:pt x="415" y="1044"/>
                    </a:cubicBezTo>
                    <a:cubicBezTo>
                      <a:pt x="528" y="1296"/>
                      <a:pt x="654" y="1547"/>
                      <a:pt x="767" y="1736"/>
                    </a:cubicBezTo>
                    <a:cubicBezTo>
                      <a:pt x="818" y="1824"/>
                      <a:pt x="855" y="1899"/>
                      <a:pt x="893" y="1962"/>
                    </a:cubicBezTo>
                    <a:cubicBezTo>
                      <a:pt x="918" y="2013"/>
                      <a:pt x="943" y="2038"/>
                      <a:pt x="943" y="2038"/>
                    </a:cubicBezTo>
                    <a:cubicBezTo>
                      <a:pt x="943" y="2038"/>
                      <a:pt x="931" y="2013"/>
                      <a:pt x="906" y="1950"/>
                    </a:cubicBezTo>
                    <a:cubicBezTo>
                      <a:pt x="893" y="1887"/>
                      <a:pt x="868" y="1811"/>
                      <a:pt x="830" y="1711"/>
                    </a:cubicBezTo>
                    <a:cubicBezTo>
                      <a:pt x="755" y="1510"/>
                      <a:pt x="641" y="1246"/>
                      <a:pt x="528" y="994"/>
                    </a:cubicBezTo>
                    <a:cubicBezTo>
                      <a:pt x="415" y="743"/>
                      <a:pt x="289" y="491"/>
                      <a:pt x="189" y="302"/>
                    </a:cubicBezTo>
                    <a:cubicBezTo>
                      <a:pt x="126" y="214"/>
                      <a:pt x="88" y="139"/>
                      <a:pt x="50" y="89"/>
                    </a:cubicBezTo>
                    <a:cubicBezTo>
                      <a:pt x="25" y="26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0D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25"/>
              <p:cNvSpPr/>
              <p:nvPr/>
            </p:nvSpPr>
            <p:spPr>
              <a:xfrm rot="-6237134">
                <a:off x="7127467" y="4003408"/>
                <a:ext cx="357955" cy="163860"/>
              </a:xfrm>
              <a:custGeom>
                <a:avLst/>
                <a:gdLst/>
                <a:ahLst/>
                <a:cxnLst/>
                <a:rect l="l" t="t" r="r" b="b"/>
                <a:pathLst>
                  <a:path w="6816" h="3120" extrusionOk="0">
                    <a:moveTo>
                      <a:pt x="6816" y="1"/>
                    </a:moveTo>
                    <a:cubicBezTo>
                      <a:pt x="6816" y="1"/>
                      <a:pt x="6375" y="164"/>
                      <a:pt x="5722" y="428"/>
                    </a:cubicBezTo>
                    <a:cubicBezTo>
                      <a:pt x="5395" y="567"/>
                      <a:pt x="5017" y="717"/>
                      <a:pt x="4615" y="906"/>
                    </a:cubicBezTo>
                    <a:cubicBezTo>
                      <a:pt x="4414" y="994"/>
                      <a:pt x="4213" y="1082"/>
                      <a:pt x="3999" y="1170"/>
                    </a:cubicBezTo>
                    <a:lnTo>
                      <a:pt x="3358" y="1459"/>
                    </a:lnTo>
                    <a:lnTo>
                      <a:pt x="2729" y="1749"/>
                    </a:lnTo>
                    <a:cubicBezTo>
                      <a:pt x="2515" y="1849"/>
                      <a:pt x="2314" y="1950"/>
                      <a:pt x="2113" y="2038"/>
                    </a:cubicBezTo>
                    <a:cubicBezTo>
                      <a:pt x="1723" y="2239"/>
                      <a:pt x="1358" y="2415"/>
                      <a:pt x="1044" y="2579"/>
                    </a:cubicBezTo>
                    <a:cubicBezTo>
                      <a:pt x="415" y="2893"/>
                      <a:pt x="0" y="3119"/>
                      <a:pt x="0" y="3119"/>
                    </a:cubicBezTo>
                    <a:cubicBezTo>
                      <a:pt x="0" y="3119"/>
                      <a:pt x="453" y="2968"/>
                      <a:pt x="1107" y="2704"/>
                    </a:cubicBezTo>
                    <a:cubicBezTo>
                      <a:pt x="1434" y="2566"/>
                      <a:pt x="1811" y="2415"/>
                      <a:pt x="2201" y="2226"/>
                    </a:cubicBezTo>
                    <a:cubicBezTo>
                      <a:pt x="2402" y="2138"/>
                      <a:pt x="2616" y="2050"/>
                      <a:pt x="2829" y="1962"/>
                    </a:cubicBezTo>
                    <a:lnTo>
                      <a:pt x="3471" y="1673"/>
                    </a:lnTo>
                    <a:lnTo>
                      <a:pt x="4100" y="1384"/>
                    </a:lnTo>
                    <a:cubicBezTo>
                      <a:pt x="4301" y="1283"/>
                      <a:pt x="4502" y="1183"/>
                      <a:pt x="4703" y="1095"/>
                    </a:cubicBezTo>
                    <a:cubicBezTo>
                      <a:pt x="5106" y="894"/>
                      <a:pt x="5470" y="717"/>
                      <a:pt x="5785" y="554"/>
                    </a:cubicBezTo>
                    <a:cubicBezTo>
                      <a:pt x="6413" y="240"/>
                      <a:pt x="6816" y="1"/>
                      <a:pt x="6816" y="1"/>
                    </a:cubicBezTo>
                    <a:close/>
                  </a:path>
                </a:pathLst>
              </a:custGeom>
              <a:solidFill>
                <a:srgbClr val="F0D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25"/>
              <p:cNvSpPr/>
              <p:nvPr/>
            </p:nvSpPr>
            <p:spPr>
              <a:xfrm rot="-6237134">
                <a:off x="7036206" y="3995555"/>
                <a:ext cx="453746" cy="257607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4905" extrusionOk="0">
                    <a:moveTo>
                      <a:pt x="8614" y="0"/>
                    </a:moveTo>
                    <a:lnTo>
                      <a:pt x="315" y="3785"/>
                    </a:lnTo>
                    <a:cubicBezTo>
                      <a:pt x="63" y="3886"/>
                      <a:pt x="1" y="4062"/>
                      <a:pt x="101" y="4275"/>
                    </a:cubicBezTo>
                    <a:lnTo>
                      <a:pt x="328" y="4766"/>
                    </a:lnTo>
                    <a:cubicBezTo>
                      <a:pt x="328" y="4766"/>
                      <a:pt x="290" y="4590"/>
                      <a:pt x="491" y="4313"/>
                    </a:cubicBezTo>
                    <a:lnTo>
                      <a:pt x="340" y="3835"/>
                    </a:lnTo>
                    <a:lnTo>
                      <a:pt x="969" y="4904"/>
                    </a:lnTo>
                    <a:lnTo>
                      <a:pt x="969" y="4904"/>
                    </a:lnTo>
                    <a:lnTo>
                      <a:pt x="705" y="4074"/>
                    </a:lnTo>
                    <a:cubicBezTo>
                      <a:pt x="981" y="3835"/>
                      <a:pt x="1283" y="3634"/>
                      <a:pt x="1610" y="3483"/>
                    </a:cubicBezTo>
                    <a:cubicBezTo>
                      <a:pt x="2641" y="2955"/>
                      <a:pt x="6087" y="1258"/>
                      <a:pt x="7860" y="377"/>
                    </a:cubicBezTo>
                    <a:lnTo>
                      <a:pt x="8640" y="1874"/>
                    </a:lnTo>
                    <a:lnTo>
                      <a:pt x="8011" y="302"/>
                    </a:lnTo>
                    <a:cubicBezTo>
                      <a:pt x="8262" y="176"/>
                      <a:pt x="8463" y="76"/>
                      <a:pt x="8614" y="0"/>
                    </a:cubicBezTo>
                    <a:close/>
                  </a:path>
                </a:pathLst>
              </a:custGeom>
              <a:solidFill>
                <a:srgbClr val="F0D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25"/>
              <p:cNvSpPr/>
              <p:nvPr/>
            </p:nvSpPr>
            <p:spPr>
              <a:xfrm rot="-6237134">
                <a:off x="6656968" y="3433813"/>
                <a:ext cx="521125" cy="488535"/>
              </a:xfrm>
              <a:custGeom>
                <a:avLst/>
                <a:gdLst/>
                <a:ahLst/>
                <a:cxnLst/>
                <a:rect l="l" t="t" r="r" b="b"/>
                <a:pathLst>
                  <a:path w="9923" h="9302" extrusionOk="0">
                    <a:moveTo>
                      <a:pt x="4972" y="0"/>
                    </a:moveTo>
                    <a:cubicBezTo>
                      <a:pt x="4820" y="0"/>
                      <a:pt x="4668" y="7"/>
                      <a:pt x="4515" y="21"/>
                    </a:cubicBezTo>
                    <a:cubicBezTo>
                      <a:pt x="4427" y="21"/>
                      <a:pt x="4339" y="21"/>
                      <a:pt x="4251" y="46"/>
                    </a:cubicBezTo>
                    <a:lnTo>
                      <a:pt x="3987" y="97"/>
                    </a:lnTo>
                    <a:cubicBezTo>
                      <a:pt x="3811" y="122"/>
                      <a:pt x="3635" y="172"/>
                      <a:pt x="3471" y="223"/>
                    </a:cubicBezTo>
                    <a:lnTo>
                      <a:pt x="3333" y="260"/>
                    </a:lnTo>
                    <a:lnTo>
                      <a:pt x="3220" y="311"/>
                    </a:lnTo>
                    <a:lnTo>
                      <a:pt x="2981" y="411"/>
                    </a:lnTo>
                    <a:cubicBezTo>
                      <a:pt x="2931" y="424"/>
                      <a:pt x="2906" y="436"/>
                      <a:pt x="2855" y="461"/>
                    </a:cubicBezTo>
                    <a:lnTo>
                      <a:pt x="2742" y="512"/>
                    </a:lnTo>
                    <a:lnTo>
                      <a:pt x="2503" y="638"/>
                    </a:lnTo>
                    <a:cubicBezTo>
                      <a:pt x="1925" y="952"/>
                      <a:pt x="1422" y="1392"/>
                      <a:pt x="1019" y="1920"/>
                    </a:cubicBezTo>
                    <a:cubicBezTo>
                      <a:pt x="667" y="2398"/>
                      <a:pt x="391" y="2926"/>
                      <a:pt x="215" y="3492"/>
                    </a:cubicBezTo>
                    <a:cubicBezTo>
                      <a:pt x="64" y="3957"/>
                      <a:pt x="1" y="4448"/>
                      <a:pt x="13" y="4951"/>
                    </a:cubicBezTo>
                    <a:lnTo>
                      <a:pt x="13" y="5102"/>
                    </a:lnTo>
                    <a:cubicBezTo>
                      <a:pt x="13" y="5164"/>
                      <a:pt x="13" y="5215"/>
                      <a:pt x="26" y="5265"/>
                    </a:cubicBezTo>
                    <a:lnTo>
                      <a:pt x="51" y="5554"/>
                    </a:lnTo>
                    <a:cubicBezTo>
                      <a:pt x="76" y="5743"/>
                      <a:pt x="127" y="5919"/>
                      <a:pt x="152" y="6070"/>
                    </a:cubicBezTo>
                    <a:lnTo>
                      <a:pt x="277" y="6472"/>
                    </a:lnTo>
                    <a:cubicBezTo>
                      <a:pt x="303" y="6598"/>
                      <a:pt x="353" y="6686"/>
                      <a:pt x="391" y="6761"/>
                    </a:cubicBezTo>
                    <a:lnTo>
                      <a:pt x="491" y="7000"/>
                    </a:lnTo>
                    <a:lnTo>
                      <a:pt x="403" y="6761"/>
                    </a:lnTo>
                    <a:cubicBezTo>
                      <a:pt x="378" y="6673"/>
                      <a:pt x="328" y="6585"/>
                      <a:pt x="303" y="6460"/>
                    </a:cubicBezTo>
                    <a:lnTo>
                      <a:pt x="189" y="6057"/>
                    </a:lnTo>
                    <a:cubicBezTo>
                      <a:pt x="164" y="5906"/>
                      <a:pt x="139" y="5743"/>
                      <a:pt x="114" y="5554"/>
                    </a:cubicBezTo>
                    <a:lnTo>
                      <a:pt x="101" y="5265"/>
                    </a:lnTo>
                    <a:cubicBezTo>
                      <a:pt x="101" y="5215"/>
                      <a:pt x="101" y="5152"/>
                      <a:pt x="89" y="5102"/>
                    </a:cubicBezTo>
                    <a:lnTo>
                      <a:pt x="89" y="4951"/>
                    </a:lnTo>
                    <a:cubicBezTo>
                      <a:pt x="114" y="3882"/>
                      <a:pt x="491" y="2863"/>
                      <a:pt x="1158" y="2033"/>
                    </a:cubicBezTo>
                    <a:cubicBezTo>
                      <a:pt x="1548" y="1530"/>
                      <a:pt x="2038" y="1128"/>
                      <a:pt x="2604" y="826"/>
                    </a:cubicBezTo>
                    <a:lnTo>
                      <a:pt x="2818" y="713"/>
                    </a:lnTo>
                    <a:lnTo>
                      <a:pt x="2931" y="650"/>
                    </a:lnTo>
                    <a:lnTo>
                      <a:pt x="3044" y="600"/>
                    </a:lnTo>
                    <a:lnTo>
                      <a:pt x="3283" y="512"/>
                    </a:lnTo>
                    <a:lnTo>
                      <a:pt x="3396" y="461"/>
                    </a:lnTo>
                    <a:lnTo>
                      <a:pt x="3522" y="436"/>
                    </a:lnTo>
                    <a:cubicBezTo>
                      <a:pt x="3685" y="386"/>
                      <a:pt x="3849" y="336"/>
                      <a:pt x="4012" y="311"/>
                    </a:cubicBezTo>
                    <a:lnTo>
                      <a:pt x="4264" y="273"/>
                    </a:lnTo>
                    <a:cubicBezTo>
                      <a:pt x="4352" y="248"/>
                      <a:pt x="4440" y="248"/>
                      <a:pt x="4515" y="248"/>
                    </a:cubicBezTo>
                    <a:cubicBezTo>
                      <a:pt x="4643" y="237"/>
                      <a:pt x="4771" y="232"/>
                      <a:pt x="4899" y="232"/>
                    </a:cubicBezTo>
                    <a:cubicBezTo>
                      <a:pt x="6174" y="232"/>
                      <a:pt x="7410" y="742"/>
                      <a:pt x="8313" y="1656"/>
                    </a:cubicBezTo>
                    <a:cubicBezTo>
                      <a:pt x="8778" y="2146"/>
                      <a:pt x="9155" y="2725"/>
                      <a:pt x="9382" y="3354"/>
                    </a:cubicBezTo>
                    <a:cubicBezTo>
                      <a:pt x="9608" y="3957"/>
                      <a:pt x="9721" y="4586"/>
                      <a:pt x="9696" y="5227"/>
                    </a:cubicBezTo>
                    <a:cubicBezTo>
                      <a:pt x="9658" y="6284"/>
                      <a:pt x="9268" y="7302"/>
                      <a:pt x="8589" y="8119"/>
                    </a:cubicBezTo>
                    <a:lnTo>
                      <a:pt x="8489" y="8245"/>
                    </a:lnTo>
                    <a:cubicBezTo>
                      <a:pt x="8451" y="8283"/>
                      <a:pt x="8413" y="8321"/>
                      <a:pt x="8388" y="8358"/>
                    </a:cubicBezTo>
                    <a:lnTo>
                      <a:pt x="8174" y="8572"/>
                    </a:lnTo>
                    <a:cubicBezTo>
                      <a:pt x="8036" y="8698"/>
                      <a:pt x="7910" y="8799"/>
                      <a:pt x="7785" y="8899"/>
                    </a:cubicBezTo>
                    <a:lnTo>
                      <a:pt x="7445" y="9138"/>
                    </a:lnTo>
                    <a:cubicBezTo>
                      <a:pt x="7344" y="9214"/>
                      <a:pt x="7244" y="9251"/>
                      <a:pt x="7181" y="9302"/>
                    </a:cubicBezTo>
                    <a:cubicBezTo>
                      <a:pt x="7256" y="9264"/>
                      <a:pt x="7357" y="9226"/>
                      <a:pt x="7458" y="9163"/>
                    </a:cubicBezTo>
                    <a:lnTo>
                      <a:pt x="7810" y="8937"/>
                    </a:lnTo>
                    <a:cubicBezTo>
                      <a:pt x="7936" y="8849"/>
                      <a:pt x="8074" y="8736"/>
                      <a:pt x="8225" y="8622"/>
                    </a:cubicBezTo>
                    <a:lnTo>
                      <a:pt x="8438" y="8409"/>
                    </a:lnTo>
                    <a:cubicBezTo>
                      <a:pt x="8476" y="8384"/>
                      <a:pt x="8514" y="8346"/>
                      <a:pt x="8552" y="8308"/>
                    </a:cubicBezTo>
                    <a:lnTo>
                      <a:pt x="8652" y="8182"/>
                    </a:lnTo>
                    <a:cubicBezTo>
                      <a:pt x="8992" y="7818"/>
                      <a:pt x="9256" y="7390"/>
                      <a:pt x="9457" y="6937"/>
                    </a:cubicBezTo>
                    <a:cubicBezTo>
                      <a:pt x="9696" y="6397"/>
                      <a:pt x="9847" y="5818"/>
                      <a:pt x="9885" y="5227"/>
                    </a:cubicBezTo>
                    <a:cubicBezTo>
                      <a:pt x="9922" y="4561"/>
                      <a:pt x="9822" y="3907"/>
                      <a:pt x="9595" y="3278"/>
                    </a:cubicBezTo>
                    <a:cubicBezTo>
                      <a:pt x="9356" y="2612"/>
                      <a:pt x="8979" y="2008"/>
                      <a:pt x="8489" y="1505"/>
                    </a:cubicBezTo>
                    <a:cubicBezTo>
                      <a:pt x="7564" y="535"/>
                      <a:pt x="6295" y="0"/>
                      <a:pt x="49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25"/>
              <p:cNvSpPr/>
              <p:nvPr/>
            </p:nvSpPr>
            <p:spPr>
              <a:xfrm rot="-6237134">
                <a:off x="6507192" y="3556219"/>
                <a:ext cx="1061944" cy="648509"/>
              </a:xfrm>
              <a:custGeom>
                <a:avLst/>
                <a:gdLst/>
                <a:ahLst/>
                <a:cxnLst/>
                <a:rect l="l" t="t" r="r" b="b"/>
                <a:pathLst>
                  <a:path w="20221" h="12348" extrusionOk="0">
                    <a:moveTo>
                      <a:pt x="9180" y="6268"/>
                    </a:moveTo>
                    <a:cubicBezTo>
                      <a:pt x="9180" y="6268"/>
                      <a:pt x="9192" y="6305"/>
                      <a:pt x="9230" y="6356"/>
                    </a:cubicBezTo>
                    <a:cubicBezTo>
                      <a:pt x="9255" y="6406"/>
                      <a:pt x="9305" y="6481"/>
                      <a:pt x="9356" y="6582"/>
                    </a:cubicBezTo>
                    <a:cubicBezTo>
                      <a:pt x="9456" y="6758"/>
                      <a:pt x="9582" y="7010"/>
                      <a:pt x="9695" y="7261"/>
                    </a:cubicBezTo>
                    <a:cubicBezTo>
                      <a:pt x="9808" y="7525"/>
                      <a:pt x="9922" y="7777"/>
                      <a:pt x="9997" y="7978"/>
                    </a:cubicBezTo>
                    <a:cubicBezTo>
                      <a:pt x="10035" y="8078"/>
                      <a:pt x="10060" y="8154"/>
                      <a:pt x="10073" y="8217"/>
                    </a:cubicBezTo>
                    <a:cubicBezTo>
                      <a:pt x="10098" y="8280"/>
                      <a:pt x="10110" y="8317"/>
                      <a:pt x="10110" y="8317"/>
                    </a:cubicBezTo>
                    <a:cubicBezTo>
                      <a:pt x="10110" y="8317"/>
                      <a:pt x="10085" y="8280"/>
                      <a:pt x="10060" y="8229"/>
                    </a:cubicBezTo>
                    <a:cubicBezTo>
                      <a:pt x="10022" y="8179"/>
                      <a:pt x="9985" y="8104"/>
                      <a:pt x="9934" y="8003"/>
                    </a:cubicBezTo>
                    <a:cubicBezTo>
                      <a:pt x="9834" y="7827"/>
                      <a:pt x="9708" y="7575"/>
                      <a:pt x="9582" y="7311"/>
                    </a:cubicBezTo>
                    <a:cubicBezTo>
                      <a:pt x="9469" y="7060"/>
                      <a:pt x="9368" y="6808"/>
                      <a:pt x="9293" y="6607"/>
                    </a:cubicBezTo>
                    <a:cubicBezTo>
                      <a:pt x="9255" y="6507"/>
                      <a:pt x="9230" y="6419"/>
                      <a:pt x="9205" y="6368"/>
                    </a:cubicBezTo>
                    <a:cubicBezTo>
                      <a:pt x="9180" y="6305"/>
                      <a:pt x="9180" y="6268"/>
                      <a:pt x="9180" y="6268"/>
                    </a:cubicBezTo>
                    <a:close/>
                    <a:moveTo>
                      <a:pt x="8953" y="6431"/>
                    </a:moveTo>
                    <a:cubicBezTo>
                      <a:pt x="8953" y="6431"/>
                      <a:pt x="8966" y="6469"/>
                      <a:pt x="9004" y="6519"/>
                    </a:cubicBezTo>
                    <a:cubicBezTo>
                      <a:pt x="9029" y="6569"/>
                      <a:pt x="9079" y="6632"/>
                      <a:pt x="9117" y="6720"/>
                    </a:cubicBezTo>
                    <a:cubicBezTo>
                      <a:pt x="9217" y="6896"/>
                      <a:pt x="9343" y="7135"/>
                      <a:pt x="9444" y="7374"/>
                    </a:cubicBezTo>
                    <a:cubicBezTo>
                      <a:pt x="9557" y="7626"/>
                      <a:pt x="9658" y="7865"/>
                      <a:pt x="9733" y="8053"/>
                    </a:cubicBezTo>
                    <a:cubicBezTo>
                      <a:pt x="9758" y="8154"/>
                      <a:pt x="9783" y="8229"/>
                      <a:pt x="9808" y="8292"/>
                    </a:cubicBezTo>
                    <a:cubicBezTo>
                      <a:pt x="9821" y="8342"/>
                      <a:pt x="9834" y="8380"/>
                      <a:pt x="9834" y="8380"/>
                    </a:cubicBezTo>
                    <a:cubicBezTo>
                      <a:pt x="9834" y="8380"/>
                      <a:pt x="9808" y="8342"/>
                      <a:pt x="9783" y="8292"/>
                    </a:cubicBezTo>
                    <a:cubicBezTo>
                      <a:pt x="9758" y="8242"/>
                      <a:pt x="9708" y="8179"/>
                      <a:pt x="9670" y="8091"/>
                    </a:cubicBezTo>
                    <a:cubicBezTo>
                      <a:pt x="9570" y="7915"/>
                      <a:pt x="9444" y="7676"/>
                      <a:pt x="9331" y="7425"/>
                    </a:cubicBezTo>
                    <a:cubicBezTo>
                      <a:pt x="9230" y="7186"/>
                      <a:pt x="9129" y="6947"/>
                      <a:pt x="9054" y="6758"/>
                    </a:cubicBezTo>
                    <a:cubicBezTo>
                      <a:pt x="9016" y="6657"/>
                      <a:pt x="8991" y="6582"/>
                      <a:pt x="8979" y="6519"/>
                    </a:cubicBezTo>
                    <a:cubicBezTo>
                      <a:pt x="8953" y="6469"/>
                      <a:pt x="8953" y="6431"/>
                      <a:pt x="8953" y="6431"/>
                    </a:cubicBezTo>
                    <a:close/>
                    <a:moveTo>
                      <a:pt x="14375" y="1114"/>
                    </a:moveTo>
                    <a:cubicBezTo>
                      <a:pt x="15571" y="1114"/>
                      <a:pt x="16747" y="1635"/>
                      <a:pt x="17555" y="2621"/>
                    </a:cubicBezTo>
                    <a:lnTo>
                      <a:pt x="17517" y="2583"/>
                    </a:lnTo>
                    <a:cubicBezTo>
                      <a:pt x="17341" y="2395"/>
                      <a:pt x="17127" y="2219"/>
                      <a:pt x="16913" y="2080"/>
                    </a:cubicBezTo>
                    <a:cubicBezTo>
                      <a:pt x="16737" y="1967"/>
                      <a:pt x="16561" y="1866"/>
                      <a:pt x="16373" y="1791"/>
                    </a:cubicBezTo>
                    <a:cubicBezTo>
                      <a:pt x="16259" y="1741"/>
                      <a:pt x="16134" y="1703"/>
                      <a:pt x="16020" y="1665"/>
                    </a:cubicBezTo>
                    <a:lnTo>
                      <a:pt x="15882" y="1628"/>
                    </a:lnTo>
                    <a:lnTo>
                      <a:pt x="15995" y="1703"/>
                    </a:lnTo>
                    <a:cubicBezTo>
                      <a:pt x="16071" y="1753"/>
                      <a:pt x="16159" y="1841"/>
                      <a:pt x="16284" y="1942"/>
                    </a:cubicBezTo>
                    <a:cubicBezTo>
                      <a:pt x="16611" y="2219"/>
                      <a:pt x="16901" y="2533"/>
                      <a:pt x="17140" y="2898"/>
                    </a:cubicBezTo>
                    <a:cubicBezTo>
                      <a:pt x="17290" y="3124"/>
                      <a:pt x="17416" y="3375"/>
                      <a:pt x="17517" y="3627"/>
                    </a:cubicBezTo>
                    <a:lnTo>
                      <a:pt x="17529" y="3677"/>
                    </a:lnTo>
                    <a:lnTo>
                      <a:pt x="17542" y="3715"/>
                    </a:lnTo>
                    <a:lnTo>
                      <a:pt x="17580" y="3828"/>
                    </a:lnTo>
                    <a:lnTo>
                      <a:pt x="17655" y="4055"/>
                    </a:lnTo>
                    <a:cubicBezTo>
                      <a:pt x="17668" y="4130"/>
                      <a:pt x="17680" y="4205"/>
                      <a:pt x="17705" y="4268"/>
                    </a:cubicBezTo>
                    <a:lnTo>
                      <a:pt x="17718" y="4381"/>
                    </a:lnTo>
                    <a:cubicBezTo>
                      <a:pt x="17718" y="4419"/>
                      <a:pt x="17731" y="4457"/>
                      <a:pt x="17743" y="4495"/>
                    </a:cubicBezTo>
                    <a:cubicBezTo>
                      <a:pt x="17781" y="4809"/>
                      <a:pt x="17793" y="5123"/>
                      <a:pt x="17756" y="5438"/>
                    </a:cubicBezTo>
                    <a:cubicBezTo>
                      <a:pt x="17718" y="5765"/>
                      <a:pt x="17643" y="6079"/>
                      <a:pt x="17529" y="6381"/>
                    </a:cubicBezTo>
                    <a:cubicBezTo>
                      <a:pt x="17416" y="6683"/>
                      <a:pt x="17265" y="6972"/>
                      <a:pt x="17077" y="7248"/>
                    </a:cubicBezTo>
                    <a:cubicBezTo>
                      <a:pt x="16888" y="7513"/>
                      <a:pt x="16674" y="7751"/>
                      <a:pt x="16435" y="7965"/>
                    </a:cubicBezTo>
                    <a:cubicBezTo>
                      <a:pt x="16373" y="8016"/>
                      <a:pt x="16322" y="8066"/>
                      <a:pt x="16259" y="8104"/>
                    </a:cubicBezTo>
                    <a:cubicBezTo>
                      <a:pt x="16196" y="8154"/>
                      <a:pt x="16134" y="8204"/>
                      <a:pt x="16071" y="8242"/>
                    </a:cubicBezTo>
                    <a:cubicBezTo>
                      <a:pt x="15945" y="8317"/>
                      <a:pt x="15819" y="8405"/>
                      <a:pt x="15681" y="8468"/>
                    </a:cubicBezTo>
                    <a:cubicBezTo>
                      <a:pt x="15442" y="8594"/>
                      <a:pt x="15178" y="8695"/>
                      <a:pt x="14914" y="8770"/>
                    </a:cubicBezTo>
                    <a:cubicBezTo>
                      <a:pt x="14499" y="8883"/>
                      <a:pt x="14071" y="8934"/>
                      <a:pt x="13644" y="8934"/>
                    </a:cubicBezTo>
                    <a:cubicBezTo>
                      <a:pt x="13493" y="8934"/>
                      <a:pt x="13367" y="8921"/>
                      <a:pt x="13279" y="8908"/>
                    </a:cubicBezTo>
                    <a:lnTo>
                      <a:pt x="13141" y="8896"/>
                    </a:lnTo>
                    <a:lnTo>
                      <a:pt x="13141" y="8896"/>
                    </a:lnTo>
                    <a:lnTo>
                      <a:pt x="13267" y="8959"/>
                    </a:lnTo>
                    <a:cubicBezTo>
                      <a:pt x="13380" y="9009"/>
                      <a:pt x="13493" y="9059"/>
                      <a:pt x="13619" y="9097"/>
                    </a:cubicBezTo>
                    <a:cubicBezTo>
                      <a:pt x="13807" y="9160"/>
                      <a:pt x="14008" y="9210"/>
                      <a:pt x="14210" y="9235"/>
                    </a:cubicBezTo>
                    <a:cubicBezTo>
                      <a:pt x="14377" y="9259"/>
                      <a:pt x="14544" y="9268"/>
                      <a:pt x="14712" y="9268"/>
                    </a:cubicBezTo>
                    <a:cubicBezTo>
                      <a:pt x="14809" y="9268"/>
                      <a:pt x="14905" y="9265"/>
                      <a:pt x="15002" y="9260"/>
                    </a:cubicBezTo>
                    <a:lnTo>
                      <a:pt x="15027" y="9260"/>
                    </a:lnTo>
                    <a:cubicBezTo>
                      <a:pt x="14810" y="9295"/>
                      <a:pt x="14593" y="9312"/>
                      <a:pt x="14378" y="9312"/>
                    </a:cubicBezTo>
                    <a:cubicBezTo>
                      <a:pt x="12790" y="9312"/>
                      <a:pt x="11314" y="8393"/>
                      <a:pt x="10638" y="6909"/>
                    </a:cubicBezTo>
                    <a:cubicBezTo>
                      <a:pt x="9796" y="5035"/>
                      <a:pt x="10462" y="2822"/>
                      <a:pt x="12210" y="1728"/>
                    </a:cubicBezTo>
                    <a:cubicBezTo>
                      <a:pt x="12884" y="1314"/>
                      <a:pt x="13633" y="1114"/>
                      <a:pt x="14375" y="1114"/>
                    </a:cubicBezTo>
                    <a:close/>
                    <a:moveTo>
                      <a:pt x="14412" y="223"/>
                    </a:moveTo>
                    <a:cubicBezTo>
                      <a:pt x="15727" y="223"/>
                      <a:pt x="17006" y="758"/>
                      <a:pt x="17919" y="1728"/>
                    </a:cubicBezTo>
                    <a:cubicBezTo>
                      <a:pt x="18422" y="2231"/>
                      <a:pt x="18799" y="2835"/>
                      <a:pt x="19038" y="3501"/>
                    </a:cubicBezTo>
                    <a:cubicBezTo>
                      <a:pt x="19265" y="4130"/>
                      <a:pt x="19365" y="4784"/>
                      <a:pt x="19328" y="5450"/>
                    </a:cubicBezTo>
                    <a:cubicBezTo>
                      <a:pt x="19290" y="6041"/>
                      <a:pt x="19139" y="6620"/>
                      <a:pt x="18900" y="7148"/>
                    </a:cubicBezTo>
                    <a:cubicBezTo>
                      <a:pt x="18699" y="7613"/>
                      <a:pt x="18435" y="8028"/>
                      <a:pt x="18108" y="8393"/>
                    </a:cubicBezTo>
                    <a:lnTo>
                      <a:pt x="17995" y="8531"/>
                    </a:lnTo>
                    <a:cubicBezTo>
                      <a:pt x="17957" y="8569"/>
                      <a:pt x="17919" y="8594"/>
                      <a:pt x="17881" y="8632"/>
                    </a:cubicBezTo>
                    <a:lnTo>
                      <a:pt x="17668" y="8833"/>
                    </a:lnTo>
                    <a:cubicBezTo>
                      <a:pt x="17529" y="8959"/>
                      <a:pt x="17379" y="9059"/>
                      <a:pt x="17265" y="9160"/>
                    </a:cubicBezTo>
                    <a:lnTo>
                      <a:pt x="16913" y="9374"/>
                    </a:lnTo>
                    <a:cubicBezTo>
                      <a:pt x="16800" y="9449"/>
                      <a:pt x="16712" y="9487"/>
                      <a:pt x="16637" y="9525"/>
                    </a:cubicBezTo>
                    <a:lnTo>
                      <a:pt x="16398" y="9638"/>
                    </a:lnTo>
                    <a:lnTo>
                      <a:pt x="16624" y="9512"/>
                    </a:lnTo>
                    <a:cubicBezTo>
                      <a:pt x="16699" y="9462"/>
                      <a:pt x="16800" y="9424"/>
                      <a:pt x="16901" y="9348"/>
                    </a:cubicBezTo>
                    <a:lnTo>
                      <a:pt x="17240" y="9122"/>
                    </a:lnTo>
                    <a:cubicBezTo>
                      <a:pt x="17353" y="9009"/>
                      <a:pt x="17492" y="8908"/>
                      <a:pt x="17630" y="8783"/>
                    </a:cubicBezTo>
                    <a:lnTo>
                      <a:pt x="17831" y="8569"/>
                    </a:lnTo>
                    <a:cubicBezTo>
                      <a:pt x="17869" y="8531"/>
                      <a:pt x="17907" y="8506"/>
                      <a:pt x="17944" y="8456"/>
                    </a:cubicBezTo>
                    <a:lnTo>
                      <a:pt x="18045" y="8342"/>
                    </a:lnTo>
                    <a:cubicBezTo>
                      <a:pt x="18711" y="7513"/>
                      <a:pt x="19101" y="6507"/>
                      <a:pt x="19139" y="5450"/>
                    </a:cubicBezTo>
                    <a:cubicBezTo>
                      <a:pt x="19164" y="4822"/>
                      <a:pt x="19064" y="4180"/>
                      <a:pt x="18850" y="3589"/>
                    </a:cubicBezTo>
                    <a:cubicBezTo>
                      <a:pt x="18611" y="2960"/>
                      <a:pt x="18246" y="2369"/>
                      <a:pt x="17768" y="1892"/>
                    </a:cubicBezTo>
                    <a:cubicBezTo>
                      <a:pt x="16865" y="977"/>
                      <a:pt x="15640" y="468"/>
                      <a:pt x="14367" y="468"/>
                    </a:cubicBezTo>
                    <a:cubicBezTo>
                      <a:pt x="14239" y="468"/>
                      <a:pt x="14111" y="473"/>
                      <a:pt x="13983" y="483"/>
                    </a:cubicBezTo>
                    <a:cubicBezTo>
                      <a:pt x="13895" y="483"/>
                      <a:pt x="13807" y="483"/>
                      <a:pt x="13732" y="496"/>
                    </a:cubicBezTo>
                    <a:lnTo>
                      <a:pt x="13468" y="546"/>
                    </a:lnTo>
                    <a:cubicBezTo>
                      <a:pt x="13304" y="571"/>
                      <a:pt x="13141" y="609"/>
                      <a:pt x="12977" y="659"/>
                    </a:cubicBezTo>
                    <a:lnTo>
                      <a:pt x="12864" y="697"/>
                    </a:lnTo>
                    <a:lnTo>
                      <a:pt x="12738" y="747"/>
                    </a:lnTo>
                    <a:lnTo>
                      <a:pt x="12499" y="835"/>
                    </a:lnTo>
                    <a:lnTo>
                      <a:pt x="12386" y="886"/>
                    </a:lnTo>
                    <a:lnTo>
                      <a:pt x="12286" y="936"/>
                    </a:lnTo>
                    <a:lnTo>
                      <a:pt x="12059" y="1049"/>
                    </a:lnTo>
                    <a:cubicBezTo>
                      <a:pt x="11506" y="1364"/>
                      <a:pt x="11016" y="1766"/>
                      <a:pt x="10613" y="2269"/>
                    </a:cubicBezTo>
                    <a:cubicBezTo>
                      <a:pt x="9959" y="3099"/>
                      <a:pt x="9582" y="4117"/>
                      <a:pt x="9557" y="5174"/>
                    </a:cubicBezTo>
                    <a:lnTo>
                      <a:pt x="9557" y="5337"/>
                    </a:lnTo>
                    <a:cubicBezTo>
                      <a:pt x="9557" y="5387"/>
                      <a:pt x="9557" y="5438"/>
                      <a:pt x="9557" y="5488"/>
                    </a:cubicBezTo>
                    <a:lnTo>
                      <a:pt x="9582" y="5790"/>
                    </a:lnTo>
                    <a:cubicBezTo>
                      <a:pt x="9595" y="5966"/>
                      <a:pt x="9632" y="6142"/>
                      <a:pt x="9658" y="6293"/>
                    </a:cubicBezTo>
                    <a:lnTo>
                      <a:pt x="9758" y="6695"/>
                    </a:lnTo>
                    <a:cubicBezTo>
                      <a:pt x="9783" y="6821"/>
                      <a:pt x="9834" y="6909"/>
                      <a:pt x="9859" y="6984"/>
                    </a:cubicBezTo>
                    <a:lnTo>
                      <a:pt x="9947" y="7236"/>
                    </a:lnTo>
                    <a:lnTo>
                      <a:pt x="9834" y="6984"/>
                    </a:lnTo>
                    <a:cubicBezTo>
                      <a:pt x="9808" y="6909"/>
                      <a:pt x="9758" y="6821"/>
                      <a:pt x="9720" y="6708"/>
                    </a:cubicBezTo>
                    <a:lnTo>
                      <a:pt x="9595" y="6305"/>
                    </a:lnTo>
                    <a:cubicBezTo>
                      <a:pt x="9570" y="6142"/>
                      <a:pt x="9532" y="5978"/>
                      <a:pt x="9494" y="5790"/>
                    </a:cubicBezTo>
                    <a:lnTo>
                      <a:pt x="9469" y="5488"/>
                    </a:lnTo>
                    <a:cubicBezTo>
                      <a:pt x="9469" y="5438"/>
                      <a:pt x="9456" y="5387"/>
                      <a:pt x="9456" y="5337"/>
                    </a:cubicBezTo>
                    <a:cubicBezTo>
                      <a:pt x="9456" y="5287"/>
                      <a:pt x="9456" y="5224"/>
                      <a:pt x="9456" y="5174"/>
                    </a:cubicBezTo>
                    <a:cubicBezTo>
                      <a:pt x="9444" y="4683"/>
                      <a:pt x="9519" y="4180"/>
                      <a:pt x="9670" y="3715"/>
                    </a:cubicBezTo>
                    <a:cubicBezTo>
                      <a:pt x="9834" y="3149"/>
                      <a:pt x="10110" y="2621"/>
                      <a:pt x="10462" y="2143"/>
                    </a:cubicBezTo>
                    <a:cubicBezTo>
                      <a:pt x="10865" y="1615"/>
                      <a:pt x="11368" y="1187"/>
                      <a:pt x="11946" y="861"/>
                    </a:cubicBezTo>
                    <a:lnTo>
                      <a:pt x="12173" y="747"/>
                    </a:lnTo>
                    <a:lnTo>
                      <a:pt x="12286" y="684"/>
                    </a:lnTo>
                    <a:cubicBezTo>
                      <a:pt x="12336" y="659"/>
                      <a:pt x="12374" y="647"/>
                      <a:pt x="12411" y="634"/>
                    </a:cubicBezTo>
                    <a:lnTo>
                      <a:pt x="12650" y="534"/>
                    </a:lnTo>
                    <a:lnTo>
                      <a:pt x="12776" y="483"/>
                    </a:lnTo>
                    <a:lnTo>
                      <a:pt x="12902" y="446"/>
                    </a:lnTo>
                    <a:cubicBezTo>
                      <a:pt x="13078" y="395"/>
                      <a:pt x="13241" y="345"/>
                      <a:pt x="13417" y="320"/>
                    </a:cubicBezTo>
                    <a:lnTo>
                      <a:pt x="13682" y="269"/>
                    </a:lnTo>
                    <a:cubicBezTo>
                      <a:pt x="13770" y="257"/>
                      <a:pt x="13870" y="257"/>
                      <a:pt x="13958" y="244"/>
                    </a:cubicBezTo>
                    <a:cubicBezTo>
                      <a:pt x="14110" y="230"/>
                      <a:pt x="14261" y="223"/>
                      <a:pt x="14412" y="223"/>
                    </a:cubicBezTo>
                    <a:close/>
                    <a:moveTo>
                      <a:pt x="8865" y="6746"/>
                    </a:moveTo>
                    <a:lnTo>
                      <a:pt x="8865" y="6746"/>
                    </a:lnTo>
                    <a:cubicBezTo>
                      <a:pt x="8714" y="6821"/>
                      <a:pt x="8526" y="6934"/>
                      <a:pt x="8287" y="7047"/>
                    </a:cubicBezTo>
                    <a:lnTo>
                      <a:pt x="8916" y="8619"/>
                    </a:lnTo>
                    <a:lnTo>
                      <a:pt x="8123" y="7135"/>
                    </a:lnTo>
                    <a:cubicBezTo>
                      <a:pt x="6350" y="8003"/>
                      <a:pt x="2905" y="9701"/>
                      <a:pt x="1874" y="10229"/>
                    </a:cubicBezTo>
                    <a:cubicBezTo>
                      <a:pt x="1547" y="10392"/>
                      <a:pt x="1245" y="10593"/>
                      <a:pt x="968" y="10832"/>
                    </a:cubicBezTo>
                    <a:lnTo>
                      <a:pt x="1232" y="11650"/>
                    </a:lnTo>
                    <a:lnTo>
                      <a:pt x="604" y="10593"/>
                    </a:lnTo>
                    <a:lnTo>
                      <a:pt x="767" y="11059"/>
                    </a:lnTo>
                    <a:cubicBezTo>
                      <a:pt x="553" y="11348"/>
                      <a:pt x="591" y="11524"/>
                      <a:pt x="591" y="11524"/>
                    </a:cubicBezTo>
                    <a:lnTo>
                      <a:pt x="377" y="11033"/>
                    </a:lnTo>
                    <a:cubicBezTo>
                      <a:pt x="277" y="10820"/>
                      <a:pt x="327" y="10644"/>
                      <a:pt x="579" y="10531"/>
                    </a:cubicBezTo>
                    <a:lnTo>
                      <a:pt x="8865" y="6746"/>
                    </a:lnTo>
                    <a:close/>
                    <a:moveTo>
                      <a:pt x="8501" y="8632"/>
                    </a:moveTo>
                    <a:cubicBezTo>
                      <a:pt x="8501" y="8632"/>
                      <a:pt x="8086" y="8871"/>
                      <a:pt x="7470" y="9185"/>
                    </a:cubicBezTo>
                    <a:cubicBezTo>
                      <a:pt x="7155" y="9348"/>
                      <a:pt x="6778" y="9525"/>
                      <a:pt x="6388" y="9713"/>
                    </a:cubicBezTo>
                    <a:cubicBezTo>
                      <a:pt x="6187" y="9814"/>
                      <a:pt x="5986" y="9914"/>
                      <a:pt x="5772" y="10015"/>
                    </a:cubicBezTo>
                    <a:lnTo>
                      <a:pt x="5143" y="10304"/>
                    </a:lnTo>
                    <a:lnTo>
                      <a:pt x="4514" y="10593"/>
                    </a:lnTo>
                    <a:cubicBezTo>
                      <a:pt x="4301" y="10681"/>
                      <a:pt x="4087" y="10769"/>
                      <a:pt x="3886" y="10857"/>
                    </a:cubicBezTo>
                    <a:cubicBezTo>
                      <a:pt x="3483" y="11033"/>
                      <a:pt x="3106" y="11197"/>
                      <a:pt x="2792" y="11335"/>
                    </a:cubicBezTo>
                    <a:cubicBezTo>
                      <a:pt x="2138" y="11599"/>
                      <a:pt x="1685" y="11750"/>
                      <a:pt x="1685" y="11750"/>
                    </a:cubicBezTo>
                    <a:cubicBezTo>
                      <a:pt x="1685" y="11750"/>
                      <a:pt x="2100" y="11524"/>
                      <a:pt x="2729" y="11210"/>
                    </a:cubicBezTo>
                    <a:cubicBezTo>
                      <a:pt x="3043" y="11046"/>
                      <a:pt x="3408" y="10857"/>
                      <a:pt x="3798" y="10669"/>
                    </a:cubicBezTo>
                    <a:cubicBezTo>
                      <a:pt x="3999" y="10581"/>
                      <a:pt x="4200" y="10480"/>
                      <a:pt x="4414" y="10380"/>
                    </a:cubicBezTo>
                    <a:lnTo>
                      <a:pt x="5043" y="10090"/>
                    </a:lnTo>
                    <a:lnTo>
                      <a:pt x="5684" y="9801"/>
                    </a:lnTo>
                    <a:cubicBezTo>
                      <a:pt x="5885" y="9701"/>
                      <a:pt x="6099" y="9613"/>
                      <a:pt x="6300" y="9525"/>
                    </a:cubicBezTo>
                    <a:cubicBezTo>
                      <a:pt x="6702" y="9361"/>
                      <a:pt x="7080" y="9198"/>
                      <a:pt x="7394" y="9059"/>
                    </a:cubicBezTo>
                    <a:cubicBezTo>
                      <a:pt x="8048" y="8795"/>
                      <a:pt x="8501" y="8632"/>
                      <a:pt x="8501" y="8632"/>
                    </a:cubicBezTo>
                    <a:close/>
                    <a:moveTo>
                      <a:pt x="14365" y="1"/>
                    </a:moveTo>
                    <a:cubicBezTo>
                      <a:pt x="13842" y="1"/>
                      <a:pt x="13311" y="80"/>
                      <a:pt x="12789" y="244"/>
                    </a:cubicBezTo>
                    <a:cubicBezTo>
                      <a:pt x="10286" y="1049"/>
                      <a:pt x="8765" y="3602"/>
                      <a:pt x="9255" y="6192"/>
                    </a:cubicBezTo>
                    <a:cubicBezTo>
                      <a:pt x="9214" y="6169"/>
                      <a:pt x="9195" y="6159"/>
                      <a:pt x="9176" y="6159"/>
                    </a:cubicBezTo>
                    <a:cubicBezTo>
                      <a:pt x="9154" y="6159"/>
                      <a:pt x="9133" y="6172"/>
                      <a:pt x="9079" y="6192"/>
                    </a:cubicBezTo>
                    <a:lnTo>
                      <a:pt x="8979" y="6243"/>
                    </a:lnTo>
                    <a:cubicBezTo>
                      <a:pt x="8853" y="6293"/>
                      <a:pt x="8777" y="6419"/>
                      <a:pt x="8790" y="6557"/>
                    </a:cubicBezTo>
                    <a:lnTo>
                      <a:pt x="377" y="10405"/>
                    </a:lnTo>
                    <a:cubicBezTo>
                      <a:pt x="113" y="10518"/>
                      <a:pt x="0" y="10820"/>
                      <a:pt x="126" y="11071"/>
                    </a:cubicBezTo>
                    <a:lnTo>
                      <a:pt x="566" y="12052"/>
                    </a:lnTo>
                    <a:cubicBezTo>
                      <a:pt x="649" y="12237"/>
                      <a:pt x="835" y="12347"/>
                      <a:pt x="1028" y="12347"/>
                    </a:cubicBezTo>
                    <a:cubicBezTo>
                      <a:pt x="1096" y="12347"/>
                      <a:pt x="1166" y="12333"/>
                      <a:pt x="1232" y="12304"/>
                    </a:cubicBezTo>
                    <a:lnTo>
                      <a:pt x="9658" y="8456"/>
                    </a:lnTo>
                    <a:cubicBezTo>
                      <a:pt x="9720" y="8510"/>
                      <a:pt x="9793" y="8541"/>
                      <a:pt x="9869" y="8541"/>
                    </a:cubicBezTo>
                    <a:cubicBezTo>
                      <a:pt x="9915" y="8541"/>
                      <a:pt x="9962" y="8530"/>
                      <a:pt x="10010" y="8506"/>
                    </a:cubicBezTo>
                    <a:lnTo>
                      <a:pt x="10110" y="8468"/>
                    </a:lnTo>
                    <a:cubicBezTo>
                      <a:pt x="10198" y="8431"/>
                      <a:pt x="10198" y="8443"/>
                      <a:pt x="10223" y="8368"/>
                    </a:cubicBezTo>
                    <a:cubicBezTo>
                      <a:pt x="11237" y="9716"/>
                      <a:pt x="12797" y="10442"/>
                      <a:pt x="14384" y="10442"/>
                    </a:cubicBezTo>
                    <a:cubicBezTo>
                      <a:pt x="15298" y="10442"/>
                      <a:pt x="16220" y="10201"/>
                      <a:pt x="17052" y="9701"/>
                    </a:cubicBezTo>
                    <a:cubicBezTo>
                      <a:pt x="19340" y="8330"/>
                      <a:pt x="20220" y="5463"/>
                      <a:pt x="19114" y="3049"/>
                    </a:cubicBezTo>
                    <a:cubicBezTo>
                      <a:pt x="18237" y="1146"/>
                      <a:pt x="16359" y="1"/>
                      <a:pt x="143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25"/>
              <p:cNvSpPr/>
              <p:nvPr/>
            </p:nvSpPr>
            <p:spPr>
              <a:xfrm rot="-6237134">
                <a:off x="6861245" y="3687687"/>
                <a:ext cx="146627" cy="286020"/>
              </a:xfrm>
              <a:custGeom>
                <a:avLst/>
                <a:gdLst/>
                <a:ahLst/>
                <a:cxnLst/>
                <a:rect l="l" t="t" r="r" b="b"/>
                <a:pathLst>
                  <a:path w="2792" h="5446" extrusionOk="0">
                    <a:moveTo>
                      <a:pt x="2792" y="1"/>
                    </a:moveTo>
                    <a:cubicBezTo>
                      <a:pt x="855" y="881"/>
                      <a:pt x="0" y="3157"/>
                      <a:pt x="881" y="5094"/>
                    </a:cubicBezTo>
                    <a:cubicBezTo>
                      <a:pt x="974" y="5299"/>
                      <a:pt x="1163" y="5446"/>
                      <a:pt x="1291" y="5446"/>
                    </a:cubicBezTo>
                    <a:cubicBezTo>
                      <a:pt x="1423" y="5446"/>
                      <a:pt x="1492" y="5293"/>
                      <a:pt x="1333" y="4892"/>
                    </a:cubicBezTo>
                    <a:cubicBezTo>
                      <a:pt x="1019" y="4088"/>
                      <a:pt x="717" y="3258"/>
                      <a:pt x="1170" y="2000"/>
                    </a:cubicBezTo>
                    <a:cubicBezTo>
                      <a:pt x="1497" y="1183"/>
                      <a:pt x="2063" y="479"/>
                      <a:pt x="27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12" name="Google Shape;4112;p25"/>
          <p:cNvSpPr txBox="1">
            <a:spLocks noGrp="1"/>
          </p:cNvSpPr>
          <p:nvPr>
            <p:ph type="title"/>
          </p:nvPr>
        </p:nvSpPr>
        <p:spPr>
          <a:xfrm>
            <a:off x="762225" y="2905125"/>
            <a:ext cx="17913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13" name="Google Shape;4113;p25"/>
          <p:cNvSpPr txBox="1">
            <a:spLocks noGrp="1"/>
          </p:cNvSpPr>
          <p:nvPr>
            <p:ph type="subTitle" idx="1"/>
          </p:nvPr>
        </p:nvSpPr>
        <p:spPr>
          <a:xfrm>
            <a:off x="762225" y="3333750"/>
            <a:ext cx="1791300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4" name="Google Shape;4114;p25"/>
          <p:cNvSpPr txBox="1">
            <a:spLocks noGrp="1"/>
          </p:cNvSpPr>
          <p:nvPr>
            <p:ph type="title" idx="2"/>
          </p:nvPr>
        </p:nvSpPr>
        <p:spPr>
          <a:xfrm>
            <a:off x="6588362" y="2905125"/>
            <a:ext cx="17913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15" name="Google Shape;4115;p25"/>
          <p:cNvSpPr txBox="1">
            <a:spLocks noGrp="1"/>
          </p:cNvSpPr>
          <p:nvPr>
            <p:ph type="subTitle" idx="3"/>
          </p:nvPr>
        </p:nvSpPr>
        <p:spPr>
          <a:xfrm>
            <a:off x="6588362" y="3333750"/>
            <a:ext cx="1791300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6" name="Google Shape;4116;p25"/>
          <p:cNvSpPr txBox="1">
            <a:spLocks noGrp="1"/>
          </p:cNvSpPr>
          <p:nvPr>
            <p:ph type="title" idx="4"/>
          </p:nvPr>
        </p:nvSpPr>
        <p:spPr>
          <a:xfrm>
            <a:off x="2702875" y="2905125"/>
            <a:ext cx="17913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17" name="Google Shape;4117;p25"/>
          <p:cNvSpPr txBox="1">
            <a:spLocks noGrp="1"/>
          </p:cNvSpPr>
          <p:nvPr>
            <p:ph type="subTitle" idx="5"/>
          </p:nvPr>
        </p:nvSpPr>
        <p:spPr>
          <a:xfrm>
            <a:off x="2702950" y="3333750"/>
            <a:ext cx="1791300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18" name="Google Shape;4118;p25"/>
          <p:cNvSpPr txBox="1">
            <a:spLocks noGrp="1"/>
          </p:cNvSpPr>
          <p:nvPr>
            <p:ph type="title" idx="6"/>
          </p:nvPr>
        </p:nvSpPr>
        <p:spPr>
          <a:xfrm>
            <a:off x="4645613" y="2905125"/>
            <a:ext cx="17913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19" name="Google Shape;4119;p25"/>
          <p:cNvSpPr txBox="1">
            <a:spLocks noGrp="1"/>
          </p:cNvSpPr>
          <p:nvPr>
            <p:ph type="subTitle" idx="7"/>
          </p:nvPr>
        </p:nvSpPr>
        <p:spPr>
          <a:xfrm>
            <a:off x="4645612" y="3333750"/>
            <a:ext cx="1791300" cy="80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0" name="Google Shape;4120;p25"/>
          <p:cNvSpPr txBox="1">
            <a:spLocks noGrp="1"/>
          </p:cNvSpPr>
          <p:nvPr>
            <p:ph type="title" idx="8"/>
          </p:nvPr>
        </p:nvSpPr>
        <p:spPr>
          <a:xfrm>
            <a:off x="713225" y="540275"/>
            <a:ext cx="772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">
    <p:spTree>
      <p:nvGrpSpPr>
        <p:cNvPr id="1" name="Shape 4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4" name="Google Shape;4364;p27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flipH="1"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65" name="Google Shape;4365;p27"/>
          <p:cNvSpPr txBox="1">
            <a:spLocks noGrp="1"/>
          </p:cNvSpPr>
          <p:nvPr>
            <p:ph type="ctrTitle"/>
          </p:nvPr>
        </p:nvSpPr>
        <p:spPr>
          <a:xfrm>
            <a:off x="2714700" y="790575"/>
            <a:ext cx="3714600" cy="8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IM Fell English SC"/>
                <a:ea typeface="IM Fell English SC"/>
                <a:cs typeface="IM Fell English SC"/>
                <a:sym typeface="IM Fell English SC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366" name="Google Shape;4366;p27"/>
          <p:cNvSpPr txBox="1">
            <a:spLocks noGrp="1"/>
          </p:cNvSpPr>
          <p:nvPr>
            <p:ph type="subTitle" idx="1"/>
          </p:nvPr>
        </p:nvSpPr>
        <p:spPr>
          <a:xfrm>
            <a:off x="2317500" y="1635100"/>
            <a:ext cx="4509000" cy="15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67" name="Google Shape;4367;p27"/>
          <p:cNvSpPr txBox="1"/>
          <p:nvPr/>
        </p:nvSpPr>
        <p:spPr>
          <a:xfrm>
            <a:off x="2834725" y="3293725"/>
            <a:ext cx="3475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 Condensed"/>
                <a:ea typeface="Fira Sans Condensed"/>
                <a:cs typeface="Fira Sans Condensed"/>
                <a:sym typeface="Fira Sans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 Condensed"/>
                <a:ea typeface="Fira Sans Condensed"/>
                <a:cs typeface="Fira Sans Condensed"/>
                <a:sym typeface="Fira Sans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 </a:t>
            </a:r>
            <a:r>
              <a:rPr lang="en" sz="12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Fira Sans Condensed"/>
                <a:ea typeface="Fira Sans Condensed"/>
                <a:cs typeface="Fira Sans Condensed"/>
                <a:sym typeface="Fira Sans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4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9" name="Google Shape;4369;p28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flipH="1"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70" name="Google Shape;4370;p28"/>
          <p:cNvGrpSpPr/>
          <p:nvPr/>
        </p:nvGrpSpPr>
        <p:grpSpPr>
          <a:xfrm rot="10800000" flipH="1">
            <a:off x="317855" y="295950"/>
            <a:ext cx="8508290" cy="4503056"/>
            <a:chOff x="317855" y="295950"/>
            <a:chExt cx="8508290" cy="4503056"/>
          </a:xfrm>
        </p:grpSpPr>
        <p:grpSp>
          <p:nvGrpSpPr>
            <p:cNvPr id="4371" name="Google Shape;4371;p28"/>
            <p:cNvGrpSpPr/>
            <p:nvPr/>
          </p:nvGrpSpPr>
          <p:grpSpPr>
            <a:xfrm>
              <a:off x="371748" y="295950"/>
              <a:ext cx="3149667" cy="198675"/>
              <a:chOff x="371748" y="295950"/>
              <a:chExt cx="3149667" cy="198675"/>
            </a:xfrm>
          </p:grpSpPr>
          <p:sp>
            <p:nvSpPr>
              <p:cNvPr id="4372" name="Google Shape;4372;p28"/>
              <p:cNvSpPr/>
              <p:nvPr/>
            </p:nvSpPr>
            <p:spPr>
              <a:xfrm>
                <a:off x="371748" y="361460"/>
                <a:ext cx="102947" cy="94146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952" extrusionOk="0">
                    <a:moveTo>
                      <a:pt x="406" y="1"/>
                    </a:moveTo>
                    <a:cubicBezTo>
                      <a:pt x="166" y="1"/>
                      <a:pt x="232" y="197"/>
                      <a:pt x="374" y="362"/>
                    </a:cubicBezTo>
                    <a:lnTo>
                      <a:pt x="374" y="362"/>
                    </a:lnTo>
                    <a:cubicBezTo>
                      <a:pt x="473" y="262"/>
                      <a:pt x="590" y="176"/>
                      <a:pt x="698" y="134"/>
                    </a:cubicBezTo>
                    <a:lnTo>
                      <a:pt x="698" y="134"/>
                    </a:lnTo>
                    <a:cubicBezTo>
                      <a:pt x="618" y="54"/>
                      <a:pt x="512" y="1"/>
                      <a:pt x="406" y="1"/>
                    </a:cubicBezTo>
                    <a:close/>
                    <a:moveTo>
                      <a:pt x="832" y="104"/>
                    </a:moveTo>
                    <a:cubicBezTo>
                      <a:pt x="791" y="104"/>
                      <a:pt x="745" y="115"/>
                      <a:pt x="698" y="134"/>
                    </a:cubicBezTo>
                    <a:lnTo>
                      <a:pt x="698" y="134"/>
                    </a:lnTo>
                    <a:cubicBezTo>
                      <a:pt x="776" y="213"/>
                      <a:pt x="829" y="318"/>
                      <a:pt x="829" y="423"/>
                    </a:cubicBezTo>
                    <a:cubicBezTo>
                      <a:pt x="829" y="538"/>
                      <a:pt x="784" y="583"/>
                      <a:pt x="719" y="583"/>
                    </a:cubicBezTo>
                    <a:cubicBezTo>
                      <a:pt x="621" y="583"/>
                      <a:pt x="478" y="481"/>
                      <a:pt x="374" y="362"/>
                    </a:cubicBezTo>
                    <a:lnTo>
                      <a:pt x="374" y="362"/>
                    </a:lnTo>
                    <a:cubicBezTo>
                      <a:pt x="130" y="611"/>
                      <a:pt x="1" y="952"/>
                      <a:pt x="406" y="952"/>
                    </a:cubicBezTo>
                    <a:cubicBezTo>
                      <a:pt x="723" y="952"/>
                      <a:pt x="1040" y="740"/>
                      <a:pt x="1040" y="423"/>
                    </a:cubicBezTo>
                    <a:cubicBezTo>
                      <a:pt x="1040" y="192"/>
                      <a:pt x="953" y="104"/>
                      <a:pt x="832" y="1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73" name="Google Shape;4373;p28"/>
              <p:cNvGrpSpPr/>
              <p:nvPr/>
            </p:nvGrpSpPr>
            <p:grpSpPr>
              <a:xfrm>
                <a:off x="504825" y="295950"/>
                <a:ext cx="3016590" cy="198675"/>
                <a:chOff x="504825" y="295950"/>
                <a:chExt cx="3016590" cy="198675"/>
              </a:xfrm>
            </p:grpSpPr>
            <p:sp>
              <p:nvSpPr>
                <p:cNvPr id="4374" name="Google Shape;4374;p28"/>
                <p:cNvSpPr/>
                <p:nvPr/>
              </p:nvSpPr>
              <p:spPr>
                <a:xfrm>
                  <a:off x="569351" y="369131"/>
                  <a:ext cx="9804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5" name="Google Shape;4375;p28"/>
                <p:cNvSpPr/>
                <p:nvPr/>
              </p:nvSpPr>
              <p:spPr>
                <a:xfrm>
                  <a:off x="667244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6" name="Google Shape;4376;p28"/>
                <p:cNvSpPr/>
                <p:nvPr/>
              </p:nvSpPr>
              <p:spPr>
                <a:xfrm>
                  <a:off x="781171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7" name="Google Shape;4377;p28"/>
                <p:cNvSpPr/>
                <p:nvPr/>
              </p:nvSpPr>
              <p:spPr>
                <a:xfrm>
                  <a:off x="878911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8" name="Google Shape;4378;p28"/>
                <p:cNvSpPr/>
                <p:nvPr/>
              </p:nvSpPr>
              <p:spPr>
                <a:xfrm>
                  <a:off x="99299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9" name="Google Shape;4379;p28"/>
                <p:cNvSpPr/>
                <p:nvPr/>
              </p:nvSpPr>
              <p:spPr>
                <a:xfrm>
                  <a:off x="109073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0" name="Google Shape;4380;p28"/>
                <p:cNvSpPr/>
                <p:nvPr/>
              </p:nvSpPr>
              <p:spPr>
                <a:xfrm>
                  <a:off x="1204813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1" name="Google Shape;4381;p28"/>
                <p:cNvSpPr/>
                <p:nvPr/>
              </p:nvSpPr>
              <p:spPr>
                <a:xfrm>
                  <a:off x="130255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2" name="Google Shape;4382;p28"/>
                <p:cNvSpPr/>
                <p:nvPr/>
              </p:nvSpPr>
              <p:spPr>
                <a:xfrm>
                  <a:off x="529550" y="443225"/>
                  <a:ext cx="2962747" cy="1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20" h="107" extrusionOk="0">
                      <a:moveTo>
                        <a:pt x="1" y="0"/>
                      </a:moveTo>
                      <a:lnTo>
                        <a:pt x="1" y="106"/>
                      </a:lnTo>
                      <a:lnTo>
                        <a:pt x="41319" y="106"/>
                      </a:lnTo>
                      <a:lnTo>
                        <a:pt x="4131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3" name="Google Shape;4383;p28"/>
                <p:cNvSpPr/>
                <p:nvPr/>
              </p:nvSpPr>
              <p:spPr>
                <a:xfrm>
                  <a:off x="141972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4" name="Google Shape;4384;p28"/>
                <p:cNvSpPr/>
                <p:nvPr/>
              </p:nvSpPr>
              <p:spPr>
                <a:xfrm>
                  <a:off x="153364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5" name="Google Shape;4385;p28"/>
                <p:cNvSpPr/>
                <p:nvPr/>
              </p:nvSpPr>
              <p:spPr>
                <a:xfrm>
                  <a:off x="1631388" y="369131"/>
                  <a:ext cx="9804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6" name="Google Shape;4386;p28"/>
                <p:cNvSpPr/>
                <p:nvPr/>
              </p:nvSpPr>
              <p:spPr>
                <a:xfrm>
                  <a:off x="172928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7" name="Google Shape;4387;p28"/>
                <p:cNvSpPr/>
                <p:nvPr/>
              </p:nvSpPr>
              <p:spPr>
                <a:xfrm>
                  <a:off x="1843209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8" name="Google Shape;4388;p28"/>
                <p:cNvSpPr/>
                <p:nvPr/>
              </p:nvSpPr>
              <p:spPr>
                <a:xfrm>
                  <a:off x="194094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9" name="Google Shape;4389;p28"/>
                <p:cNvSpPr/>
                <p:nvPr/>
              </p:nvSpPr>
              <p:spPr>
                <a:xfrm>
                  <a:off x="2055029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0" name="Google Shape;4390;p28"/>
                <p:cNvSpPr/>
                <p:nvPr/>
              </p:nvSpPr>
              <p:spPr>
                <a:xfrm>
                  <a:off x="2152769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1" name="Google Shape;4391;p28"/>
                <p:cNvSpPr/>
                <p:nvPr/>
              </p:nvSpPr>
              <p:spPr>
                <a:xfrm>
                  <a:off x="2266850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2" name="Google Shape;4392;p28"/>
                <p:cNvSpPr/>
                <p:nvPr/>
              </p:nvSpPr>
              <p:spPr>
                <a:xfrm>
                  <a:off x="2364590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3" name="Google Shape;4393;p28"/>
                <p:cNvSpPr/>
                <p:nvPr/>
              </p:nvSpPr>
              <p:spPr>
                <a:xfrm>
                  <a:off x="2478517" y="369131"/>
                  <a:ext cx="9804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4" name="Google Shape;4394;p28"/>
                <p:cNvSpPr/>
                <p:nvPr/>
              </p:nvSpPr>
              <p:spPr>
                <a:xfrm>
                  <a:off x="2576410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5" name="Google Shape;4395;p28"/>
                <p:cNvSpPr/>
                <p:nvPr/>
              </p:nvSpPr>
              <p:spPr>
                <a:xfrm>
                  <a:off x="2690337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6" name="Google Shape;4396;p28"/>
                <p:cNvSpPr/>
                <p:nvPr/>
              </p:nvSpPr>
              <p:spPr>
                <a:xfrm>
                  <a:off x="2788077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7" name="Google Shape;4397;p28"/>
                <p:cNvSpPr/>
                <p:nvPr/>
              </p:nvSpPr>
              <p:spPr>
                <a:xfrm>
                  <a:off x="290215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8" name="Google Shape;4398;p28"/>
                <p:cNvSpPr/>
                <p:nvPr/>
              </p:nvSpPr>
              <p:spPr>
                <a:xfrm>
                  <a:off x="299989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9" name="Google Shape;4399;p28"/>
                <p:cNvSpPr/>
                <p:nvPr/>
              </p:nvSpPr>
              <p:spPr>
                <a:xfrm>
                  <a:off x="3113979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0" name="Google Shape;4400;p28"/>
                <p:cNvSpPr/>
                <p:nvPr/>
              </p:nvSpPr>
              <p:spPr>
                <a:xfrm>
                  <a:off x="321171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1" name="Google Shape;4401;p28"/>
                <p:cNvSpPr/>
                <p:nvPr/>
              </p:nvSpPr>
              <p:spPr>
                <a:xfrm>
                  <a:off x="3325645" y="369131"/>
                  <a:ext cx="9804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2" name="Google Shape;4402;p28"/>
                <p:cNvSpPr/>
                <p:nvPr/>
              </p:nvSpPr>
              <p:spPr>
                <a:xfrm>
                  <a:off x="504825" y="295950"/>
                  <a:ext cx="3016590" cy="3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318" extrusionOk="0">
                      <a:moveTo>
                        <a:pt x="212" y="1"/>
                      </a:moveTo>
                      <a:cubicBezTo>
                        <a:pt x="1" y="1"/>
                        <a:pt x="1" y="212"/>
                        <a:pt x="212" y="318"/>
                      </a:cubicBezTo>
                      <a:lnTo>
                        <a:pt x="41530" y="318"/>
                      </a:lnTo>
                      <a:cubicBezTo>
                        <a:pt x="41741" y="318"/>
                        <a:pt x="41741" y="1"/>
                        <a:pt x="415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3" name="Google Shape;4403;p28"/>
                <p:cNvSpPr/>
                <p:nvPr/>
              </p:nvSpPr>
              <p:spPr>
                <a:xfrm>
                  <a:off x="504825" y="473660"/>
                  <a:ext cx="3016590" cy="2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212" extrusionOk="0">
                      <a:moveTo>
                        <a:pt x="212" y="0"/>
                      </a:moveTo>
                      <a:cubicBezTo>
                        <a:pt x="1" y="0"/>
                        <a:pt x="1" y="211"/>
                        <a:pt x="212" y="211"/>
                      </a:cubicBezTo>
                      <a:lnTo>
                        <a:pt x="41530" y="211"/>
                      </a:lnTo>
                      <a:cubicBezTo>
                        <a:pt x="41741" y="211"/>
                        <a:pt x="41741" y="0"/>
                        <a:pt x="415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404" name="Google Shape;4404;p28"/>
            <p:cNvGrpSpPr/>
            <p:nvPr/>
          </p:nvGrpSpPr>
          <p:grpSpPr>
            <a:xfrm>
              <a:off x="5629548" y="295950"/>
              <a:ext cx="3149667" cy="198675"/>
              <a:chOff x="5629548" y="295950"/>
              <a:chExt cx="3149667" cy="198675"/>
            </a:xfrm>
          </p:grpSpPr>
          <p:sp>
            <p:nvSpPr>
              <p:cNvPr id="4405" name="Google Shape;4405;p28"/>
              <p:cNvSpPr/>
              <p:nvPr/>
            </p:nvSpPr>
            <p:spPr>
              <a:xfrm flipH="1">
                <a:off x="8676268" y="361460"/>
                <a:ext cx="102947" cy="94146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952" extrusionOk="0">
                    <a:moveTo>
                      <a:pt x="406" y="1"/>
                    </a:moveTo>
                    <a:cubicBezTo>
                      <a:pt x="166" y="1"/>
                      <a:pt x="232" y="197"/>
                      <a:pt x="374" y="362"/>
                    </a:cubicBezTo>
                    <a:lnTo>
                      <a:pt x="374" y="362"/>
                    </a:lnTo>
                    <a:cubicBezTo>
                      <a:pt x="473" y="262"/>
                      <a:pt x="590" y="176"/>
                      <a:pt x="698" y="134"/>
                    </a:cubicBezTo>
                    <a:lnTo>
                      <a:pt x="698" y="134"/>
                    </a:lnTo>
                    <a:cubicBezTo>
                      <a:pt x="618" y="54"/>
                      <a:pt x="512" y="1"/>
                      <a:pt x="406" y="1"/>
                    </a:cubicBezTo>
                    <a:close/>
                    <a:moveTo>
                      <a:pt x="832" y="104"/>
                    </a:moveTo>
                    <a:cubicBezTo>
                      <a:pt x="791" y="104"/>
                      <a:pt x="745" y="115"/>
                      <a:pt x="698" y="134"/>
                    </a:cubicBezTo>
                    <a:lnTo>
                      <a:pt x="698" y="134"/>
                    </a:lnTo>
                    <a:cubicBezTo>
                      <a:pt x="776" y="213"/>
                      <a:pt x="829" y="318"/>
                      <a:pt x="829" y="423"/>
                    </a:cubicBezTo>
                    <a:cubicBezTo>
                      <a:pt x="829" y="538"/>
                      <a:pt x="784" y="583"/>
                      <a:pt x="719" y="583"/>
                    </a:cubicBezTo>
                    <a:cubicBezTo>
                      <a:pt x="621" y="583"/>
                      <a:pt x="478" y="481"/>
                      <a:pt x="374" y="362"/>
                    </a:cubicBezTo>
                    <a:lnTo>
                      <a:pt x="374" y="362"/>
                    </a:lnTo>
                    <a:cubicBezTo>
                      <a:pt x="130" y="611"/>
                      <a:pt x="1" y="952"/>
                      <a:pt x="406" y="952"/>
                    </a:cubicBezTo>
                    <a:cubicBezTo>
                      <a:pt x="723" y="952"/>
                      <a:pt x="1040" y="740"/>
                      <a:pt x="1040" y="423"/>
                    </a:cubicBezTo>
                    <a:cubicBezTo>
                      <a:pt x="1040" y="192"/>
                      <a:pt x="953" y="104"/>
                      <a:pt x="832" y="1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06" name="Google Shape;4406;p28"/>
              <p:cNvGrpSpPr/>
              <p:nvPr/>
            </p:nvGrpSpPr>
            <p:grpSpPr>
              <a:xfrm>
                <a:off x="5629548" y="295950"/>
                <a:ext cx="3016590" cy="198675"/>
                <a:chOff x="504825" y="295950"/>
                <a:chExt cx="3016590" cy="198675"/>
              </a:xfrm>
            </p:grpSpPr>
            <p:sp>
              <p:nvSpPr>
                <p:cNvPr id="4407" name="Google Shape;4407;p28"/>
                <p:cNvSpPr/>
                <p:nvPr/>
              </p:nvSpPr>
              <p:spPr>
                <a:xfrm>
                  <a:off x="569351" y="369131"/>
                  <a:ext cx="9804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8" name="Google Shape;4408;p28"/>
                <p:cNvSpPr/>
                <p:nvPr/>
              </p:nvSpPr>
              <p:spPr>
                <a:xfrm>
                  <a:off x="667244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9" name="Google Shape;4409;p28"/>
                <p:cNvSpPr/>
                <p:nvPr/>
              </p:nvSpPr>
              <p:spPr>
                <a:xfrm>
                  <a:off x="781171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0" name="Google Shape;4410;p28"/>
                <p:cNvSpPr/>
                <p:nvPr/>
              </p:nvSpPr>
              <p:spPr>
                <a:xfrm>
                  <a:off x="878911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1" name="Google Shape;4411;p28"/>
                <p:cNvSpPr/>
                <p:nvPr/>
              </p:nvSpPr>
              <p:spPr>
                <a:xfrm>
                  <a:off x="99299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2" name="Google Shape;4412;p28"/>
                <p:cNvSpPr/>
                <p:nvPr/>
              </p:nvSpPr>
              <p:spPr>
                <a:xfrm>
                  <a:off x="109073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3" name="Google Shape;4413;p28"/>
                <p:cNvSpPr/>
                <p:nvPr/>
              </p:nvSpPr>
              <p:spPr>
                <a:xfrm>
                  <a:off x="1204813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4" name="Google Shape;4414;p28"/>
                <p:cNvSpPr/>
                <p:nvPr/>
              </p:nvSpPr>
              <p:spPr>
                <a:xfrm>
                  <a:off x="130255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5" name="Google Shape;4415;p28"/>
                <p:cNvSpPr/>
                <p:nvPr/>
              </p:nvSpPr>
              <p:spPr>
                <a:xfrm>
                  <a:off x="529550" y="443225"/>
                  <a:ext cx="2962747" cy="1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20" h="107" extrusionOk="0">
                      <a:moveTo>
                        <a:pt x="1" y="0"/>
                      </a:moveTo>
                      <a:lnTo>
                        <a:pt x="1" y="106"/>
                      </a:lnTo>
                      <a:lnTo>
                        <a:pt x="41319" y="106"/>
                      </a:lnTo>
                      <a:lnTo>
                        <a:pt x="4131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6" name="Google Shape;4416;p28"/>
                <p:cNvSpPr/>
                <p:nvPr/>
              </p:nvSpPr>
              <p:spPr>
                <a:xfrm>
                  <a:off x="141972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7" name="Google Shape;4417;p28"/>
                <p:cNvSpPr/>
                <p:nvPr/>
              </p:nvSpPr>
              <p:spPr>
                <a:xfrm>
                  <a:off x="153364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8" name="Google Shape;4418;p28"/>
                <p:cNvSpPr/>
                <p:nvPr/>
              </p:nvSpPr>
              <p:spPr>
                <a:xfrm>
                  <a:off x="1631388" y="369131"/>
                  <a:ext cx="9804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9" name="Google Shape;4419;p28"/>
                <p:cNvSpPr/>
                <p:nvPr/>
              </p:nvSpPr>
              <p:spPr>
                <a:xfrm>
                  <a:off x="1729282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0" name="Google Shape;4420;p28"/>
                <p:cNvSpPr/>
                <p:nvPr/>
              </p:nvSpPr>
              <p:spPr>
                <a:xfrm>
                  <a:off x="1843209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1" name="Google Shape;4421;p28"/>
                <p:cNvSpPr/>
                <p:nvPr/>
              </p:nvSpPr>
              <p:spPr>
                <a:xfrm>
                  <a:off x="194094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2" name="Google Shape;4422;p28"/>
                <p:cNvSpPr/>
                <p:nvPr/>
              </p:nvSpPr>
              <p:spPr>
                <a:xfrm>
                  <a:off x="2055029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3" name="Google Shape;4423;p28"/>
                <p:cNvSpPr/>
                <p:nvPr/>
              </p:nvSpPr>
              <p:spPr>
                <a:xfrm>
                  <a:off x="2152769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4" name="Google Shape;4424;p28"/>
                <p:cNvSpPr/>
                <p:nvPr/>
              </p:nvSpPr>
              <p:spPr>
                <a:xfrm>
                  <a:off x="2266850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5" name="Google Shape;4425;p28"/>
                <p:cNvSpPr/>
                <p:nvPr/>
              </p:nvSpPr>
              <p:spPr>
                <a:xfrm>
                  <a:off x="2364590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6" name="Google Shape;4426;p28"/>
                <p:cNvSpPr/>
                <p:nvPr/>
              </p:nvSpPr>
              <p:spPr>
                <a:xfrm>
                  <a:off x="2478517" y="369131"/>
                  <a:ext cx="9804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7" name="Google Shape;4427;p28"/>
                <p:cNvSpPr/>
                <p:nvPr/>
              </p:nvSpPr>
              <p:spPr>
                <a:xfrm>
                  <a:off x="2576410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8" name="Google Shape;4428;p28"/>
                <p:cNvSpPr/>
                <p:nvPr/>
              </p:nvSpPr>
              <p:spPr>
                <a:xfrm>
                  <a:off x="2690337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9" name="Google Shape;4429;p28"/>
                <p:cNvSpPr/>
                <p:nvPr/>
              </p:nvSpPr>
              <p:spPr>
                <a:xfrm>
                  <a:off x="2788077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0" name="Google Shape;4430;p28"/>
                <p:cNvSpPr/>
                <p:nvPr/>
              </p:nvSpPr>
              <p:spPr>
                <a:xfrm>
                  <a:off x="290215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1" name="Google Shape;4431;p28"/>
                <p:cNvSpPr/>
                <p:nvPr/>
              </p:nvSpPr>
              <p:spPr>
                <a:xfrm>
                  <a:off x="299989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2" name="Google Shape;4432;p28"/>
                <p:cNvSpPr/>
                <p:nvPr/>
              </p:nvSpPr>
              <p:spPr>
                <a:xfrm>
                  <a:off x="3113979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3" name="Google Shape;4433;p28"/>
                <p:cNvSpPr/>
                <p:nvPr/>
              </p:nvSpPr>
              <p:spPr>
                <a:xfrm>
                  <a:off x="3211718" y="369131"/>
                  <a:ext cx="9789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4" name="Google Shape;4434;p28"/>
                <p:cNvSpPr/>
                <p:nvPr/>
              </p:nvSpPr>
              <p:spPr>
                <a:xfrm>
                  <a:off x="3325645" y="369131"/>
                  <a:ext cx="9804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5" name="Google Shape;4435;p28"/>
                <p:cNvSpPr/>
                <p:nvPr/>
              </p:nvSpPr>
              <p:spPr>
                <a:xfrm>
                  <a:off x="504825" y="295950"/>
                  <a:ext cx="3016590" cy="3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318" extrusionOk="0">
                      <a:moveTo>
                        <a:pt x="212" y="1"/>
                      </a:moveTo>
                      <a:cubicBezTo>
                        <a:pt x="1" y="1"/>
                        <a:pt x="1" y="212"/>
                        <a:pt x="212" y="318"/>
                      </a:cubicBezTo>
                      <a:lnTo>
                        <a:pt x="41530" y="318"/>
                      </a:lnTo>
                      <a:cubicBezTo>
                        <a:pt x="41741" y="318"/>
                        <a:pt x="41741" y="1"/>
                        <a:pt x="415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36" name="Google Shape;4436;p28"/>
                <p:cNvSpPr/>
                <p:nvPr/>
              </p:nvSpPr>
              <p:spPr>
                <a:xfrm>
                  <a:off x="504825" y="473660"/>
                  <a:ext cx="3016590" cy="2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212" extrusionOk="0">
                      <a:moveTo>
                        <a:pt x="212" y="0"/>
                      </a:moveTo>
                      <a:cubicBezTo>
                        <a:pt x="1" y="0"/>
                        <a:pt x="1" y="211"/>
                        <a:pt x="212" y="211"/>
                      </a:cubicBezTo>
                      <a:lnTo>
                        <a:pt x="41530" y="211"/>
                      </a:lnTo>
                      <a:cubicBezTo>
                        <a:pt x="41741" y="211"/>
                        <a:pt x="41741" y="0"/>
                        <a:pt x="415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437" name="Google Shape;4437;p28"/>
            <p:cNvGrpSpPr/>
            <p:nvPr/>
          </p:nvGrpSpPr>
          <p:grpSpPr>
            <a:xfrm>
              <a:off x="8627569" y="510392"/>
              <a:ext cx="198576" cy="4288614"/>
              <a:chOff x="8627569" y="510392"/>
              <a:chExt cx="198576" cy="4288614"/>
            </a:xfrm>
          </p:grpSpPr>
          <p:grpSp>
            <p:nvGrpSpPr>
              <p:cNvPr id="4438" name="Google Shape;4438;p28"/>
              <p:cNvGrpSpPr/>
              <p:nvPr/>
            </p:nvGrpSpPr>
            <p:grpSpPr>
              <a:xfrm>
                <a:off x="8627569" y="510392"/>
                <a:ext cx="198576" cy="4114917"/>
                <a:chOff x="13700828" y="751142"/>
                <a:chExt cx="198576" cy="4114917"/>
              </a:xfrm>
            </p:grpSpPr>
            <p:sp>
              <p:nvSpPr>
                <p:cNvPr id="4439" name="Google Shape;4439;p28"/>
                <p:cNvSpPr/>
                <p:nvPr/>
              </p:nvSpPr>
              <p:spPr>
                <a:xfrm>
                  <a:off x="13763526" y="47719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0" name="Google Shape;4440;p28"/>
                <p:cNvSpPr/>
                <p:nvPr/>
              </p:nvSpPr>
              <p:spPr>
                <a:xfrm>
                  <a:off x="13763526" y="47092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1" name="Google Shape;4441;p28"/>
                <p:cNvSpPr/>
                <p:nvPr/>
              </p:nvSpPr>
              <p:spPr>
                <a:xfrm>
                  <a:off x="13763526" y="46360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2" name="Google Shape;4442;p28"/>
                <p:cNvSpPr/>
                <p:nvPr/>
              </p:nvSpPr>
              <p:spPr>
                <a:xfrm>
                  <a:off x="13763526" y="457333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3" name="Google Shape;4443;p28"/>
                <p:cNvSpPr/>
                <p:nvPr/>
              </p:nvSpPr>
              <p:spPr>
                <a:xfrm>
                  <a:off x="13763526" y="450015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4" name="Google Shape;4444;p28"/>
                <p:cNvSpPr/>
                <p:nvPr/>
              </p:nvSpPr>
              <p:spPr>
                <a:xfrm>
                  <a:off x="13763526" y="443745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5" name="Google Shape;4445;p28"/>
                <p:cNvSpPr/>
                <p:nvPr/>
              </p:nvSpPr>
              <p:spPr>
                <a:xfrm>
                  <a:off x="13763526" y="436437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6" name="Google Shape;4446;p28"/>
                <p:cNvSpPr/>
                <p:nvPr/>
              </p:nvSpPr>
              <p:spPr>
                <a:xfrm>
                  <a:off x="13763526" y="4301581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7" name="Google Shape;4447;p28"/>
                <p:cNvSpPr/>
                <p:nvPr/>
              </p:nvSpPr>
              <p:spPr>
                <a:xfrm>
                  <a:off x="13763526" y="422849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8" name="Google Shape;4448;p28"/>
                <p:cNvSpPr/>
                <p:nvPr/>
              </p:nvSpPr>
              <p:spPr>
                <a:xfrm>
                  <a:off x="13763526" y="416580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9" name="Google Shape;4449;p28"/>
                <p:cNvSpPr/>
                <p:nvPr/>
              </p:nvSpPr>
              <p:spPr>
                <a:xfrm>
                  <a:off x="13763526" y="409262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0" name="Google Shape;4450;p28"/>
                <p:cNvSpPr/>
                <p:nvPr/>
              </p:nvSpPr>
              <p:spPr>
                <a:xfrm>
                  <a:off x="13763526" y="402992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1" name="Google Shape;4451;p28"/>
                <p:cNvSpPr/>
                <p:nvPr/>
              </p:nvSpPr>
              <p:spPr>
                <a:xfrm>
                  <a:off x="13763526" y="395674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2" name="Google Shape;4452;p28"/>
                <p:cNvSpPr/>
                <p:nvPr/>
              </p:nvSpPr>
              <p:spPr>
                <a:xfrm>
                  <a:off x="13763526" y="389404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3" name="Google Shape;4453;p28"/>
                <p:cNvSpPr/>
                <p:nvPr/>
              </p:nvSpPr>
              <p:spPr>
                <a:xfrm>
                  <a:off x="13763526" y="382096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4" name="Google Shape;4454;p28"/>
                <p:cNvSpPr/>
                <p:nvPr/>
              </p:nvSpPr>
              <p:spPr>
                <a:xfrm>
                  <a:off x="13763526" y="3758167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5" name="Google Shape;4455;p28"/>
                <p:cNvSpPr/>
                <p:nvPr/>
              </p:nvSpPr>
              <p:spPr>
                <a:xfrm>
                  <a:off x="13763526" y="368508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6" name="Google Shape;4456;p28"/>
                <p:cNvSpPr/>
                <p:nvPr/>
              </p:nvSpPr>
              <p:spPr>
                <a:xfrm>
                  <a:off x="13763526" y="362238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7" name="Google Shape;4457;p28"/>
                <p:cNvSpPr/>
                <p:nvPr/>
              </p:nvSpPr>
              <p:spPr>
                <a:xfrm>
                  <a:off x="13763526" y="354920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8" name="Google Shape;4458;p28"/>
                <p:cNvSpPr/>
                <p:nvPr/>
              </p:nvSpPr>
              <p:spPr>
                <a:xfrm>
                  <a:off x="13763526" y="348650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9" name="Google Shape;4459;p28"/>
                <p:cNvSpPr/>
                <p:nvPr/>
              </p:nvSpPr>
              <p:spPr>
                <a:xfrm>
                  <a:off x="13763526" y="341332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0" name="Google Shape;4460;p28"/>
                <p:cNvSpPr/>
                <p:nvPr/>
              </p:nvSpPr>
              <p:spPr>
                <a:xfrm>
                  <a:off x="13763526" y="335063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1" name="Google Shape;4461;p28"/>
                <p:cNvSpPr/>
                <p:nvPr/>
              </p:nvSpPr>
              <p:spPr>
                <a:xfrm>
                  <a:off x="13763526" y="327754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2" name="Google Shape;4462;p28"/>
                <p:cNvSpPr/>
                <p:nvPr/>
              </p:nvSpPr>
              <p:spPr>
                <a:xfrm>
                  <a:off x="13763526" y="3214752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3" name="Google Shape;4463;p28"/>
                <p:cNvSpPr/>
                <p:nvPr/>
              </p:nvSpPr>
              <p:spPr>
                <a:xfrm>
                  <a:off x="13763526" y="314167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4" name="Google Shape;4464;p28"/>
                <p:cNvSpPr/>
                <p:nvPr/>
              </p:nvSpPr>
              <p:spPr>
                <a:xfrm>
                  <a:off x="13763526" y="307897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5" name="Google Shape;4465;p28"/>
                <p:cNvSpPr/>
                <p:nvPr/>
              </p:nvSpPr>
              <p:spPr>
                <a:xfrm>
                  <a:off x="13763526" y="300579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6" name="Google Shape;4466;p28"/>
                <p:cNvSpPr/>
                <p:nvPr/>
              </p:nvSpPr>
              <p:spPr>
                <a:xfrm>
                  <a:off x="13763526" y="294309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7" name="Google Shape;4467;p28"/>
                <p:cNvSpPr/>
                <p:nvPr/>
              </p:nvSpPr>
              <p:spPr>
                <a:xfrm>
                  <a:off x="13763526" y="28699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8" name="Google Shape;4468;p28"/>
                <p:cNvSpPr/>
                <p:nvPr/>
              </p:nvSpPr>
              <p:spPr>
                <a:xfrm>
                  <a:off x="13763526" y="28072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9" name="Google Shape;4469;p28"/>
                <p:cNvSpPr/>
                <p:nvPr/>
              </p:nvSpPr>
              <p:spPr>
                <a:xfrm>
                  <a:off x="13763526" y="27341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0" name="Google Shape;4470;p28"/>
                <p:cNvSpPr/>
                <p:nvPr/>
              </p:nvSpPr>
              <p:spPr>
                <a:xfrm>
                  <a:off x="13763526" y="267133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1" name="Google Shape;4471;p28"/>
                <p:cNvSpPr/>
                <p:nvPr/>
              </p:nvSpPr>
              <p:spPr>
                <a:xfrm>
                  <a:off x="13763526" y="259825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2" name="Google Shape;4472;p28"/>
                <p:cNvSpPr/>
                <p:nvPr/>
              </p:nvSpPr>
              <p:spPr>
                <a:xfrm>
                  <a:off x="13763526" y="253555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3" name="Google Shape;4473;p28"/>
                <p:cNvSpPr/>
                <p:nvPr/>
              </p:nvSpPr>
              <p:spPr>
                <a:xfrm>
                  <a:off x="13763526" y="246237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4" name="Google Shape;4474;p28"/>
                <p:cNvSpPr/>
                <p:nvPr/>
              </p:nvSpPr>
              <p:spPr>
                <a:xfrm>
                  <a:off x="13763526" y="239968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5" name="Google Shape;4475;p28"/>
                <p:cNvSpPr/>
                <p:nvPr/>
              </p:nvSpPr>
              <p:spPr>
                <a:xfrm>
                  <a:off x="13763526" y="232650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6" name="Google Shape;4476;p28"/>
                <p:cNvSpPr/>
                <p:nvPr/>
              </p:nvSpPr>
              <p:spPr>
                <a:xfrm>
                  <a:off x="13763526" y="226380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7" name="Google Shape;4477;p28"/>
                <p:cNvSpPr/>
                <p:nvPr/>
              </p:nvSpPr>
              <p:spPr>
                <a:xfrm>
                  <a:off x="13763526" y="2190622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8" name="Google Shape;4478;p28"/>
                <p:cNvSpPr/>
                <p:nvPr/>
              </p:nvSpPr>
              <p:spPr>
                <a:xfrm>
                  <a:off x="13763526" y="212792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9" name="Google Shape;4479;p28"/>
                <p:cNvSpPr/>
                <p:nvPr/>
              </p:nvSpPr>
              <p:spPr>
                <a:xfrm>
                  <a:off x="13763526" y="206522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0" name="Google Shape;4480;p28"/>
                <p:cNvSpPr/>
                <p:nvPr/>
              </p:nvSpPr>
              <p:spPr>
                <a:xfrm>
                  <a:off x="13763526" y="199214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1" name="Google Shape;4481;p28"/>
                <p:cNvSpPr/>
                <p:nvPr/>
              </p:nvSpPr>
              <p:spPr>
                <a:xfrm>
                  <a:off x="13763526" y="191896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2" name="Google Shape;4482;p28"/>
                <p:cNvSpPr/>
                <p:nvPr/>
              </p:nvSpPr>
              <p:spPr>
                <a:xfrm>
                  <a:off x="13763526" y="185626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3" name="Google Shape;4483;p28"/>
                <p:cNvSpPr/>
                <p:nvPr/>
              </p:nvSpPr>
              <p:spPr>
                <a:xfrm>
                  <a:off x="13763526" y="178308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4" name="Google Shape;4484;p28"/>
                <p:cNvSpPr/>
                <p:nvPr/>
              </p:nvSpPr>
              <p:spPr>
                <a:xfrm>
                  <a:off x="13763526" y="172038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5" name="Google Shape;4485;p28"/>
                <p:cNvSpPr/>
                <p:nvPr/>
              </p:nvSpPr>
              <p:spPr>
                <a:xfrm>
                  <a:off x="13763526" y="1647207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6" name="Google Shape;4486;p28"/>
                <p:cNvSpPr/>
                <p:nvPr/>
              </p:nvSpPr>
              <p:spPr>
                <a:xfrm>
                  <a:off x="13763526" y="158450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7" name="Google Shape;4487;p28"/>
                <p:cNvSpPr/>
                <p:nvPr/>
              </p:nvSpPr>
              <p:spPr>
                <a:xfrm>
                  <a:off x="13763526" y="151142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8" name="Google Shape;4488;p28"/>
                <p:cNvSpPr/>
                <p:nvPr/>
              </p:nvSpPr>
              <p:spPr>
                <a:xfrm>
                  <a:off x="13763526" y="144873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9" name="Google Shape;4489;p28"/>
                <p:cNvSpPr/>
                <p:nvPr/>
              </p:nvSpPr>
              <p:spPr>
                <a:xfrm>
                  <a:off x="13763526" y="137555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0" name="Google Shape;4490;p28"/>
                <p:cNvSpPr/>
                <p:nvPr/>
              </p:nvSpPr>
              <p:spPr>
                <a:xfrm>
                  <a:off x="13763526" y="131285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1" name="Google Shape;4491;p28"/>
                <p:cNvSpPr/>
                <p:nvPr/>
              </p:nvSpPr>
              <p:spPr>
                <a:xfrm>
                  <a:off x="13763526" y="123967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2" name="Google Shape;4492;p28"/>
                <p:cNvSpPr/>
                <p:nvPr/>
              </p:nvSpPr>
              <p:spPr>
                <a:xfrm>
                  <a:off x="13763526" y="117697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3" name="Google Shape;4493;p28"/>
                <p:cNvSpPr/>
                <p:nvPr/>
              </p:nvSpPr>
              <p:spPr>
                <a:xfrm>
                  <a:off x="13763526" y="1103793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4" name="Google Shape;4494;p28"/>
                <p:cNvSpPr/>
                <p:nvPr/>
              </p:nvSpPr>
              <p:spPr>
                <a:xfrm>
                  <a:off x="13763526" y="104109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5" name="Google Shape;4495;p28"/>
                <p:cNvSpPr/>
                <p:nvPr/>
              </p:nvSpPr>
              <p:spPr>
                <a:xfrm>
                  <a:off x="13763526" y="9680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6" name="Google Shape;4496;p28"/>
                <p:cNvSpPr/>
                <p:nvPr/>
              </p:nvSpPr>
              <p:spPr>
                <a:xfrm>
                  <a:off x="13763526" y="9053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7" name="Google Shape;4497;p28"/>
                <p:cNvSpPr/>
                <p:nvPr/>
              </p:nvSpPr>
              <p:spPr>
                <a:xfrm>
                  <a:off x="13763526" y="8321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8" name="Google Shape;4498;p28"/>
                <p:cNvSpPr/>
                <p:nvPr/>
              </p:nvSpPr>
              <p:spPr>
                <a:xfrm>
                  <a:off x="13763526" y="76943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9" name="Google Shape;4499;p28"/>
                <p:cNvSpPr/>
                <p:nvPr/>
              </p:nvSpPr>
              <p:spPr>
                <a:xfrm>
                  <a:off x="13700828" y="751142"/>
                  <a:ext cx="20965" cy="4114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41610" extrusionOk="0">
                      <a:moveTo>
                        <a:pt x="106" y="1"/>
                      </a:moveTo>
                      <a:cubicBezTo>
                        <a:pt x="53" y="1"/>
                        <a:pt x="0" y="27"/>
                        <a:pt x="0" y="80"/>
                      </a:cubicBezTo>
                      <a:lnTo>
                        <a:pt x="0" y="41504"/>
                      </a:lnTo>
                      <a:cubicBezTo>
                        <a:pt x="0" y="41504"/>
                        <a:pt x="106" y="41609"/>
                        <a:pt x="106" y="41609"/>
                      </a:cubicBezTo>
                      <a:cubicBezTo>
                        <a:pt x="211" y="41609"/>
                        <a:pt x="211" y="41609"/>
                        <a:pt x="211" y="41504"/>
                      </a:cubicBezTo>
                      <a:lnTo>
                        <a:pt x="211" y="80"/>
                      </a:lnTo>
                      <a:cubicBezTo>
                        <a:pt x="211" y="27"/>
                        <a:pt x="159" y="1"/>
                        <a:pt x="10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0" name="Google Shape;4500;p28"/>
                <p:cNvSpPr/>
                <p:nvPr/>
              </p:nvSpPr>
              <p:spPr>
                <a:xfrm>
                  <a:off x="13878439" y="751142"/>
                  <a:ext cx="20965" cy="4114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41610" extrusionOk="0">
                      <a:moveTo>
                        <a:pt x="106" y="1"/>
                      </a:moveTo>
                      <a:cubicBezTo>
                        <a:pt x="53" y="1"/>
                        <a:pt x="1" y="27"/>
                        <a:pt x="1" y="80"/>
                      </a:cubicBezTo>
                      <a:lnTo>
                        <a:pt x="1" y="41504"/>
                      </a:lnTo>
                      <a:cubicBezTo>
                        <a:pt x="1" y="41504"/>
                        <a:pt x="1" y="41609"/>
                        <a:pt x="106" y="41609"/>
                      </a:cubicBezTo>
                      <a:cubicBezTo>
                        <a:pt x="106" y="41609"/>
                        <a:pt x="212" y="41609"/>
                        <a:pt x="212" y="41504"/>
                      </a:cubicBezTo>
                      <a:lnTo>
                        <a:pt x="212" y="80"/>
                      </a:lnTo>
                      <a:cubicBezTo>
                        <a:pt x="212" y="27"/>
                        <a:pt x="159" y="1"/>
                        <a:pt x="10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01" name="Google Shape;4501;p28"/>
              <p:cNvSpPr/>
              <p:nvPr/>
            </p:nvSpPr>
            <p:spPr>
              <a:xfrm flipH="1">
                <a:off x="8676268" y="4704860"/>
                <a:ext cx="102947" cy="94146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952" extrusionOk="0">
                    <a:moveTo>
                      <a:pt x="406" y="1"/>
                    </a:moveTo>
                    <a:cubicBezTo>
                      <a:pt x="166" y="1"/>
                      <a:pt x="232" y="197"/>
                      <a:pt x="374" y="362"/>
                    </a:cubicBezTo>
                    <a:lnTo>
                      <a:pt x="374" y="362"/>
                    </a:lnTo>
                    <a:cubicBezTo>
                      <a:pt x="473" y="262"/>
                      <a:pt x="590" y="176"/>
                      <a:pt x="698" y="134"/>
                    </a:cubicBezTo>
                    <a:lnTo>
                      <a:pt x="698" y="134"/>
                    </a:lnTo>
                    <a:cubicBezTo>
                      <a:pt x="618" y="54"/>
                      <a:pt x="512" y="1"/>
                      <a:pt x="406" y="1"/>
                    </a:cubicBezTo>
                    <a:close/>
                    <a:moveTo>
                      <a:pt x="832" y="104"/>
                    </a:moveTo>
                    <a:cubicBezTo>
                      <a:pt x="791" y="104"/>
                      <a:pt x="745" y="115"/>
                      <a:pt x="698" y="134"/>
                    </a:cubicBezTo>
                    <a:lnTo>
                      <a:pt x="698" y="134"/>
                    </a:lnTo>
                    <a:cubicBezTo>
                      <a:pt x="776" y="213"/>
                      <a:pt x="829" y="318"/>
                      <a:pt x="829" y="423"/>
                    </a:cubicBezTo>
                    <a:cubicBezTo>
                      <a:pt x="829" y="538"/>
                      <a:pt x="784" y="583"/>
                      <a:pt x="719" y="583"/>
                    </a:cubicBezTo>
                    <a:cubicBezTo>
                      <a:pt x="621" y="583"/>
                      <a:pt x="478" y="481"/>
                      <a:pt x="374" y="362"/>
                    </a:cubicBezTo>
                    <a:lnTo>
                      <a:pt x="374" y="362"/>
                    </a:lnTo>
                    <a:cubicBezTo>
                      <a:pt x="130" y="611"/>
                      <a:pt x="1" y="952"/>
                      <a:pt x="406" y="952"/>
                    </a:cubicBezTo>
                    <a:cubicBezTo>
                      <a:pt x="723" y="952"/>
                      <a:pt x="1040" y="740"/>
                      <a:pt x="1040" y="423"/>
                    </a:cubicBezTo>
                    <a:cubicBezTo>
                      <a:pt x="1040" y="192"/>
                      <a:pt x="953" y="104"/>
                      <a:pt x="832" y="1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2" name="Google Shape;4502;p28"/>
            <p:cNvGrpSpPr/>
            <p:nvPr/>
          </p:nvGrpSpPr>
          <p:grpSpPr>
            <a:xfrm>
              <a:off x="317855" y="510392"/>
              <a:ext cx="198576" cy="4288614"/>
              <a:chOff x="317855" y="510392"/>
              <a:chExt cx="198576" cy="4288614"/>
            </a:xfrm>
          </p:grpSpPr>
          <p:grpSp>
            <p:nvGrpSpPr>
              <p:cNvPr id="4503" name="Google Shape;4503;p28"/>
              <p:cNvGrpSpPr/>
              <p:nvPr/>
            </p:nvGrpSpPr>
            <p:grpSpPr>
              <a:xfrm>
                <a:off x="317855" y="510392"/>
                <a:ext cx="198576" cy="4114917"/>
                <a:chOff x="9353514" y="751142"/>
                <a:chExt cx="198576" cy="4114917"/>
              </a:xfrm>
            </p:grpSpPr>
            <p:sp>
              <p:nvSpPr>
                <p:cNvPr id="4504" name="Google Shape;4504;p28"/>
                <p:cNvSpPr/>
                <p:nvPr/>
              </p:nvSpPr>
              <p:spPr>
                <a:xfrm>
                  <a:off x="9416212" y="47719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5" name="Google Shape;4505;p28"/>
                <p:cNvSpPr/>
                <p:nvPr/>
              </p:nvSpPr>
              <p:spPr>
                <a:xfrm>
                  <a:off x="9416212" y="47092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6" name="Google Shape;4506;p28"/>
                <p:cNvSpPr/>
                <p:nvPr/>
              </p:nvSpPr>
              <p:spPr>
                <a:xfrm>
                  <a:off x="9416212" y="46360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7" name="Google Shape;4507;p28"/>
                <p:cNvSpPr/>
                <p:nvPr/>
              </p:nvSpPr>
              <p:spPr>
                <a:xfrm>
                  <a:off x="9416212" y="457333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8" name="Google Shape;4508;p28"/>
                <p:cNvSpPr/>
                <p:nvPr/>
              </p:nvSpPr>
              <p:spPr>
                <a:xfrm>
                  <a:off x="9416212" y="450015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09" name="Google Shape;4509;p28"/>
                <p:cNvSpPr/>
                <p:nvPr/>
              </p:nvSpPr>
              <p:spPr>
                <a:xfrm>
                  <a:off x="9416212" y="443745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0" name="Google Shape;4510;p28"/>
                <p:cNvSpPr/>
                <p:nvPr/>
              </p:nvSpPr>
              <p:spPr>
                <a:xfrm>
                  <a:off x="9416212" y="436437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1" name="Google Shape;4511;p28"/>
                <p:cNvSpPr/>
                <p:nvPr/>
              </p:nvSpPr>
              <p:spPr>
                <a:xfrm>
                  <a:off x="9416212" y="4301581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2" name="Google Shape;4512;p28"/>
                <p:cNvSpPr/>
                <p:nvPr/>
              </p:nvSpPr>
              <p:spPr>
                <a:xfrm>
                  <a:off x="9416212" y="422849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3" name="Google Shape;4513;p28"/>
                <p:cNvSpPr/>
                <p:nvPr/>
              </p:nvSpPr>
              <p:spPr>
                <a:xfrm>
                  <a:off x="9416212" y="416580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4" name="Google Shape;4514;p28"/>
                <p:cNvSpPr/>
                <p:nvPr/>
              </p:nvSpPr>
              <p:spPr>
                <a:xfrm>
                  <a:off x="9416212" y="409262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5" name="Google Shape;4515;p28"/>
                <p:cNvSpPr/>
                <p:nvPr/>
              </p:nvSpPr>
              <p:spPr>
                <a:xfrm>
                  <a:off x="9416212" y="402992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6" name="Google Shape;4516;p28"/>
                <p:cNvSpPr/>
                <p:nvPr/>
              </p:nvSpPr>
              <p:spPr>
                <a:xfrm>
                  <a:off x="9416212" y="395674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0" y="1"/>
                      </a:moveTo>
                      <a:lnTo>
                        <a:pt x="740" y="635"/>
                      </a:lnTo>
                      <a:lnTo>
                        <a:pt x="740" y="52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7" name="Google Shape;4517;p28"/>
                <p:cNvSpPr/>
                <p:nvPr/>
              </p:nvSpPr>
              <p:spPr>
                <a:xfrm>
                  <a:off x="9416212" y="389404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8" name="Google Shape;4518;p28"/>
                <p:cNvSpPr/>
                <p:nvPr/>
              </p:nvSpPr>
              <p:spPr>
                <a:xfrm>
                  <a:off x="9416212" y="382096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9" name="Google Shape;4519;p28"/>
                <p:cNvSpPr/>
                <p:nvPr/>
              </p:nvSpPr>
              <p:spPr>
                <a:xfrm>
                  <a:off x="9416212" y="3758167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0" name="Google Shape;4520;p28"/>
                <p:cNvSpPr/>
                <p:nvPr/>
              </p:nvSpPr>
              <p:spPr>
                <a:xfrm>
                  <a:off x="9416212" y="369546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0" y="1"/>
                      </a:moveTo>
                      <a:lnTo>
                        <a:pt x="740" y="635"/>
                      </a:lnTo>
                      <a:lnTo>
                        <a:pt x="740" y="529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1" name="Google Shape;4521;p28"/>
                <p:cNvSpPr/>
                <p:nvPr/>
              </p:nvSpPr>
              <p:spPr>
                <a:xfrm>
                  <a:off x="9416212" y="362238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2" name="Google Shape;4522;p28"/>
                <p:cNvSpPr/>
                <p:nvPr/>
              </p:nvSpPr>
              <p:spPr>
                <a:xfrm>
                  <a:off x="9416212" y="354920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3" name="Google Shape;4523;p28"/>
                <p:cNvSpPr/>
                <p:nvPr/>
              </p:nvSpPr>
              <p:spPr>
                <a:xfrm>
                  <a:off x="9416212" y="348650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4" name="Google Shape;4524;p28"/>
                <p:cNvSpPr/>
                <p:nvPr/>
              </p:nvSpPr>
              <p:spPr>
                <a:xfrm>
                  <a:off x="9416212" y="341332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5" name="Google Shape;4525;p28"/>
                <p:cNvSpPr/>
                <p:nvPr/>
              </p:nvSpPr>
              <p:spPr>
                <a:xfrm>
                  <a:off x="9416212" y="335063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6" name="Google Shape;4526;p28"/>
                <p:cNvSpPr/>
                <p:nvPr/>
              </p:nvSpPr>
              <p:spPr>
                <a:xfrm>
                  <a:off x="9416212" y="327754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7" name="Google Shape;4527;p28"/>
                <p:cNvSpPr/>
                <p:nvPr/>
              </p:nvSpPr>
              <p:spPr>
                <a:xfrm>
                  <a:off x="9416212" y="3214752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8" name="Google Shape;4528;p28"/>
                <p:cNvSpPr/>
                <p:nvPr/>
              </p:nvSpPr>
              <p:spPr>
                <a:xfrm>
                  <a:off x="9416212" y="314167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9" name="Google Shape;4529;p28"/>
                <p:cNvSpPr/>
                <p:nvPr/>
              </p:nvSpPr>
              <p:spPr>
                <a:xfrm>
                  <a:off x="9416212" y="307897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0" name="Google Shape;4530;p28"/>
                <p:cNvSpPr/>
                <p:nvPr/>
              </p:nvSpPr>
              <p:spPr>
                <a:xfrm>
                  <a:off x="9416212" y="300579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1" name="Google Shape;4531;p28"/>
                <p:cNvSpPr/>
                <p:nvPr/>
              </p:nvSpPr>
              <p:spPr>
                <a:xfrm>
                  <a:off x="9416212" y="294309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2" name="Google Shape;4532;p28"/>
                <p:cNvSpPr/>
                <p:nvPr/>
              </p:nvSpPr>
              <p:spPr>
                <a:xfrm>
                  <a:off x="9416212" y="28699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3" name="Google Shape;4533;p28"/>
                <p:cNvSpPr/>
                <p:nvPr/>
              </p:nvSpPr>
              <p:spPr>
                <a:xfrm>
                  <a:off x="9416212" y="28072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4" name="Google Shape;4534;p28"/>
                <p:cNvSpPr/>
                <p:nvPr/>
              </p:nvSpPr>
              <p:spPr>
                <a:xfrm>
                  <a:off x="9416212" y="27341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5" name="Google Shape;4535;p28"/>
                <p:cNvSpPr/>
                <p:nvPr/>
              </p:nvSpPr>
              <p:spPr>
                <a:xfrm>
                  <a:off x="9416212" y="267133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6" name="Google Shape;4536;p28"/>
                <p:cNvSpPr/>
                <p:nvPr/>
              </p:nvSpPr>
              <p:spPr>
                <a:xfrm>
                  <a:off x="9416212" y="259825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7" name="Google Shape;4537;p28"/>
                <p:cNvSpPr/>
                <p:nvPr/>
              </p:nvSpPr>
              <p:spPr>
                <a:xfrm>
                  <a:off x="9416212" y="253555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8" name="Google Shape;4538;p28"/>
                <p:cNvSpPr/>
                <p:nvPr/>
              </p:nvSpPr>
              <p:spPr>
                <a:xfrm>
                  <a:off x="9416212" y="246237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9" name="Google Shape;4539;p28"/>
                <p:cNvSpPr/>
                <p:nvPr/>
              </p:nvSpPr>
              <p:spPr>
                <a:xfrm>
                  <a:off x="9416212" y="239968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0" name="Google Shape;4540;p28"/>
                <p:cNvSpPr/>
                <p:nvPr/>
              </p:nvSpPr>
              <p:spPr>
                <a:xfrm>
                  <a:off x="9416212" y="232650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1" name="Google Shape;4541;p28"/>
                <p:cNvSpPr/>
                <p:nvPr/>
              </p:nvSpPr>
              <p:spPr>
                <a:xfrm>
                  <a:off x="9416212" y="226380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2" name="Google Shape;4542;p28"/>
                <p:cNvSpPr/>
                <p:nvPr/>
              </p:nvSpPr>
              <p:spPr>
                <a:xfrm>
                  <a:off x="9416212" y="2190622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3" name="Google Shape;4543;p28"/>
                <p:cNvSpPr/>
                <p:nvPr/>
              </p:nvSpPr>
              <p:spPr>
                <a:xfrm>
                  <a:off x="9416212" y="212792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lnTo>
                        <a:pt x="740" y="635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4" name="Google Shape;4544;p28"/>
                <p:cNvSpPr/>
                <p:nvPr/>
              </p:nvSpPr>
              <p:spPr>
                <a:xfrm>
                  <a:off x="9416212" y="206522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5" name="Google Shape;4545;p28"/>
                <p:cNvSpPr/>
                <p:nvPr/>
              </p:nvSpPr>
              <p:spPr>
                <a:xfrm>
                  <a:off x="9416212" y="199214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6" name="Google Shape;4546;p28"/>
                <p:cNvSpPr/>
                <p:nvPr/>
              </p:nvSpPr>
              <p:spPr>
                <a:xfrm>
                  <a:off x="9416212" y="191896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7" name="Google Shape;4547;p28"/>
                <p:cNvSpPr/>
                <p:nvPr/>
              </p:nvSpPr>
              <p:spPr>
                <a:xfrm>
                  <a:off x="9416212" y="185626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8" name="Google Shape;4548;p28"/>
                <p:cNvSpPr/>
                <p:nvPr/>
              </p:nvSpPr>
              <p:spPr>
                <a:xfrm>
                  <a:off x="9416212" y="178308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9" name="Google Shape;4549;p28"/>
                <p:cNvSpPr/>
                <p:nvPr/>
              </p:nvSpPr>
              <p:spPr>
                <a:xfrm>
                  <a:off x="9416212" y="172038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0" name="Google Shape;4550;p28"/>
                <p:cNvSpPr/>
                <p:nvPr/>
              </p:nvSpPr>
              <p:spPr>
                <a:xfrm>
                  <a:off x="9416212" y="1647207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1" name="Google Shape;4551;p28"/>
                <p:cNvSpPr/>
                <p:nvPr/>
              </p:nvSpPr>
              <p:spPr>
                <a:xfrm>
                  <a:off x="9416212" y="1584509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2" name="Google Shape;4552;p28"/>
                <p:cNvSpPr/>
                <p:nvPr/>
              </p:nvSpPr>
              <p:spPr>
                <a:xfrm>
                  <a:off x="9416212" y="1511428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3" name="Google Shape;4553;p28"/>
                <p:cNvSpPr/>
                <p:nvPr/>
              </p:nvSpPr>
              <p:spPr>
                <a:xfrm>
                  <a:off x="9416212" y="144873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4" name="Google Shape;4554;p28"/>
                <p:cNvSpPr/>
                <p:nvPr/>
              </p:nvSpPr>
              <p:spPr>
                <a:xfrm>
                  <a:off x="9416212" y="1375550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5" name="Google Shape;4555;p28"/>
                <p:cNvSpPr/>
                <p:nvPr/>
              </p:nvSpPr>
              <p:spPr>
                <a:xfrm>
                  <a:off x="9416212" y="1312852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6" name="Google Shape;4556;p28"/>
                <p:cNvSpPr/>
                <p:nvPr/>
              </p:nvSpPr>
              <p:spPr>
                <a:xfrm>
                  <a:off x="9416212" y="1239671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7" name="Google Shape;4557;p28"/>
                <p:cNvSpPr/>
                <p:nvPr/>
              </p:nvSpPr>
              <p:spPr>
                <a:xfrm>
                  <a:off x="9416212" y="1176973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8" name="Google Shape;4558;p28"/>
                <p:cNvSpPr/>
                <p:nvPr/>
              </p:nvSpPr>
              <p:spPr>
                <a:xfrm>
                  <a:off x="9416212" y="1103793"/>
                  <a:ext cx="73180" cy="62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6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9" name="Google Shape;4559;p28"/>
                <p:cNvSpPr/>
                <p:nvPr/>
              </p:nvSpPr>
              <p:spPr>
                <a:xfrm>
                  <a:off x="9416212" y="104109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0" name="Google Shape;4560;p28"/>
                <p:cNvSpPr/>
                <p:nvPr/>
              </p:nvSpPr>
              <p:spPr>
                <a:xfrm>
                  <a:off x="9416212" y="968014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1" name="Google Shape;4561;p28"/>
                <p:cNvSpPr/>
                <p:nvPr/>
              </p:nvSpPr>
              <p:spPr>
                <a:xfrm>
                  <a:off x="9416212" y="905316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2" name="Google Shape;4562;p28"/>
                <p:cNvSpPr/>
                <p:nvPr/>
              </p:nvSpPr>
              <p:spPr>
                <a:xfrm>
                  <a:off x="9416212" y="832135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5"/>
                      </a:moveTo>
                      <a:lnTo>
                        <a:pt x="740" y="635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3" name="Google Shape;4563;p28"/>
                <p:cNvSpPr/>
                <p:nvPr/>
              </p:nvSpPr>
              <p:spPr>
                <a:xfrm>
                  <a:off x="9416212" y="769437"/>
                  <a:ext cx="73180" cy="6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635" extrusionOk="0">
                      <a:moveTo>
                        <a:pt x="740" y="634"/>
                      </a:moveTo>
                      <a:lnTo>
                        <a:pt x="740" y="634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740" y="634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4" name="Google Shape;4564;p28"/>
                <p:cNvSpPr/>
                <p:nvPr/>
              </p:nvSpPr>
              <p:spPr>
                <a:xfrm>
                  <a:off x="9353514" y="751142"/>
                  <a:ext cx="20965" cy="4114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41610" extrusionOk="0">
                      <a:moveTo>
                        <a:pt x="106" y="1"/>
                      </a:moveTo>
                      <a:cubicBezTo>
                        <a:pt x="53" y="1"/>
                        <a:pt x="0" y="27"/>
                        <a:pt x="0" y="80"/>
                      </a:cubicBezTo>
                      <a:lnTo>
                        <a:pt x="0" y="41504"/>
                      </a:lnTo>
                      <a:cubicBezTo>
                        <a:pt x="0" y="41504"/>
                        <a:pt x="0" y="41609"/>
                        <a:pt x="106" y="41609"/>
                      </a:cubicBezTo>
                      <a:cubicBezTo>
                        <a:pt x="211" y="41609"/>
                        <a:pt x="211" y="41609"/>
                        <a:pt x="211" y="41504"/>
                      </a:cubicBezTo>
                      <a:lnTo>
                        <a:pt x="211" y="80"/>
                      </a:lnTo>
                      <a:cubicBezTo>
                        <a:pt x="211" y="27"/>
                        <a:pt x="159" y="1"/>
                        <a:pt x="10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5" name="Google Shape;4565;p28"/>
                <p:cNvSpPr/>
                <p:nvPr/>
              </p:nvSpPr>
              <p:spPr>
                <a:xfrm>
                  <a:off x="9531125" y="751142"/>
                  <a:ext cx="20965" cy="4114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41610" extrusionOk="0">
                      <a:moveTo>
                        <a:pt x="106" y="1"/>
                      </a:moveTo>
                      <a:cubicBezTo>
                        <a:pt x="53" y="1"/>
                        <a:pt x="1" y="27"/>
                        <a:pt x="1" y="80"/>
                      </a:cubicBezTo>
                      <a:lnTo>
                        <a:pt x="1" y="41504"/>
                      </a:lnTo>
                      <a:cubicBezTo>
                        <a:pt x="1" y="41504"/>
                        <a:pt x="1" y="41609"/>
                        <a:pt x="106" y="41609"/>
                      </a:cubicBezTo>
                      <a:cubicBezTo>
                        <a:pt x="212" y="41609"/>
                        <a:pt x="212" y="41609"/>
                        <a:pt x="212" y="41504"/>
                      </a:cubicBezTo>
                      <a:lnTo>
                        <a:pt x="212" y="80"/>
                      </a:lnTo>
                      <a:cubicBezTo>
                        <a:pt x="212" y="27"/>
                        <a:pt x="159" y="1"/>
                        <a:pt x="106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566" name="Google Shape;4566;p28"/>
              <p:cNvSpPr/>
              <p:nvPr/>
            </p:nvSpPr>
            <p:spPr>
              <a:xfrm>
                <a:off x="371748" y="4704860"/>
                <a:ext cx="102947" cy="94146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952" extrusionOk="0">
                    <a:moveTo>
                      <a:pt x="406" y="1"/>
                    </a:moveTo>
                    <a:cubicBezTo>
                      <a:pt x="166" y="1"/>
                      <a:pt x="232" y="197"/>
                      <a:pt x="374" y="362"/>
                    </a:cubicBezTo>
                    <a:lnTo>
                      <a:pt x="374" y="362"/>
                    </a:lnTo>
                    <a:cubicBezTo>
                      <a:pt x="473" y="262"/>
                      <a:pt x="590" y="176"/>
                      <a:pt x="698" y="134"/>
                    </a:cubicBezTo>
                    <a:lnTo>
                      <a:pt x="698" y="134"/>
                    </a:lnTo>
                    <a:cubicBezTo>
                      <a:pt x="618" y="54"/>
                      <a:pt x="512" y="1"/>
                      <a:pt x="406" y="1"/>
                    </a:cubicBezTo>
                    <a:close/>
                    <a:moveTo>
                      <a:pt x="832" y="104"/>
                    </a:moveTo>
                    <a:cubicBezTo>
                      <a:pt x="791" y="104"/>
                      <a:pt x="745" y="115"/>
                      <a:pt x="698" y="134"/>
                    </a:cubicBezTo>
                    <a:lnTo>
                      <a:pt x="698" y="134"/>
                    </a:lnTo>
                    <a:cubicBezTo>
                      <a:pt x="776" y="213"/>
                      <a:pt x="829" y="318"/>
                      <a:pt x="829" y="423"/>
                    </a:cubicBezTo>
                    <a:cubicBezTo>
                      <a:pt x="829" y="538"/>
                      <a:pt x="784" y="583"/>
                      <a:pt x="719" y="583"/>
                    </a:cubicBezTo>
                    <a:cubicBezTo>
                      <a:pt x="621" y="583"/>
                      <a:pt x="478" y="481"/>
                      <a:pt x="374" y="362"/>
                    </a:cubicBezTo>
                    <a:lnTo>
                      <a:pt x="374" y="362"/>
                    </a:lnTo>
                    <a:cubicBezTo>
                      <a:pt x="130" y="611"/>
                      <a:pt x="1" y="952"/>
                      <a:pt x="406" y="952"/>
                    </a:cubicBezTo>
                    <a:cubicBezTo>
                      <a:pt x="723" y="952"/>
                      <a:pt x="1040" y="740"/>
                      <a:pt x="1040" y="423"/>
                    </a:cubicBezTo>
                    <a:cubicBezTo>
                      <a:pt x="1040" y="192"/>
                      <a:pt x="953" y="104"/>
                      <a:pt x="832" y="1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67" name="Google Shape;4567;p28"/>
          <p:cNvGrpSpPr/>
          <p:nvPr/>
        </p:nvGrpSpPr>
        <p:grpSpPr>
          <a:xfrm flipH="1">
            <a:off x="3824213" y="4463743"/>
            <a:ext cx="1495566" cy="476360"/>
            <a:chOff x="4440625" y="1955050"/>
            <a:chExt cx="825550" cy="262950"/>
          </a:xfrm>
        </p:grpSpPr>
        <p:sp>
          <p:nvSpPr>
            <p:cNvPr id="4568" name="Google Shape;4568;p28"/>
            <p:cNvSpPr/>
            <p:nvPr/>
          </p:nvSpPr>
          <p:spPr>
            <a:xfrm>
              <a:off x="4440625" y="1955050"/>
              <a:ext cx="825550" cy="262950"/>
            </a:xfrm>
            <a:custGeom>
              <a:avLst/>
              <a:gdLst/>
              <a:ahLst/>
              <a:cxnLst/>
              <a:rect l="l" t="t" r="r" b="b"/>
              <a:pathLst>
                <a:path w="33022" h="10518" extrusionOk="0">
                  <a:moveTo>
                    <a:pt x="21149" y="0"/>
                  </a:moveTo>
                  <a:cubicBezTo>
                    <a:pt x="21003" y="0"/>
                    <a:pt x="20856" y="17"/>
                    <a:pt x="20711" y="52"/>
                  </a:cubicBezTo>
                  <a:lnTo>
                    <a:pt x="20560" y="90"/>
                  </a:lnTo>
                  <a:lnTo>
                    <a:pt x="20484" y="103"/>
                  </a:lnTo>
                  <a:cubicBezTo>
                    <a:pt x="20371" y="140"/>
                    <a:pt x="20208" y="191"/>
                    <a:pt x="20019" y="254"/>
                  </a:cubicBezTo>
                  <a:lnTo>
                    <a:pt x="19956" y="279"/>
                  </a:lnTo>
                  <a:cubicBezTo>
                    <a:pt x="19780" y="342"/>
                    <a:pt x="19579" y="430"/>
                    <a:pt x="19365" y="530"/>
                  </a:cubicBezTo>
                  <a:lnTo>
                    <a:pt x="19290" y="568"/>
                  </a:lnTo>
                  <a:cubicBezTo>
                    <a:pt x="19152" y="643"/>
                    <a:pt x="19026" y="706"/>
                    <a:pt x="18887" y="794"/>
                  </a:cubicBezTo>
                  <a:lnTo>
                    <a:pt x="18774" y="794"/>
                  </a:lnTo>
                  <a:cubicBezTo>
                    <a:pt x="18334" y="832"/>
                    <a:pt x="17894" y="882"/>
                    <a:pt x="17454" y="970"/>
                  </a:cubicBezTo>
                  <a:cubicBezTo>
                    <a:pt x="17341" y="945"/>
                    <a:pt x="17240" y="945"/>
                    <a:pt x="17140" y="945"/>
                  </a:cubicBezTo>
                  <a:lnTo>
                    <a:pt x="16762" y="945"/>
                  </a:lnTo>
                  <a:cubicBezTo>
                    <a:pt x="16486" y="970"/>
                    <a:pt x="16209" y="1021"/>
                    <a:pt x="15932" y="1084"/>
                  </a:cubicBezTo>
                  <a:lnTo>
                    <a:pt x="15882" y="1096"/>
                  </a:lnTo>
                  <a:cubicBezTo>
                    <a:pt x="15543" y="1184"/>
                    <a:pt x="15228" y="1285"/>
                    <a:pt x="14901" y="1423"/>
                  </a:cubicBezTo>
                  <a:lnTo>
                    <a:pt x="14864" y="1436"/>
                  </a:lnTo>
                  <a:cubicBezTo>
                    <a:pt x="14612" y="1549"/>
                    <a:pt x="14373" y="1662"/>
                    <a:pt x="14159" y="1775"/>
                  </a:cubicBezTo>
                  <a:cubicBezTo>
                    <a:pt x="14065" y="1764"/>
                    <a:pt x="13971" y="1758"/>
                    <a:pt x="13877" y="1758"/>
                  </a:cubicBezTo>
                  <a:cubicBezTo>
                    <a:pt x="13657" y="1758"/>
                    <a:pt x="13440" y="1789"/>
                    <a:pt x="13229" y="1851"/>
                  </a:cubicBezTo>
                  <a:cubicBezTo>
                    <a:pt x="12927" y="1939"/>
                    <a:pt x="12600" y="1989"/>
                    <a:pt x="12286" y="2002"/>
                  </a:cubicBezTo>
                  <a:lnTo>
                    <a:pt x="12248" y="2002"/>
                  </a:lnTo>
                  <a:cubicBezTo>
                    <a:pt x="11883" y="1939"/>
                    <a:pt x="11506" y="1914"/>
                    <a:pt x="11141" y="1914"/>
                  </a:cubicBezTo>
                  <a:cubicBezTo>
                    <a:pt x="10613" y="1914"/>
                    <a:pt x="10085" y="1989"/>
                    <a:pt x="9582" y="2115"/>
                  </a:cubicBezTo>
                  <a:cubicBezTo>
                    <a:pt x="9392" y="2051"/>
                    <a:pt x="9196" y="2021"/>
                    <a:pt x="9000" y="2021"/>
                  </a:cubicBezTo>
                  <a:cubicBezTo>
                    <a:pt x="8652" y="2021"/>
                    <a:pt x="8308" y="2118"/>
                    <a:pt x="8010" y="2303"/>
                  </a:cubicBezTo>
                  <a:lnTo>
                    <a:pt x="7897" y="2366"/>
                  </a:lnTo>
                  <a:lnTo>
                    <a:pt x="7809" y="2429"/>
                  </a:lnTo>
                  <a:cubicBezTo>
                    <a:pt x="7784" y="2454"/>
                    <a:pt x="7708" y="2492"/>
                    <a:pt x="7620" y="2542"/>
                  </a:cubicBezTo>
                  <a:cubicBezTo>
                    <a:pt x="7583" y="2567"/>
                    <a:pt x="7545" y="2593"/>
                    <a:pt x="7507" y="2605"/>
                  </a:cubicBezTo>
                  <a:cubicBezTo>
                    <a:pt x="7482" y="2630"/>
                    <a:pt x="7394" y="2681"/>
                    <a:pt x="7231" y="2781"/>
                  </a:cubicBezTo>
                  <a:lnTo>
                    <a:pt x="7180" y="2806"/>
                  </a:lnTo>
                  <a:cubicBezTo>
                    <a:pt x="7055" y="2882"/>
                    <a:pt x="6941" y="2945"/>
                    <a:pt x="6841" y="2995"/>
                  </a:cubicBezTo>
                  <a:lnTo>
                    <a:pt x="6753" y="3045"/>
                  </a:lnTo>
                  <a:cubicBezTo>
                    <a:pt x="6627" y="3096"/>
                    <a:pt x="6514" y="3158"/>
                    <a:pt x="6426" y="3196"/>
                  </a:cubicBezTo>
                  <a:cubicBezTo>
                    <a:pt x="6199" y="3158"/>
                    <a:pt x="5973" y="3108"/>
                    <a:pt x="5759" y="3070"/>
                  </a:cubicBezTo>
                  <a:cubicBezTo>
                    <a:pt x="4716" y="2857"/>
                    <a:pt x="3684" y="2618"/>
                    <a:pt x="2892" y="2442"/>
                  </a:cubicBezTo>
                  <a:cubicBezTo>
                    <a:pt x="2741" y="2404"/>
                    <a:pt x="2578" y="2391"/>
                    <a:pt x="2427" y="2391"/>
                  </a:cubicBezTo>
                  <a:cubicBezTo>
                    <a:pt x="1962" y="2391"/>
                    <a:pt x="1509" y="2542"/>
                    <a:pt x="1144" y="2831"/>
                  </a:cubicBezTo>
                  <a:cubicBezTo>
                    <a:pt x="0" y="3737"/>
                    <a:pt x="226" y="5535"/>
                    <a:pt x="1559" y="6126"/>
                  </a:cubicBezTo>
                  <a:cubicBezTo>
                    <a:pt x="2565" y="6579"/>
                    <a:pt x="3622" y="6906"/>
                    <a:pt x="4703" y="7145"/>
                  </a:cubicBezTo>
                  <a:cubicBezTo>
                    <a:pt x="5244" y="7258"/>
                    <a:pt x="5797" y="7371"/>
                    <a:pt x="6388" y="7472"/>
                  </a:cubicBezTo>
                  <a:cubicBezTo>
                    <a:pt x="6476" y="7522"/>
                    <a:pt x="6552" y="7572"/>
                    <a:pt x="6640" y="7622"/>
                  </a:cubicBezTo>
                  <a:lnTo>
                    <a:pt x="6690" y="7660"/>
                  </a:lnTo>
                  <a:cubicBezTo>
                    <a:pt x="6765" y="7710"/>
                    <a:pt x="6841" y="7761"/>
                    <a:pt x="6904" y="7824"/>
                  </a:cubicBezTo>
                  <a:cubicBezTo>
                    <a:pt x="6941" y="7849"/>
                    <a:pt x="6992" y="7887"/>
                    <a:pt x="7029" y="7912"/>
                  </a:cubicBezTo>
                  <a:lnTo>
                    <a:pt x="7105" y="7975"/>
                  </a:lnTo>
                  <a:cubicBezTo>
                    <a:pt x="7130" y="8000"/>
                    <a:pt x="7155" y="8025"/>
                    <a:pt x="7180" y="8050"/>
                  </a:cubicBezTo>
                  <a:lnTo>
                    <a:pt x="7293" y="8151"/>
                  </a:lnTo>
                  <a:cubicBezTo>
                    <a:pt x="7595" y="8415"/>
                    <a:pt x="7960" y="8578"/>
                    <a:pt x="8350" y="8628"/>
                  </a:cubicBezTo>
                  <a:lnTo>
                    <a:pt x="8476" y="8716"/>
                  </a:lnTo>
                  <a:lnTo>
                    <a:pt x="8538" y="8754"/>
                  </a:lnTo>
                  <a:cubicBezTo>
                    <a:pt x="8702" y="8867"/>
                    <a:pt x="8853" y="8955"/>
                    <a:pt x="8978" y="9043"/>
                  </a:cubicBezTo>
                  <a:lnTo>
                    <a:pt x="9041" y="9094"/>
                  </a:lnTo>
                  <a:lnTo>
                    <a:pt x="9393" y="9307"/>
                  </a:lnTo>
                  <a:lnTo>
                    <a:pt x="9456" y="9333"/>
                  </a:lnTo>
                  <a:lnTo>
                    <a:pt x="9595" y="9421"/>
                  </a:lnTo>
                  <a:cubicBezTo>
                    <a:pt x="9834" y="9559"/>
                    <a:pt x="10098" y="9634"/>
                    <a:pt x="10374" y="9660"/>
                  </a:cubicBezTo>
                  <a:cubicBezTo>
                    <a:pt x="10664" y="9798"/>
                    <a:pt x="10940" y="9911"/>
                    <a:pt x="11204" y="9999"/>
                  </a:cubicBezTo>
                  <a:lnTo>
                    <a:pt x="11255" y="10024"/>
                  </a:lnTo>
                  <a:cubicBezTo>
                    <a:pt x="11544" y="10112"/>
                    <a:pt x="11833" y="10188"/>
                    <a:pt x="12135" y="10251"/>
                  </a:cubicBezTo>
                  <a:cubicBezTo>
                    <a:pt x="12223" y="10276"/>
                    <a:pt x="12311" y="10288"/>
                    <a:pt x="12374" y="10288"/>
                  </a:cubicBezTo>
                  <a:lnTo>
                    <a:pt x="12474" y="10313"/>
                  </a:lnTo>
                  <a:cubicBezTo>
                    <a:pt x="12555" y="10323"/>
                    <a:pt x="12636" y="10328"/>
                    <a:pt x="12717" y="10328"/>
                  </a:cubicBezTo>
                  <a:cubicBezTo>
                    <a:pt x="12953" y="10328"/>
                    <a:pt x="13189" y="10288"/>
                    <a:pt x="13405" y="10213"/>
                  </a:cubicBezTo>
                  <a:cubicBezTo>
                    <a:pt x="14637" y="10401"/>
                    <a:pt x="15882" y="10502"/>
                    <a:pt x="17140" y="10515"/>
                  </a:cubicBezTo>
                  <a:cubicBezTo>
                    <a:pt x="17232" y="10517"/>
                    <a:pt x="17325" y="10518"/>
                    <a:pt x="17418" y="10518"/>
                  </a:cubicBezTo>
                  <a:cubicBezTo>
                    <a:pt x="17885" y="10518"/>
                    <a:pt x="18363" y="10492"/>
                    <a:pt x="18825" y="10439"/>
                  </a:cubicBezTo>
                  <a:cubicBezTo>
                    <a:pt x="19013" y="10414"/>
                    <a:pt x="19189" y="10364"/>
                    <a:pt x="19353" y="10301"/>
                  </a:cubicBezTo>
                  <a:lnTo>
                    <a:pt x="19655" y="10351"/>
                  </a:lnTo>
                  <a:lnTo>
                    <a:pt x="19705" y="10351"/>
                  </a:lnTo>
                  <a:cubicBezTo>
                    <a:pt x="20019" y="10389"/>
                    <a:pt x="20296" y="10414"/>
                    <a:pt x="20547" y="10439"/>
                  </a:cubicBezTo>
                  <a:lnTo>
                    <a:pt x="20585" y="10439"/>
                  </a:lnTo>
                  <a:cubicBezTo>
                    <a:pt x="20837" y="10452"/>
                    <a:pt x="21038" y="10464"/>
                    <a:pt x="21189" y="10464"/>
                  </a:cubicBezTo>
                  <a:lnTo>
                    <a:pt x="21465" y="10464"/>
                  </a:lnTo>
                  <a:cubicBezTo>
                    <a:pt x="21993" y="10464"/>
                    <a:pt x="22496" y="10238"/>
                    <a:pt x="22849" y="9861"/>
                  </a:cubicBezTo>
                  <a:cubicBezTo>
                    <a:pt x="23100" y="9773"/>
                    <a:pt x="23352" y="9697"/>
                    <a:pt x="23603" y="9609"/>
                  </a:cubicBezTo>
                  <a:cubicBezTo>
                    <a:pt x="23892" y="9509"/>
                    <a:pt x="24383" y="9345"/>
                    <a:pt x="24559" y="9307"/>
                  </a:cubicBezTo>
                  <a:cubicBezTo>
                    <a:pt x="25313" y="9257"/>
                    <a:pt x="26357" y="9245"/>
                    <a:pt x="26395" y="9245"/>
                  </a:cubicBezTo>
                  <a:cubicBezTo>
                    <a:pt x="26747" y="9245"/>
                    <a:pt x="27099" y="9157"/>
                    <a:pt x="27426" y="9006"/>
                  </a:cubicBezTo>
                  <a:cubicBezTo>
                    <a:pt x="27523" y="9022"/>
                    <a:pt x="27620" y="9029"/>
                    <a:pt x="27716" y="9029"/>
                  </a:cubicBezTo>
                  <a:cubicBezTo>
                    <a:pt x="28309" y="9029"/>
                    <a:pt x="28880" y="8738"/>
                    <a:pt x="29237" y="8251"/>
                  </a:cubicBezTo>
                  <a:cubicBezTo>
                    <a:pt x="29287" y="8226"/>
                    <a:pt x="29337" y="8226"/>
                    <a:pt x="29400" y="8226"/>
                  </a:cubicBezTo>
                  <a:cubicBezTo>
                    <a:pt x="32267" y="7987"/>
                    <a:pt x="32946" y="6554"/>
                    <a:pt x="33009" y="5397"/>
                  </a:cubicBezTo>
                  <a:cubicBezTo>
                    <a:pt x="33022" y="5309"/>
                    <a:pt x="33022" y="5221"/>
                    <a:pt x="33009" y="5133"/>
                  </a:cubicBezTo>
                  <a:cubicBezTo>
                    <a:pt x="32934" y="3687"/>
                    <a:pt x="31726" y="3058"/>
                    <a:pt x="31072" y="2718"/>
                  </a:cubicBezTo>
                  <a:cubicBezTo>
                    <a:pt x="30821" y="2593"/>
                    <a:pt x="30582" y="2454"/>
                    <a:pt x="30356" y="2291"/>
                  </a:cubicBezTo>
                  <a:cubicBezTo>
                    <a:pt x="29928" y="1964"/>
                    <a:pt x="29438" y="1737"/>
                    <a:pt x="28922" y="1624"/>
                  </a:cubicBezTo>
                  <a:cubicBezTo>
                    <a:pt x="28847" y="1536"/>
                    <a:pt x="28759" y="1461"/>
                    <a:pt x="28671" y="1398"/>
                  </a:cubicBezTo>
                  <a:cubicBezTo>
                    <a:pt x="28432" y="1209"/>
                    <a:pt x="27514" y="606"/>
                    <a:pt x="25942" y="354"/>
                  </a:cubicBezTo>
                  <a:cubicBezTo>
                    <a:pt x="25791" y="329"/>
                    <a:pt x="25602" y="304"/>
                    <a:pt x="25389" y="279"/>
                  </a:cubicBezTo>
                  <a:cubicBezTo>
                    <a:pt x="25099" y="115"/>
                    <a:pt x="24772" y="27"/>
                    <a:pt x="24446" y="27"/>
                  </a:cubicBezTo>
                  <a:lnTo>
                    <a:pt x="24207" y="27"/>
                  </a:lnTo>
                  <a:lnTo>
                    <a:pt x="24093" y="40"/>
                  </a:lnTo>
                  <a:cubicBezTo>
                    <a:pt x="23993" y="52"/>
                    <a:pt x="23842" y="78"/>
                    <a:pt x="23666" y="115"/>
                  </a:cubicBezTo>
                  <a:lnTo>
                    <a:pt x="23603" y="128"/>
                  </a:lnTo>
                  <a:cubicBezTo>
                    <a:pt x="23515" y="103"/>
                    <a:pt x="23427" y="90"/>
                    <a:pt x="23352" y="90"/>
                  </a:cubicBezTo>
                  <a:cubicBezTo>
                    <a:pt x="23289" y="78"/>
                    <a:pt x="23100" y="65"/>
                    <a:pt x="22811" y="65"/>
                  </a:cubicBezTo>
                  <a:cubicBezTo>
                    <a:pt x="22559" y="65"/>
                    <a:pt x="22220" y="78"/>
                    <a:pt x="21792" y="115"/>
                  </a:cubicBezTo>
                  <a:cubicBezTo>
                    <a:pt x="21588" y="40"/>
                    <a:pt x="21370" y="0"/>
                    <a:pt x="211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3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28"/>
            <p:cNvSpPr/>
            <p:nvPr/>
          </p:nvSpPr>
          <p:spPr>
            <a:xfrm>
              <a:off x="4497525" y="2001925"/>
              <a:ext cx="721175" cy="168925"/>
            </a:xfrm>
            <a:custGeom>
              <a:avLst/>
              <a:gdLst/>
              <a:ahLst/>
              <a:cxnLst/>
              <a:rect l="l" t="t" r="r" b="b"/>
              <a:pathLst>
                <a:path w="28847" h="6757" extrusionOk="0">
                  <a:moveTo>
                    <a:pt x="18875" y="1"/>
                  </a:moveTo>
                  <a:lnTo>
                    <a:pt x="18724" y="39"/>
                  </a:lnTo>
                  <a:cubicBezTo>
                    <a:pt x="18636" y="64"/>
                    <a:pt x="18510" y="101"/>
                    <a:pt x="18359" y="152"/>
                  </a:cubicBezTo>
                  <a:cubicBezTo>
                    <a:pt x="18208" y="202"/>
                    <a:pt x="18058" y="277"/>
                    <a:pt x="17894" y="353"/>
                  </a:cubicBezTo>
                  <a:cubicBezTo>
                    <a:pt x="17718" y="428"/>
                    <a:pt x="17567" y="541"/>
                    <a:pt x="17404" y="642"/>
                  </a:cubicBezTo>
                  <a:cubicBezTo>
                    <a:pt x="17253" y="730"/>
                    <a:pt x="17127" y="856"/>
                    <a:pt x="17001" y="956"/>
                  </a:cubicBezTo>
                  <a:lnTo>
                    <a:pt x="16976" y="994"/>
                  </a:lnTo>
                  <a:cubicBezTo>
                    <a:pt x="16976" y="944"/>
                    <a:pt x="16938" y="894"/>
                    <a:pt x="16901" y="868"/>
                  </a:cubicBezTo>
                  <a:cubicBezTo>
                    <a:pt x="16828" y="827"/>
                    <a:pt x="16746" y="802"/>
                    <a:pt x="16663" y="802"/>
                  </a:cubicBezTo>
                  <a:cubicBezTo>
                    <a:pt x="16646" y="802"/>
                    <a:pt x="16629" y="803"/>
                    <a:pt x="16611" y="806"/>
                  </a:cubicBezTo>
                  <a:cubicBezTo>
                    <a:pt x="15668" y="868"/>
                    <a:pt x="14750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3" y="1623"/>
                    <a:pt x="13342" y="1522"/>
                    <a:pt x="13518" y="1434"/>
                  </a:cubicBezTo>
                  <a:cubicBezTo>
                    <a:pt x="13719" y="1321"/>
                    <a:pt x="13933" y="1233"/>
                    <a:pt x="14159" y="1145"/>
                  </a:cubicBezTo>
                  <a:cubicBezTo>
                    <a:pt x="14323" y="1082"/>
                    <a:pt x="14486" y="1032"/>
                    <a:pt x="14662" y="994"/>
                  </a:cubicBezTo>
                  <a:cubicBezTo>
                    <a:pt x="14725" y="982"/>
                    <a:pt x="14776" y="969"/>
                    <a:pt x="14813" y="956"/>
                  </a:cubicBezTo>
                  <a:lnTo>
                    <a:pt x="14876" y="944"/>
                  </a:lnTo>
                  <a:lnTo>
                    <a:pt x="14662" y="944"/>
                  </a:lnTo>
                  <a:cubicBezTo>
                    <a:pt x="14461" y="956"/>
                    <a:pt x="14273" y="994"/>
                    <a:pt x="14084" y="1032"/>
                  </a:cubicBezTo>
                  <a:cubicBezTo>
                    <a:pt x="13845" y="1095"/>
                    <a:pt x="13593" y="1183"/>
                    <a:pt x="13355" y="1283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74" y="1761"/>
                    <a:pt x="12160" y="1900"/>
                    <a:pt x="11934" y="2013"/>
                  </a:cubicBezTo>
                  <a:cubicBezTo>
                    <a:pt x="11946" y="2000"/>
                    <a:pt x="11946" y="1975"/>
                    <a:pt x="11946" y="1950"/>
                  </a:cubicBezTo>
                  <a:cubicBezTo>
                    <a:pt x="11946" y="1912"/>
                    <a:pt x="11921" y="1874"/>
                    <a:pt x="11883" y="1849"/>
                  </a:cubicBezTo>
                  <a:cubicBezTo>
                    <a:pt x="11809" y="1791"/>
                    <a:pt x="11713" y="1761"/>
                    <a:pt x="11617" y="1761"/>
                  </a:cubicBezTo>
                  <a:cubicBezTo>
                    <a:pt x="11566" y="1761"/>
                    <a:pt x="11516" y="1769"/>
                    <a:pt x="11468" y="1786"/>
                  </a:cubicBezTo>
                  <a:cubicBezTo>
                    <a:pt x="11219" y="1849"/>
                    <a:pt x="10558" y="1997"/>
                    <a:pt x="10030" y="1997"/>
                  </a:cubicBezTo>
                  <a:cubicBezTo>
                    <a:pt x="9919" y="1997"/>
                    <a:pt x="9814" y="1990"/>
                    <a:pt x="9720" y="1975"/>
                  </a:cubicBezTo>
                  <a:cubicBezTo>
                    <a:pt x="9411" y="1928"/>
                    <a:pt x="9147" y="1900"/>
                    <a:pt x="8882" y="1900"/>
                  </a:cubicBezTo>
                  <a:cubicBezTo>
                    <a:pt x="8374" y="1900"/>
                    <a:pt x="7865" y="2004"/>
                    <a:pt x="7029" y="2277"/>
                  </a:cubicBezTo>
                  <a:cubicBezTo>
                    <a:pt x="6791" y="2352"/>
                    <a:pt x="6501" y="2453"/>
                    <a:pt x="6200" y="2579"/>
                  </a:cubicBezTo>
                  <a:cubicBezTo>
                    <a:pt x="6300" y="2491"/>
                    <a:pt x="6388" y="2415"/>
                    <a:pt x="6464" y="2340"/>
                  </a:cubicBezTo>
                  <a:cubicBezTo>
                    <a:pt x="6552" y="2252"/>
                    <a:pt x="6614" y="2164"/>
                    <a:pt x="6665" y="2113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8" y="2201"/>
                    <a:pt x="6313" y="2277"/>
                  </a:cubicBezTo>
                  <a:cubicBezTo>
                    <a:pt x="6187" y="2352"/>
                    <a:pt x="6049" y="2440"/>
                    <a:pt x="5885" y="2528"/>
                  </a:cubicBezTo>
                  <a:cubicBezTo>
                    <a:pt x="5722" y="2616"/>
                    <a:pt x="5558" y="2717"/>
                    <a:pt x="5382" y="2805"/>
                  </a:cubicBezTo>
                  <a:cubicBezTo>
                    <a:pt x="5206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6" y="3270"/>
                  </a:cubicBezTo>
                  <a:cubicBezTo>
                    <a:pt x="3961" y="3195"/>
                    <a:pt x="3534" y="3119"/>
                    <a:pt x="3119" y="3031"/>
                  </a:cubicBezTo>
                  <a:cubicBezTo>
                    <a:pt x="2138" y="2843"/>
                    <a:pt x="1170" y="2629"/>
                    <a:pt x="201" y="2403"/>
                  </a:cubicBezTo>
                  <a:cubicBezTo>
                    <a:pt x="188" y="2399"/>
                    <a:pt x="174" y="2398"/>
                    <a:pt x="161" y="2398"/>
                  </a:cubicBezTo>
                  <a:cubicBezTo>
                    <a:pt x="124" y="2398"/>
                    <a:pt x="87" y="2409"/>
                    <a:pt x="50" y="2428"/>
                  </a:cubicBezTo>
                  <a:cubicBezTo>
                    <a:pt x="0" y="2465"/>
                    <a:pt x="13" y="2516"/>
                    <a:pt x="63" y="2541"/>
                  </a:cubicBezTo>
                  <a:cubicBezTo>
                    <a:pt x="968" y="2931"/>
                    <a:pt x="1899" y="3232"/>
                    <a:pt x="2855" y="3434"/>
                  </a:cubicBezTo>
                  <a:cubicBezTo>
                    <a:pt x="3458" y="3572"/>
                    <a:pt x="4074" y="3685"/>
                    <a:pt x="4703" y="3786"/>
                  </a:cubicBezTo>
                  <a:lnTo>
                    <a:pt x="4816" y="3849"/>
                  </a:lnTo>
                  <a:cubicBezTo>
                    <a:pt x="5030" y="3937"/>
                    <a:pt x="5231" y="4050"/>
                    <a:pt x="5420" y="4188"/>
                  </a:cubicBezTo>
                  <a:cubicBezTo>
                    <a:pt x="5583" y="4289"/>
                    <a:pt x="5734" y="4389"/>
                    <a:pt x="5873" y="4515"/>
                  </a:cubicBezTo>
                  <a:cubicBezTo>
                    <a:pt x="5948" y="4565"/>
                    <a:pt x="5998" y="4616"/>
                    <a:pt x="6049" y="4666"/>
                  </a:cubicBezTo>
                  <a:cubicBezTo>
                    <a:pt x="6099" y="4691"/>
                    <a:pt x="6137" y="4741"/>
                    <a:pt x="6174" y="4779"/>
                  </a:cubicBezTo>
                  <a:lnTo>
                    <a:pt x="6288" y="4880"/>
                  </a:lnTo>
                  <a:lnTo>
                    <a:pt x="6237" y="4754"/>
                  </a:lnTo>
                  <a:cubicBezTo>
                    <a:pt x="6212" y="4716"/>
                    <a:pt x="6187" y="4666"/>
                    <a:pt x="6162" y="4628"/>
                  </a:cubicBezTo>
                  <a:cubicBezTo>
                    <a:pt x="6124" y="4565"/>
                    <a:pt x="6086" y="4503"/>
                    <a:pt x="6049" y="4452"/>
                  </a:cubicBezTo>
                  <a:cubicBezTo>
                    <a:pt x="5998" y="4389"/>
                    <a:pt x="5948" y="4326"/>
                    <a:pt x="5873" y="4264"/>
                  </a:cubicBezTo>
                  <a:lnTo>
                    <a:pt x="5873" y="4264"/>
                  </a:lnTo>
                  <a:cubicBezTo>
                    <a:pt x="5998" y="4352"/>
                    <a:pt x="6137" y="4452"/>
                    <a:pt x="6275" y="4565"/>
                  </a:cubicBezTo>
                  <a:cubicBezTo>
                    <a:pt x="6413" y="4679"/>
                    <a:pt x="6614" y="4817"/>
                    <a:pt x="6778" y="4943"/>
                  </a:cubicBezTo>
                  <a:cubicBezTo>
                    <a:pt x="6954" y="5068"/>
                    <a:pt x="7143" y="5182"/>
                    <a:pt x="7306" y="5295"/>
                  </a:cubicBezTo>
                  <a:cubicBezTo>
                    <a:pt x="7470" y="5421"/>
                    <a:pt x="7633" y="5521"/>
                    <a:pt x="7771" y="5609"/>
                  </a:cubicBezTo>
                  <a:lnTo>
                    <a:pt x="8123" y="5823"/>
                  </a:lnTo>
                  <a:lnTo>
                    <a:pt x="8262" y="5911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7" y="5546"/>
                  </a:lnTo>
                  <a:cubicBezTo>
                    <a:pt x="8224" y="5710"/>
                    <a:pt x="8501" y="5873"/>
                    <a:pt x="8777" y="6024"/>
                  </a:cubicBezTo>
                  <a:cubicBezTo>
                    <a:pt x="9041" y="6150"/>
                    <a:pt x="9305" y="6263"/>
                    <a:pt x="9582" y="6364"/>
                  </a:cubicBezTo>
                  <a:cubicBezTo>
                    <a:pt x="9796" y="6439"/>
                    <a:pt x="10010" y="6489"/>
                    <a:pt x="10223" y="6540"/>
                  </a:cubicBezTo>
                  <a:cubicBezTo>
                    <a:pt x="10311" y="6552"/>
                    <a:pt x="10374" y="6552"/>
                    <a:pt x="10425" y="6565"/>
                  </a:cubicBezTo>
                  <a:lnTo>
                    <a:pt x="10488" y="6577"/>
                  </a:lnTo>
                  <a:lnTo>
                    <a:pt x="10425" y="6552"/>
                  </a:lnTo>
                  <a:cubicBezTo>
                    <a:pt x="10387" y="6540"/>
                    <a:pt x="10324" y="6527"/>
                    <a:pt x="10261" y="6489"/>
                  </a:cubicBezTo>
                  <a:cubicBezTo>
                    <a:pt x="10060" y="6426"/>
                    <a:pt x="9884" y="6351"/>
                    <a:pt x="9695" y="6263"/>
                  </a:cubicBezTo>
                  <a:cubicBezTo>
                    <a:pt x="9456" y="6150"/>
                    <a:pt x="9230" y="6024"/>
                    <a:pt x="9004" y="5886"/>
                  </a:cubicBezTo>
                  <a:lnTo>
                    <a:pt x="9004" y="5886"/>
                  </a:lnTo>
                  <a:cubicBezTo>
                    <a:pt x="9632" y="6125"/>
                    <a:pt x="10274" y="6288"/>
                    <a:pt x="10940" y="6401"/>
                  </a:cubicBezTo>
                  <a:cubicBezTo>
                    <a:pt x="12600" y="6684"/>
                    <a:pt x="13917" y="6757"/>
                    <a:pt x="14831" y="6757"/>
                  </a:cubicBezTo>
                  <a:cubicBezTo>
                    <a:pt x="15744" y="6757"/>
                    <a:pt x="16253" y="6684"/>
                    <a:pt x="16297" y="6678"/>
                  </a:cubicBezTo>
                  <a:cubicBezTo>
                    <a:pt x="16410" y="6678"/>
                    <a:pt x="16523" y="6615"/>
                    <a:pt x="16574" y="6502"/>
                  </a:cubicBezTo>
                  <a:cubicBezTo>
                    <a:pt x="16574" y="6489"/>
                    <a:pt x="16574" y="6477"/>
                    <a:pt x="16574" y="6452"/>
                  </a:cubicBezTo>
                  <a:cubicBezTo>
                    <a:pt x="16574" y="6426"/>
                    <a:pt x="16561" y="6414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89" y="6502"/>
                    <a:pt x="17379" y="6552"/>
                    <a:pt x="17655" y="6590"/>
                  </a:cubicBezTo>
                  <a:cubicBezTo>
                    <a:pt x="17932" y="6640"/>
                    <a:pt x="18196" y="6653"/>
                    <a:pt x="18422" y="6678"/>
                  </a:cubicBezTo>
                  <a:cubicBezTo>
                    <a:pt x="18649" y="6691"/>
                    <a:pt x="18850" y="6691"/>
                    <a:pt x="18976" y="6691"/>
                  </a:cubicBezTo>
                  <a:lnTo>
                    <a:pt x="19189" y="6691"/>
                  </a:lnTo>
                  <a:lnTo>
                    <a:pt x="18988" y="6653"/>
                  </a:lnTo>
                  <a:cubicBezTo>
                    <a:pt x="18862" y="6628"/>
                    <a:pt x="18686" y="6603"/>
                    <a:pt x="18473" y="6552"/>
                  </a:cubicBezTo>
                  <a:lnTo>
                    <a:pt x="18422" y="6540"/>
                  </a:lnTo>
                  <a:cubicBezTo>
                    <a:pt x="19139" y="6477"/>
                    <a:pt x="19969" y="6188"/>
                    <a:pt x="20723" y="5936"/>
                  </a:cubicBezTo>
                  <a:cubicBezTo>
                    <a:pt x="21264" y="5760"/>
                    <a:pt x="21817" y="5571"/>
                    <a:pt x="22107" y="5546"/>
                  </a:cubicBezTo>
                  <a:cubicBezTo>
                    <a:pt x="22937" y="5483"/>
                    <a:pt x="24093" y="5471"/>
                    <a:pt x="24106" y="5471"/>
                  </a:cubicBezTo>
                  <a:cubicBezTo>
                    <a:pt x="24117" y="5472"/>
                    <a:pt x="24127" y="5472"/>
                    <a:pt x="24138" y="5472"/>
                  </a:cubicBezTo>
                  <a:cubicBezTo>
                    <a:pt x="24253" y="5472"/>
                    <a:pt x="24365" y="5412"/>
                    <a:pt x="24446" y="5320"/>
                  </a:cubicBezTo>
                  <a:cubicBezTo>
                    <a:pt x="24458" y="5295"/>
                    <a:pt x="24471" y="5270"/>
                    <a:pt x="24471" y="5244"/>
                  </a:cubicBezTo>
                  <a:cubicBezTo>
                    <a:pt x="24458" y="5169"/>
                    <a:pt x="24408" y="5106"/>
                    <a:pt x="24332" y="5081"/>
                  </a:cubicBezTo>
                  <a:cubicBezTo>
                    <a:pt x="23980" y="4918"/>
                    <a:pt x="23616" y="4779"/>
                    <a:pt x="23238" y="4653"/>
                  </a:cubicBezTo>
                  <a:lnTo>
                    <a:pt x="23238" y="4653"/>
                  </a:lnTo>
                  <a:cubicBezTo>
                    <a:pt x="23314" y="4666"/>
                    <a:pt x="23389" y="4691"/>
                    <a:pt x="23465" y="4704"/>
                  </a:cubicBezTo>
                  <a:lnTo>
                    <a:pt x="23540" y="4729"/>
                  </a:lnTo>
                  <a:cubicBezTo>
                    <a:pt x="23691" y="4767"/>
                    <a:pt x="23867" y="4817"/>
                    <a:pt x="24031" y="4880"/>
                  </a:cubicBezTo>
                  <a:cubicBezTo>
                    <a:pt x="24194" y="4930"/>
                    <a:pt x="24370" y="4968"/>
                    <a:pt x="24534" y="5018"/>
                  </a:cubicBezTo>
                  <a:cubicBezTo>
                    <a:pt x="24684" y="5068"/>
                    <a:pt x="24848" y="5106"/>
                    <a:pt x="24974" y="5144"/>
                  </a:cubicBezTo>
                  <a:cubicBezTo>
                    <a:pt x="25099" y="5182"/>
                    <a:pt x="25213" y="5207"/>
                    <a:pt x="25288" y="5232"/>
                  </a:cubicBezTo>
                  <a:lnTo>
                    <a:pt x="25414" y="5257"/>
                  </a:lnTo>
                  <a:lnTo>
                    <a:pt x="25326" y="5194"/>
                  </a:lnTo>
                  <a:cubicBezTo>
                    <a:pt x="25263" y="5156"/>
                    <a:pt x="25187" y="5106"/>
                    <a:pt x="25074" y="5043"/>
                  </a:cubicBezTo>
                  <a:lnTo>
                    <a:pt x="25024" y="5018"/>
                  </a:lnTo>
                  <a:lnTo>
                    <a:pt x="25049" y="5006"/>
                  </a:lnTo>
                  <a:cubicBezTo>
                    <a:pt x="25640" y="4716"/>
                    <a:pt x="26281" y="4528"/>
                    <a:pt x="26948" y="4465"/>
                  </a:cubicBezTo>
                  <a:cubicBezTo>
                    <a:pt x="28256" y="4352"/>
                    <a:pt x="28809" y="4037"/>
                    <a:pt x="28847" y="3396"/>
                  </a:cubicBezTo>
                  <a:cubicBezTo>
                    <a:pt x="28847" y="3383"/>
                    <a:pt x="28847" y="3358"/>
                    <a:pt x="28847" y="3346"/>
                  </a:cubicBezTo>
                  <a:cubicBezTo>
                    <a:pt x="28834" y="2968"/>
                    <a:pt x="28419" y="2742"/>
                    <a:pt x="27929" y="2503"/>
                  </a:cubicBezTo>
                  <a:cubicBezTo>
                    <a:pt x="27577" y="2327"/>
                    <a:pt x="27237" y="2126"/>
                    <a:pt x="26923" y="1887"/>
                  </a:cubicBezTo>
                  <a:cubicBezTo>
                    <a:pt x="26470" y="1535"/>
                    <a:pt x="25640" y="1409"/>
                    <a:pt x="24823" y="1384"/>
                  </a:cubicBezTo>
                  <a:lnTo>
                    <a:pt x="24999" y="1371"/>
                  </a:lnTo>
                  <a:cubicBezTo>
                    <a:pt x="25112" y="1371"/>
                    <a:pt x="25225" y="1321"/>
                    <a:pt x="25301" y="1233"/>
                  </a:cubicBezTo>
                  <a:cubicBezTo>
                    <a:pt x="25326" y="1208"/>
                    <a:pt x="25338" y="1170"/>
                    <a:pt x="25338" y="1133"/>
                  </a:cubicBezTo>
                  <a:cubicBezTo>
                    <a:pt x="25338" y="1082"/>
                    <a:pt x="25301" y="1044"/>
                    <a:pt x="25263" y="1019"/>
                  </a:cubicBezTo>
                  <a:cubicBezTo>
                    <a:pt x="25238" y="994"/>
                    <a:pt x="24596" y="529"/>
                    <a:pt x="23377" y="328"/>
                  </a:cubicBezTo>
                  <a:cubicBezTo>
                    <a:pt x="23013" y="255"/>
                    <a:pt x="22649" y="219"/>
                    <a:pt x="22285" y="219"/>
                  </a:cubicBezTo>
                  <a:cubicBezTo>
                    <a:pt x="22083" y="219"/>
                    <a:pt x="21881" y="230"/>
                    <a:pt x="21679" y="252"/>
                  </a:cubicBezTo>
                  <a:cubicBezTo>
                    <a:pt x="21729" y="227"/>
                    <a:pt x="21780" y="202"/>
                    <a:pt x="21817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26"/>
                  </a:lnTo>
                  <a:lnTo>
                    <a:pt x="22044" y="26"/>
                  </a:lnTo>
                  <a:cubicBezTo>
                    <a:pt x="21968" y="39"/>
                    <a:pt x="21868" y="51"/>
                    <a:pt x="21729" y="76"/>
                  </a:cubicBezTo>
                  <a:cubicBezTo>
                    <a:pt x="21604" y="101"/>
                    <a:pt x="21465" y="152"/>
                    <a:pt x="21314" y="202"/>
                  </a:cubicBezTo>
                  <a:lnTo>
                    <a:pt x="21189" y="252"/>
                  </a:lnTo>
                  <a:cubicBezTo>
                    <a:pt x="21138" y="152"/>
                    <a:pt x="21025" y="89"/>
                    <a:pt x="20912" y="89"/>
                  </a:cubicBezTo>
                  <a:cubicBezTo>
                    <a:pt x="20899" y="89"/>
                    <a:pt x="20786" y="81"/>
                    <a:pt x="20581" y="81"/>
                  </a:cubicBezTo>
                  <a:cubicBezTo>
                    <a:pt x="20192" y="81"/>
                    <a:pt x="19474" y="108"/>
                    <a:pt x="18485" y="265"/>
                  </a:cubicBezTo>
                  <a:lnTo>
                    <a:pt x="18447" y="265"/>
                  </a:lnTo>
                  <a:lnTo>
                    <a:pt x="18473" y="240"/>
                  </a:lnTo>
                  <a:cubicBezTo>
                    <a:pt x="18586" y="177"/>
                    <a:pt x="18686" y="114"/>
                    <a:pt x="18762" y="76"/>
                  </a:cubicBezTo>
                  <a:lnTo>
                    <a:pt x="188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28"/>
            <p:cNvSpPr/>
            <p:nvPr/>
          </p:nvSpPr>
          <p:spPr>
            <a:xfrm>
              <a:off x="4511975" y="2067325"/>
              <a:ext cx="607700" cy="37425"/>
            </a:xfrm>
            <a:custGeom>
              <a:avLst/>
              <a:gdLst/>
              <a:ahLst/>
              <a:cxnLst/>
              <a:rect l="l" t="t" r="r" b="b"/>
              <a:pathLst>
                <a:path w="24308" h="1497" extrusionOk="0">
                  <a:moveTo>
                    <a:pt x="1" y="0"/>
                  </a:moveTo>
                  <a:lnTo>
                    <a:pt x="1" y="0"/>
                  </a:lnTo>
                  <a:cubicBezTo>
                    <a:pt x="1874" y="579"/>
                    <a:pt x="3811" y="994"/>
                    <a:pt x="5760" y="1233"/>
                  </a:cubicBezTo>
                  <a:cubicBezTo>
                    <a:pt x="6766" y="1358"/>
                    <a:pt x="7810" y="1434"/>
                    <a:pt x="8841" y="1472"/>
                  </a:cubicBezTo>
                  <a:cubicBezTo>
                    <a:pt x="9356" y="1497"/>
                    <a:pt x="9884" y="1497"/>
                    <a:pt x="10400" y="1497"/>
                  </a:cubicBezTo>
                  <a:cubicBezTo>
                    <a:pt x="10928" y="1484"/>
                    <a:pt x="11444" y="1472"/>
                    <a:pt x="11972" y="1446"/>
                  </a:cubicBezTo>
                  <a:cubicBezTo>
                    <a:pt x="14047" y="1333"/>
                    <a:pt x="16121" y="1094"/>
                    <a:pt x="18171" y="717"/>
                  </a:cubicBezTo>
                  <a:cubicBezTo>
                    <a:pt x="19177" y="541"/>
                    <a:pt x="20183" y="340"/>
                    <a:pt x="21214" y="202"/>
                  </a:cubicBezTo>
                  <a:cubicBezTo>
                    <a:pt x="21784" y="124"/>
                    <a:pt x="22361" y="82"/>
                    <a:pt x="22939" y="82"/>
                  </a:cubicBezTo>
                  <a:cubicBezTo>
                    <a:pt x="23396" y="82"/>
                    <a:pt x="23853" y="108"/>
                    <a:pt x="24308" y="164"/>
                  </a:cubicBezTo>
                  <a:cubicBezTo>
                    <a:pt x="23780" y="93"/>
                    <a:pt x="23249" y="58"/>
                    <a:pt x="22718" y="58"/>
                  </a:cubicBezTo>
                  <a:cubicBezTo>
                    <a:pt x="22211" y="58"/>
                    <a:pt x="21705" y="90"/>
                    <a:pt x="21202" y="151"/>
                  </a:cubicBezTo>
                  <a:cubicBezTo>
                    <a:pt x="20171" y="277"/>
                    <a:pt x="19165" y="466"/>
                    <a:pt x="18133" y="629"/>
                  </a:cubicBezTo>
                  <a:cubicBezTo>
                    <a:pt x="16096" y="994"/>
                    <a:pt x="14034" y="1233"/>
                    <a:pt x="11972" y="1333"/>
                  </a:cubicBezTo>
                  <a:cubicBezTo>
                    <a:pt x="11456" y="1371"/>
                    <a:pt x="10941" y="1384"/>
                    <a:pt x="10413" y="1396"/>
                  </a:cubicBezTo>
                  <a:cubicBezTo>
                    <a:pt x="10274" y="1399"/>
                    <a:pt x="10136" y="1401"/>
                    <a:pt x="9998" y="1401"/>
                  </a:cubicBezTo>
                  <a:cubicBezTo>
                    <a:pt x="9621" y="1401"/>
                    <a:pt x="9243" y="1389"/>
                    <a:pt x="8866" y="1371"/>
                  </a:cubicBezTo>
                  <a:cubicBezTo>
                    <a:pt x="7835" y="1333"/>
                    <a:pt x="6816" y="1258"/>
                    <a:pt x="5810" y="1145"/>
                  </a:cubicBezTo>
                  <a:cubicBezTo>
                    <a:pt x="4804" y="1031"/>
                    <a:pt x="3811" y="868"/>
                    <a:pt x="2830" y="679"/>
                  </a:cubicBezTo>
                  <a:cubicBezTo>
                    <a:pt x="1862" y="491"/>
                    <a:pt x="919" y="26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28"/>
            <p:cNvSpPr/>
            <p:nvPr/>
          </p:nvSpPr>
          <p:spPr>
            <a:xfrm>
              <a:off x="4620425" y="2008975"/>
              <a:ext cx="589475" cy="156250"/>
            </a:xfrm>
            <a:custGeom>
              <a:avLst/>
              <a:gdLst/>
              <a:ahLst/>
              <a:cxnLst/>
              <a:rect l="l" t="t" r="r" b="b"/>
              <a:pathLst>
                <a:path w="23579" h="6250" extrusionOk="0">
                  <a:moveTo>
                    <a:pt x="18876" y="1643"/>
                  </a:moveTo>
                  <a:lnTo>
                    <a:pt x="18775" y="1668"/>
                  </a:lnTo>
                  <a:lnTo>
                    <a:pt x="18498" y="1743"/>
                  </a:lnTo>
                  <a:cubicBezTo>
                    <a:pt x="18385" y="1756"/>
                    <a:pt x="18259" y="1794"/>
                    <a:pt x="18109" y="1831"/>
                  </a:cubicBezTo>
                  <a:cubicBezTo>
                    <a:pt x="17970" y="1856"/>
                    <a:pt x="17819" y="1894"/>
                    <a:pt x="17668" y="1932"/>
                  </a:cubicBezTo>
                  <a:cubicBezTo>
                    <a:pt x="17518" y="1970"/>
                    <a:pt x="17367" y="1995"/>
                    <a:pt x="17228" y="2033"/>
                  </a:cubicBezTo>
                  <a:cubicBezTo>
                    <a:pt x="17103" y="2070"/>
                    <a:pt x="16964" y="2095"/>
                    <a:pt x="16851" y="2133"/>
                  </a:cubicBezTo>
                  <a:lnTo>
                    <a:pt x="16574" y="2196"/>
                  </a:lnTo>
                  <a:lnTo>
                    <a:pt x="16474" y="2221"/>
                  </a:lnTo>
                  <a:lnTo>
                    <a:pt x="16474" y="2221"/>
                  </a:lnTo>
                  <a:lnTo>
                    <a:pt x="16562" y="2171"/>
                  </a:lnTo>
                  <a:cubicBezTo>
                    <a:pt x="16625" y="2146"/>
                    <a:pt x="16700" y="2108"/>
                    <a:pt x="16813" y="2070"/>
                  </a:cubicBezTo>
                  <a:cubicBezTo>
                    <a:pt x="16914" y="2033"/>
                    <a:pt x="17040" y="1995"/>
                    <a:pt x="17178" y="1945"/>
                  </a:cubicBezTo>
                  <a:cubicBezTo>
                    <a:pt x="17316" y="1907"/>
                    <a:pt x="17467" y="1869"/>
                    <a:pt x="17618" y="1831"/>
                  </a:cubicBezTo>
                  <a:cubicBezTo>
                    <a:pt x="17769" y="1794"/>
                    <a:pt x="17933" y="1768"/>
                    <a:pt x="18071" y="1731"/>
                  </a:cubicBezTo>
                  <a:cubicBezTo>
                    <a:pt x="18222" y="1706"/>
                    <a:pt x="18360" y="1693"/>
                    <a:pt x="18486" y="1680"/>
                  </a:cubicBezTo>
                  <a:cubicBezTo>
                    <a:pt x="18599" y="1668"/>
                    <a:pt x="18700" y="1655"/>
                    <a:pt x="18775" y="1655"/>
                  </a:cubicBezTo>
                  <a:lnTo>
                    <a:pt x="18876" y="1643"/>
                  </a:lnTo>
                  <a:close/>
                  <a:moveTo>
                    <a:pt x="17341" y="443"/>
                  </a:moveTo>
                  <a:cubicBezTo>
                    <a:pt x="17396" y="443"/>
                    <a:pt x="17451" y="445"/>
                    <a:pt x="17505" y="448"/>
                  </a:cubicBezTo>
                  <a:cubicBezTo>
                    <a:pt x="17580" y="448"/>
                    <a:pt x="17631" y="461"/>
                    <a:pt x="17656" y="461"/>
                  </a:cubicBezTo>
                  <a:cubicBezTo>
                    <a:pt x="17618" y="461"/>
                    <a:pt x="17568" y="461"/>
                    <a:pt x="17492" y="473"/>
                  </a:cubicBezTo>
                  <a:cubicBezTo>
                    <a:pt x="17304" y="486"/>
                    <a:pt x="17115" y="524"/>
                    <a:pt x="16927" y="574"/>
                  </a:cubicBezTo>
                  <a:cubicBezTo>
                    <a:pt x="16688" y="624"/>
                    <a:pt x="16449" y="712"/>
                    <a:pt x="16235" y="825"/>
                  </a:cubicBezTo>
                  <a:cubicBezTo>
                    <a:pt x="16021" y="926"/>
                    <a:pt x="15820" y="1077"/>
                    <a:pt x="15657" y="1253"/>
                  </a:cubicBezTo>
                  <a:cubicBezTo>
                    <a:pt x="15493" y="1416"/>
                    <a:pt x="15342" y="1592"/>
                    <a:pt x="15204" y="1768"/>
                  </a:cubicBezTo>
                  <a:cubicBezTo>
                    <a:pt x="15078" y="1932"/>
                    <a:pt x="14927" y="2095"/>
                    <a:pt x="14764" y="2234"/>
                  </a:cubicBezTo>
                  <a:cubicBezTo>
                    <a:pt x="14625" y="2347"/>
                    <a:pt x="14487" y="2435"/>
                    <a:pt x="14336" y="2523"/>
                  </a:cubicBezTo>
                  <a:lnTo>
                    <a:pt x="14324" y="2523"/>
                  </a:lnTo>
                  <a:cubicBezTo>
                    <a:pt x="14261" y="2548"/>
                    <a:pt x="14198" y="2573"/>
                    <a:pt x="14122" y="2586"/>
                  </a:cubicBezTo>
                  <a:cubicBezTo>
                    <a:pt x="14185" y="2561"/>
                    <a:pt x="14236" y="2523"/>
                    <a:pt x="14286" y="2485"/>
                  </a:cubicBezTo>
                  <a:cubicBezTo>
                    <a:pt x="14399" y="2410"/>
                    <a:pt x="14512" y="2297"/>
                    <a:pt x="14600" y="2183"/>
                  </a:cubicBezTo>
                  <a:cubicBezTo>
                    <a:pt x="14739" y="2045"/>
                    <a:pt x="14852" y="1882"/>
                    <a:pt x="14940" y="1718"/>
                  </a:cubicBezTo>
                  <a:cubicBezTo>
                    <a:pt x="15065" y="1517"/>
                    <a:pt x="15216" y="1341"/>
                    <a:pt x="15367" y="1165"/>
                  </a:cubicBezTo>
                  <a:cubicBezTo>
                    <a:pt x="15568" y="964"/>
                    <a:pt x="15807" y="800"/>
                    <a:pt x="16071" y="687"/>
                  </a:cubicBezTo>
                  <a:cubicBezTo>
                    <a:pt x="16336" y="586"/>
                    <a:pt x="16612" y="511"/>
                    <a:pt x="16889" y="473"/>
                  </a:cubicBezTo>
                  <a:cubicBezTo>
                    <a:pt x="17036" y="455"/>
                    <a:pt x="17190" y="443"/>
                    <a:pt x="17341" y="443"/>
                  </a:cubicBezTo>
                  <a:close/>
                  <a:moveTo>
                    <a:pt x="3283" y="2322"/>
                  </a:moveTo>
                  <a:lnTo>
                    <a:pt x="3195" y="2359"/>
                  </a:lnTo>
                  <a:lnTo>
                    <a:pt x="2956" y="2435"/>
                  </a:lnTo>
                  <a:cubicBezTo>
                    <a:pt x="2855" y="2460"/>
                    <a:pt x="2742" y="2510"/>
                    <a:pt x="2616" y="2548"/>
                  </a:cubicBezTo>
                  <a:cubicBezTo>
                    <a:pt x="2478" y="2586"/>
                    <a:pt x="2352" y="2624"/>
                    <a:pt x="2227" y="2674"/>
                  </a:cubicBezTo>
                  <a:cubicBezTo>
                    <a:pt x="2088" y="2724"/>
                    <a:pt x="1950" y="2762"/>
                    <a:pt x="1837" y="2800"/>
                  </a:cubicBezTo>
                  <a:lnTo>
                    <a:pt x="1497" y="2913"/>
                  </a:lnTo>
                  <a:lnTo>
                    <a:pt x="1246" y="3001"/>
                  </a:lnTo>
                  <a:lnTo>
                    <a:pt x="1158" y="3026"/>
                  </a:lnTo>
                  <a:lnTo>
                    <a:pt x="1233" y="2976"/>
                  </a:lnTo>
                  <a:cubicBezTo>
                    <a:pt x="1284" y="2950"/>
                    <a:pt x="1359" y="2913"/>
                    <a:pt x="1447" y="2862"/>
                  </a:cubicBezTo>
                  <a:cubicBezTo>
                    <a:pt x="1535" y="2825"/>
                    <a:pt x="1636" y="2774"/>
                    <a:pt x="1761" y="2724"/>
                  </a:cubicBezTo>
                  <a:cubicBezTo>
                    <a:pt x="1875" y="2674"/>
                    <a:pt x="2013" y="2624"/>
                    <a:pt x="2139" y="2586"/>
                  </a:cubicBezTo>
                  <a:cubicBezTo>
                    <a:pt x="2277" y="2536"/>
                    <a:pt x="2415" y="2498"/>
                    <a:pt x="2554" y="2460"/>
                  </a:cubicBezTo>
                  <a:cubicBezTo>
                    <a:pt x="2679" y="2422"/>
                    <a:pt x="2805" y="2397"/>
                    <a:pt x="2918" y="2385"/>
                  </a:cubicBezTo>
                  <a:cubicBezTo>
                    <a:pt x="3019" y="2359"/>
                    <a:pt x="3119" y="2347"/>
                    <a:pt x="3182" y="2334"/>
                  </a:cubicBezTo>
                  <a:lnTo>
                    <a:pt x="3283" y="2322"/>
                  </a:lnTo>
                  <a:close/>
                  <a:moveTo>
                    <a:pt x="9822" y="1454"/>
                  </a:moveTo>
                  <a:cubicBezTo>
                    <a:pt x="9822" y="1454"/>
                    <a:pt x="9759" y="1492"/>
                    <a:pt x="9646" y="1567"/>
                  </a:cubicBezTo>
                  <a:cubicBezTo>
                    <a:pt x="9470" y="1655"/>
                    <a:pt x="9294" y="1743"/>
                    <a:pt x="9118" y="1831"/>
                  </a:cubicBezTo>
                  <a:cubicBezTo>
                    <a:pt x="8891" y="1919"/>
                    <a:pt x="8615" y="2033"/>
                    <a:pt x="8313" y="2133"/>
                  </a:cubicBezTo>
                  <a:cubicBezTo>
                    <a:pt x="7998" y="2234"/>
                    <a:pt x="7659" y="2322"/>
                    <a:pt x="7319" y="2410"/>
                  </a:cubicBezTo>
                  <a:cubicBezTo>
                    <a:pt x="6980" y="2498"/>
                    <a:pt x="6640" y="2573"/>
                    <a:pt x="6313" y="2649"/>
                  </a:cubicBezTo>
                  <a:cubicBezTo>
                    <a:pt x="5999" y="2737"/>
                    <a:pt x="5685" y="2787"/>
                    <a:pt x="5446" y="2850"/>
                  </a:cubicBezTo>
                  <a:cubicBezTo>
                    <a:pt x="5194" y="2913"/>
                    <a:pt x="4968" y="2963"/>
                    <a:pt x="4830" y="3013"/>
                  </a:cubicBezTo>
                  <a:lnTo>
                    <a:pt x="4591" y="3076"/>
                  </a:lnTo>
                  <a:lnTo>
                    <a:pt x="4817" y="2988"/>
                  </a:lnTo>
                  <a:cubicBezTo>
                    <a:pt x="4955" y="2938"/>
                    <a:pt x="5157" y="2875"/>
                    <a:pt x="5408" y="2800"/>
                  </a:cubicBezTo>
                  <a:cubicBezTo>
                    <a:pt x="5660" y="2724"/>
                    <a:pt x="5961" y="2649"/>
                    <a:pt x="6276" y="2561"/>
                  </a:cubicBezTo>
                  <a:cubicBezTo>
                    <a:pt x="6590" y="2485"/>
                    <a:pt x="6930" y="2410"/>
                    <a:pt x="7269" y="2322"/>
                  </a:cubicBezTo>
                  <a:cubicBezTo>
                    <a:pt x="7609" y="2221"/>
                    <a:pt x="7936" y="2146"/>
                    <a:pt x="8250" y="2045"/>
                  </a:cubicBezTo>
                  <a:cubicBezTo>
                    <a:pt x="8552" y="1957"/>
                    <a:pt x="8841" y="1869"/>
                    <a:pt x="9067" y="1781"/>
                  </a:cubicBezTo>
                  <a:cubicBezTo>
                    <a:pt x="9306" y="1693"/>
                    <a:pt x="9495" y="1605"/>
                    <a:pt x="9621" y="1555"/>
                  </a:cubicBezTo>
                  <a:cubicBezTo>
                    <a:pt x="9746" y="1492"/>
                    <a:pt x="9822" y="1454"/>
                    <a:pt x="9822" y="1454"/>
                  </a:cubicBezTo>
                  <a:close/>
                  <a:moveTo>
                    <a:pt x="13242" y="1228"/>
                  </a:moveTo>
                  <a:lnTo>
                    <a:pt x="13129" y="1341"/>
                  </a:lnTo>
                  <a:cubicBezTo>
                    <a:pt x="13054" y="1404"/>
                    <a:pt x="12940" y="1492"/>
                    <a:pt x="12789" y="1605"/>
                  </a:cubicBezTo>
                  <a:cubicBezTo>
                    <a:pt x="12639" y="1731"/>
                    <a:pt x="12463" y="1844"/>
                    <a:pt x="12249" y="1970"/>
                  </a:cubicBezTo>
                  <a:cubicBezTo>
                    <a:pt x="12048" y="2095"/>
                    <a:pt x="11809" y="2221"/>
                    <a:pt x="11570" y="2347"/>
                  </a:cubicBezTo>
                  <a:cubicBezTo>
                    <a:pt x="11331" y="2460"/>
                    <a:pt x="11067" y="2573"/>
                    <a:pt x="10828" y="2661"/>
                  </a:cubicBezTo>
                  <a:cubicBezTo>
                    <a:pt x="10576" y="2762"/>
                    <a:pt x="10337" y="2837"/>
                    <a:pt x="10124" y="2900"/>
                  </a:cubicBezTo>
                  <a:cubicBezTo>
                    <a:pt x="9922" y="2963"/>
                    <a:pt x="9734" y="3013"/>
                    <a:pt x="9608" y="3039"/>
                  </a:cubicBezTo>
                  <a:lnTo>
                    <a:pt x="9419" y="3089"/>
                  </a:lnTo>
                  <a:lnTo>
                    <a:pt x="9595" y="3026"/>
                  </a:lnTo>
                  <a:cubicBezTo>
                    <a:pt x="9721" y="2988"/>
                    <a:pt x="9885" y="2925"/>
                    <a:pt x="10086" y="2850"/>
                  </a:cubicBezTo>
                  <a:cubicBezTo>
                    <a:pt x="10274" y="2774"/>
                    <a:pt x="10501" y="2699"/>
                    <a:pt x="10740" y="2586"/>
                  </a:cubicBezTo>
                  <a:cubicBezTo>
                    <a:pt x="10979" y="2485"/>
                    <a:pt x="11230" y="2385"/>
                    <a:pt x="11469" y="2259"/>
                  </a:cubicBezTo>
                  <a:cubicBezTo>
                    <a:pt x="11708" y="2146"/>
                    <a:pt x="11934" y="2020"/>
                    <a:pt x="12148" y="1907"/>
                  </a:cubicBezTo>
                  <a:cubicBezTo>
                    <a:pt x="12362" y="1781"/>
                    <a:pt x="12563" y="1680"/>
                    <a:pt x="12714" y="1567"/>
                  </a:cubicBezTo>
                  <a:cubicBezTo>
                    <a:pt x="12877" y="1467"/>
                    <a:pt x="13016" y="1391"/>
                    <a:pt x="13104" y="1328"/>
                  </a:cubicBezTo>
                  <a:lnTo>
                    <a:pt x="13242" y="1228"/>
                  </a:lnTo>
                  <a:close/>
                  <a:moveTo>
                    <a:pt x="18071" y="2862"/>
                  </a:moveTo>
                  <a:cubicBezTo>
                    <a:pt x="18297" y="2862"/>
                    <a:pt x="18561" y="2862"/>
                    <a:pt x="18838" y="2875"/>
                  </a:cubicBezTo>
                  <a:cubicBezTo>
                    <a:pt x="19115" y="2875"/>
                    <a:pt x="19416" y="2900"/>
                    <a:pt x="19718" y="2938"/>
                  </a:cubicBezTo>
                  <a:cubicBezTo>
                    <a:pt x="20007" y="2963"/>
                    <a:pt x="20297" y="3013"/>
                    <a:pt x="20573" y="3051"/>
                  </a:cubicBezTo>
                  <a:cubicBezTo>
                    <a:pt x="20837" y="3101"/>
                    <a:pt x="21076" y="3152"/>
                    <a:pt x="21290" y="3202"/>
                  </a:cubicBezTo>
                  <a:cubicBezTo>
                    <a:pt x="21491" y="3252"/>
                    <a:pt x="21667" y="3290"/>
                    <a:pt x="21780" y="3328"/>
                  </a:cubicBezTo>
                  <a:lnTo>
                    <a:pt x="21969" y="3378"/>
                  </a:lnTo>
                  <a:lnTo>
                    <a:pt x="21768" y="3340"/>
                  </a:lnTo>
                  <a:cubicBezTo>
                    <a:pt x="21642" y="3328"/>
                    <a:pt x="21466" y="3290"/>
                    <a:pt x="21252" y="3252"/>
                  </a:cubicBezTo>
                  <a:cubicBezTo>
                    <a:pt x="21039" y="3215"/>
                    <a:pt x="20800" y="3177"/>
                    <a:pt x="20536" y="3139"/>
                  </a:cubicBezTo>
                  <a:lnTo>
                    <a:pt x="20523" y="3139"/>
                  </a:lnTo>
                  <a:cubicBezTo>
                    <a:pt x="20259" y="3101"/>
                    <a:pt x="19970" y="3064"/>
                    <a:pt x="19668" y="3026"/>
                  </a:cubicBezTo>
                  <a:cubicBezTo>
                    <a:pt x="19379" y="3001"/>
                    <a:pt x="19089" y="2976"/>
                    <a:pt x="18813" y="2950"/>
                  </a:cubicBezTo>
                  <a:cubicBezTo>
                    <a:pt x="18536" y="2938"/>
                    <a:pt x="18285" y="2913"/>
                    <a:pt x="18058" y="2913"/>
                  </a:cubicBezTo>
                  <a:cubicBezTo>
                    <a:pt x="17832" y="2900"/>
                    <a:pt x="17643" y="2900"/>
                    <a:pt x="17518" y="2888"/>
                  </a:cubicBezTo>
                  <a:lnTo>
                    <a:pt x="17316" y="2888"/>
                  </a:lnTo>
                  <a:lnTo>
                    <a:pt x="17518" y="2875"/>
                  </a:lnTo>
                  <a:cubicBezTo>
                    <a:pt x="17656" y="2875"/>
                    <a:pt x="17832" y="2862"/>
                    <a:pt x="18071" y="2862"/>
                  </a:cubicBezTo>
                  <a:close/>
                  <a:moveTo>
                    <a:pt x="9885" y="4019"/>
                  </a:moveTo>
                  <a:lnTo>
                    <a:pt x="10186" y="4057"/>
                  </a:lnTo>
                  <a:lnTo>
                    <a:pt x="10337" y="4095"/>
                  </a:lnTo>
                  <a:lnTo>
                    <a:pt x="10526" y="4120"/>
                  </a:lnTo>
                  <a:cubicBezTo>
                    <a:pt x="10664" y="4133"/>
                    <a:pt x="10815" y="4145"/>
                    <a:pt x="10979" y="4158"/>
                  </a:cubicBezTo>
                  <a:cubicBezTo>
                    <a:pt x="11306" y="4195"/>
                    <a:pt x="11695" y="4221"/>
                    <a:pt x="12123" y="4233"/>
                  </a:cubicBezTo>
                  <a:cubicBezTo>
                    <a:pt x="12551" y="4246"/>
                    <a:pt x="12991" y="4258"/>
                    <a:pt x="13456" y="4258"/>
                  </a:cubicBezTo>
                  <a:cubicBezTo>
                    <a:pt x="13909" y="4258"/>
                    <a:pt x="14361" y="4283"/>
                    <a:pt x="14789" y="4309"/>
                  </a:cubicBezTo>
                  <a:cubicBezTo>
                    <a:pt x="15229" y="4334"/>
                    <a:pt x="15619" y="4371"/>
                    <a:pt x="15946" y="4422"/>
                  </a:cubicBezTo>
                  <a:cubicBezTo>
                    <a:pt x="16122" y="4447"/>
                    <a:pt x="16260" y="4485"/>
                    <a:pt x="16398" y="4510"/>
                  </a:cubicBezTo>
                  <a:cubicBezTo>
                    <a:pt x="16524" y="4535"/>
                    <a:pt x="16637" y="4560"/>
                    <a:pt x="16725" y="4585"/>
                  </a:cubicBezTo>
                  <a:lnTo>
                    <a:pt x="17015" y="4661"/>
                  </a:lnTo>
                  <a:lnTo>
                    <a:pt x="16713" y="4623"/>
                  </a:lnTo>
                  <a:cubicBezTo>
                    <a:pt x="16612" y="4610"/>
                    <a:pt x="16499" y="4598"/>
                    <a:pt x="16361" y="4585"/>
                  </a:cubicBezTo>
                  <a:cubicBezTo>
                    <a:pt x="16222" y="4573"/>
                    <a:pt x="16071" y="4547"/>
                    <a:pt x="15908" y="4547"/>
                  </a:cubicBezTo>
                  <a:cubicBezTo>
                    <a:pt x="15568" y="4510"/>
                    <a:pt x="15179" y="4497"/>
                    <a:pt x="14751" y="4497"/>
                  </a:cubicBezTo>
                  <a:cubicBezTo>
                    <a:pt x="14336" y="4485"/>
                    <a:pt x="13883" y="4472"/>
                    <a:pt x="13418" y="4472"/>
                  </a:cubicBezTo>
                  <a:cubicBezTo>
                    <a:pt x="12965" y="4472"/>
                    <a:pt x="12513" y="4447"/>
                    <a:pt x="12085" y="4422"/>
                  </a:cubicBezTo>
                  <a:cubicBezTo>
                    <a:pt x="11645" y="4397"/>
                    <a:pt x="11255" y="4334"/>
                    <a:pt x="10928" y="4283"/>
                  </a:cubicBezTo>
                  <a:cubicBezTo>
                    <a:pt x="10765" y="4246"/>
                    <a:pt x="10614" y="4221"/>
                    <a:pt x="10488" y="4183"/>
                  </a:cubicBezTo>
                  <a:lnTo>
                    <a:pt x="10312" y="4145"/>
                  </a:lnTo>
                  <a:lnTo>
                    <a:pt x="10161" y="4095"/>
                  </a:lnTo>
                  <a:lnTo>
                    <a:pt x="9885" y="4019"/>
                  </a:lnTo>
                  <a:close/>
                  <a:moveTo>
                    <a:pt x="1963" y="3818"/>
                  </a:moveTo>
                  <a:lnTo>
                    <a:pt x="2126" y="3919"/>
                  </a:lnTo>
                  <a:cubicBezTo>
                    <a:pt x="2227" y="3969"/>
                    <a:pt x="2378" y="4057"/>
                    <a:pt x="2566" y="4145"/>
                  </a:cubicBezTo>
                  <a:cubicBezTo>
                    <a:pt x="2742" y="4246"/>
                    <a:pt x="2981" y="4346"/>
                    <a:pt x="3220" y="4459"/>
                  </a:cubicBezTo>
                  <a:cubicBezTo>
                    <a:pt x="3459" y="4573"/>
                    <a:pt x="3723" y="4686"/>
                    <a:pt x="4000" y="4774"/>
                  </a:cubicBezTo>
                  <a:cubicBezTo>
                    <a:pt x="4276" y="4874"/>
                    <a:pt x="4553" y="4975"/>
                    <a:pt x="4830" y="5050"/>
                  </a:cubicBezTo>
                  <a:cubicBezTo>
                    <a:pt x="5106" y="5126"/>
                    <a:pt x="5358" y="5214"/>
                    <a:pt x="5584" y="5252"/>
                  </a:cubicBezTo>
                  <a:cubicBezTo>
                    <a:pt x="5823" y="5302"/>
                    <a:pt x="6012" y="5352"/>
                    <a:pt x="6150" y="5377"/>
                  </a:cubicBezTo>
                  <a:lnTo>
                    <a:pt x="6364" y="5415"/>
                  </a:lnTo>
                  <a:lnTo>
                    <a:pt x="6137" y="5390"/>
                  </a:lnTo>
                  <a:cubicBezTo>
                    <a:pt x="5999" y="5377"/>
                    <a:pt x="5798" y="5352"/>
                    <a:pt x="5559" y="5315"/>
                  </a:cubicBezTo>
                  <a:cubicBezTo>
                    <a:pt x="5320" y="5264"/>
                    <a:pt x="5043" y="5214"/>
                    <a:pt x="4767" y="5139"/>
                  </a:cubicBezTo>
                  <a:cubicBezTo>
                    <a:pt x="4490" y="5063"/>
                    <a:pt x="4201" y="4962"/>
                    <a:pt x="3912" y="4862"/>
                  </a:cubicBezTo>
                  <a:cubicBezTo>
                    <a:pt x="3635" y="4761"/>
                    <a:pt x="3371" y="4648"/>
                    <a:pt x="3132" y="4535"/>
                  </a:cubicBezTo>
                  <a:cubicBezTo>
                    <a:pt x="2881" y="4422"/>
                    <a:pt x="2679" y="4296"/>
                    <a:pt x="2503" y="4195"/>
                  </a:cubicBezTo>
                  <a:cubicBezTo>
                    <a:pt x="2315" y="4082"/>
                    <a:pt x="2189" y="3994"/>
                    <a:pt x="2101" y="3931"/>
                  </a:cubicBezTo>
                  <a:lnTo>
                    <a:pt x="1963" y="3818"/>
                  </a:lnTo>
                  <a:close/>
                  <a:moveTo>
                    <a:pt x="9545" y="4912"/>
                  </a:moveTo>
                  <a:lnTo>
                    <a:pt x="9721" y="4937"/>
                  </a:lnTo>
                  <a:lnTo>
                    <a:pt x="10161" y="5025"/>
                  </a:lnTo>
                  <a:lnTo>
                    <a:pt x="10777" y="5139"/>
                  </a:lnTo>
                  <a:cubicBezTo>
                    <a:pt x="11004" y="5189"/>
                    <a:pt x="11243" y="5239"/>
                    <a:pt x="11482" y="5277"/>
                  </a:cubicBezTo>
                  <a:cubicBezTo>
                    <a:pt x="11721" y="5327"/>
                    <a:pt x="11960" y="5377"/>
                    <a:pt x="12186" y="5415"/>
                  </a:cubicBezTo>
                  <a:lnTo>
                    <a:pt x="12815" y="5553"/>
                  </a:lnTo>
                  <a:lnTo>
                    <a:pt x="13255" y="5629"/>
                  </a:lnTo>
                  <a:lnTo>
                    <a:pt x="13418" y="5667"/>
                  </a:lnTo>
                  <a:lnTo>
                    <a:pt x="13242" y="5654"/>
                  </a:lnTo>
                  <a:cubicBezTo>
                    <a:pt x="13129" y="5641"/>
                    <a:pt x="12978" y="5629"/>
                    <a:pt x="12789" y="5604"/>
                  </a:cubicBezTo>
                  <a:cubicBezTo>
                    <a:pt x="12601" y="5579"/>
                    <a:pt x="12374" y="5553"/>
                    <a:pt x="12148" y="5516"/>
                  </a:cubicBezTo>
                  <a:cubicBezTo>
                    <a:pt x="11909" y="5478"/>
                    <a:pt x="11670" y="5440"/>
                    <a:pt x="11419" y="5390"/>
                  </a:cubicBezTo>
                  <a:cubicBezTo>
                    <a:pt x="11180" y="5352"/>
                    <a:pt x="10941" y="5289"/>
                    <a:pt x="10715" y="5239"/>
                  </a:cubicBezTo>
                  <a:cubicBezTo>
                    <a:pt x="10501" y="5176"/>
                    <a:pt x="10300" y="5126"/>
                    <a:pt x="10124" y="5076"/>
                  </a:cubicBezTo>
                  <a:cubicBezTo>
                    <a:pt x="9948" y="5025"/>
                    <a:pt x="9809" y="4988"/>
                    <a:pt x="9709" y="4962"/>
                  </a:cubicBezTo>
                  <a:lnTo>
                    <a:pt x="9545" y="4912"/>
                  </a:lnTo>
                  <a:close/>
                  <a:moveTo>
                    <a:pt x="5483" y="4346"/>
                  </a:moveTo>
                  <a:lnTo>
                    <a:pt x="5685" y="4409"/>
                  </a:lnTo>
                  <a:cubicBezTo>
                    <a:pt x="5798" y="4459"/>
                    <a:pt x="5974" y="4522"/>
                    <a:pt x="6188" y="4585"/>
                  </a:cubicBezTo>
                  <a:cubicBezTo>
                    <a:pt x="6401" y="4661"/>
                    <a:pt x="6640" y="4749"/>
                    <a:pt x="6892" y="4837"/>
                  </a:cubicBezTo>
                  <a:cubicBezTo>
                    <a:pt x="7156" y="4937"/>
                    <a:pt x="7433" y="5038"/>
                    <a:pt x="7709" y="5126"/>
                  </a:cubicBezTo>
                  <a:cubicBezTo>
                    <a:pt x="7986" y="5227"/>
                    <a:pt x="8250" y="5327"/>
                    <a:pt x="8514" y="5415"/>
                  </a:cubicBezTo>
                  <a:cubicBezTo>
                    <a:pt x="8778" y="5503"/>
                    <a:pt x="9017" y="5604"/>
                    <a:pt x="9231" y="5667"/>
                  </a:cubicBezTo>
                  <a:cubicBezTo>
                    <a:pt x="9432" y="5742"/>
                    <a:pt x="9608" y="5805"/>
                    <a:pt x="9734" y="5855"/>
                  </a:cubicBezTo>
                  <a:lnTo>
                    <a:pt x="9922" y="5918"/>
                  </a:lnTo>
                  <a:lnTo>
                    <a:pt x="9696" y="5893"/>
                  </a:lnTo>
                  <a:cubicBezTo>
                    <a:pt x="9558" y="5868"/>
                    <a:pt x="9369" y="5830"/>
                    <a:pt x="9130" y="5780"/>
                  </a:cubicBezTo>
                  <a:cubicBezTo>
                    <a:pt x="8904" y="5730"/>
                    <a:pt x="8640" y="5654"/>
                    <a:pt x="8363" y="5579"/>
                  </a:cubicBezTo>
                  <a:cubicBezTo>
                    <a:pt x="8086" y="5503"/>
                    <a:pt x="7810" y="5415"/>
                    <a:pt x="7521" y="5315"/>
                  </a:cubicBezTo>
                  <a:cubicBezTo>
                    <a:pt x="7231" y="5227"/>
                    <a:pt x="6980" y="5101"/>
                    <a:pt x="6728" y="5000"/>
                  </a:cubicBezTo>
                  <a:cubicBezTo>
                    <a:pt x="6477" y="4900"/>
                    <a:pt x="6251" y="4786"/>
                    <a:pt x="6075" y="4686"/>
                  </a:cubicBezTo>
                  <a:cubicBezTo>
                    <a:pt x="5898" y="4585"/>
                    <a:pt x="5748" y="4510"/>
                    <a:pt x="5647" y="4447"/>
                  </a:cubicBezTo>
                  <a:lnTo>
                    <a:pt x="5483" y="4346"/>
                  </a:lnTo>
                  <a:close/>
                  <a:moveTo>
                    <a:pt x="15633" y="1"/>
                  </a:moveTo>
                  <a:cubicBezTo>
                    <a:pt x="15273" y="1"/>
                    <a:pt x="14588" y="28"/>
                    <a:pt x="13632" y="184"/>
                  </a:cubicBezTo>
                  <a:cubicBezTo>
                    <a:pt x="12161" y="423"/>
                    <a:pt x="12312" y="1442"/>
                    <a:pt x="10363" y="2246"/>
                  </a:cubicBezTo>
                  <a:cubicBezTo>
                    <a:pt x="10363" y="2246"/>
                    <a:pt x="11381" y="1379"/>
                    <a:pt x="11708" y="725"/>
                  </a:cubicBezTo>
                  <a:lnTo>
                    <a:pt x="11708" y="725"/>
                  </a:lnTo>
                  <a:cubicBezTo>
                    <a:pt x="10815" y="800"/>
                    <a:pt x="9948" y="989"/>
                    <a:pt x="9105" y="1278"/>
                  </a:cubicBezTo>
                  <a:cubicBezTo>
                    <a:pt x="7848" y="1756"/>
                    <a:pt x="5873" y="2598"/>
                    <a:pt x="4201" y="2661"/>
                  </a:cubicBezTo>
                  <a:cubicBezTo>
                    <a:pt x="5081" y="2498"/>
                    <a:pt x="5911" y="2171"/>
                    <a:pt x="6666" y="1706"/>
                  </a:cubicBezTo>
                  <a:lnTo>
                    <a:pt x="6666" y="1706"/>
                  </a:lnTo>
                  <a:cubicBezTo>
                    <a:pt x="6665" y="1706"/>
                    <a:pt x="5788" y="1943"/>
                    <a:pt x="5054" y="1943"/>
                  </a:cubicBezTo>
                  <a:cubicBezTo>
                    <a:pt x="4927" y="1943"/>
                    <a:pt x="4804" y="1936"/>
                    <a:pt x="4691" y="1919"/>
                  </a:cubicBezTo>
                  <a:cubicBezTo>
                    <a:pt x="4409" y="1874"/>
                    <a:pt x="4173" y="1845"/>
                    <a:pt x="3927" y="1845"/>
                  </a:cubicBezTo>
                  <a:cubicBezTo>
                    <a:pt x="3495" y="1845"/>
                    <a:pt x="3033" y="1935"/>
                    <a:pt x="2239" y="2183"/>
                  </a:cubicBezTo>
                  <a:cubicBezTo>
                    <a:pt x="1585" y="2397"/>
                    <a:pt x="516" y="2862"/>
                    <a:pt x="1" y="3089"/>
                  </a:cubicBezTo>
                  <a:cubicBezTo>
                    <a:pt x="391" y="3152"/>
                    <a:pt x="781" y="3215"/>
                    <a:pt x="1170" y="3252"/>
                  </a:cubicBezTo>
                  <a:cubicBezTo>
                    <a:pt x="2189" y="3378"/>
                    <a:pt x="3220" y="3479"/>
                    <a:pt x="4251" y="3516"/>
                  </a:cubicBezTo>
                  <a:lnTo>
                    <a:pt x="4628" y="3529"/>
                  </a:lnTo>
                  <a:lnTo>
                    <a:pt x="5018" y="3529"/>
                  </a:lnTo>
                  <a:lnTo>
                    <a:pt x="5810" y="3542"/>
                  </a:lnTo>
                  <a:lnTo>
                    <a:pt x="6590" y="3529"/>
                  </a:lnTo>
                  <a:cubicBezTo>
                    <a:pt x="6854" y="3529"/>
                    <a:pt x="7118" y="3516"/>
                    <a:pt x="7382" y="3504"/>
                  </a:cubicBezTo>
                  <a:cubicBezTo>
                    <a:pt x="8426" y="3466"/>
                    <a:pt x="9470" y="3378"/>
                    <a:pt x="10513" y="3265"/>
                  </a:cubicBezTo>
                  <a:cubicBezTo>
                    <a:pt x="11557" y="3164"/>
                    <a:pt x="12588" y="3001"/>
                    <a:pt x="13619" y="2825"/>
                  </a:cubicBezTo>
                  <a:cubicBezTo>
                    <a:pt x="14663" y="2661"/>
                    <a:pt x="15694" y="2460"/>
                    <a:pt x="16763" y="2334"/>
                  </a:cubicBezTo>
                  <a:cubicBezTo>
                    <a:pt x="17316" y="2259"/>
                    <a:pt x="17857" y="2221"/>
                    <a:pt x="18410" y="2221"/>
                  </a:cubicBezTo>
                  <a:cubicBezTo>
                    <a:pt x="18951" y="2221"/>
                    <a:pt x="19492" y="2284"/>
                    <a:pt x="20020" y="2397"/>
                  </a:cubicBezTo>
                  <a:cubicBezTo>
                    <a:pt x="20108" y="2410"/>
                    <a:pt x="20146" y="2473"/>
                    <a:pt x="20108" y="2523"/>
                  </a:cubicBezTo>
                  <a:cubicBezTo>
                    <a:pt x="20070" y="2573"/>
                    <a:pt x="19995" y="2598"/>
                    <a:pt x="19932" y="2598"/>
                  </a:cubicBezTo>
                  <a:cubicBezTo>
                    <a:pt x="19610" y="2579"/>
                    <a:pt x="19289" y="2569"/>
                    <a:pt x="18969" y="2569"/>
                  </a:cubicBezTo>
                  <a:cubicBezTo>
                    <a:pt x="18264" y="2569"/>
                    <a:pt x="17564" y="2616"/>
                    <a:pt x="16864" y="2712"/>
                  </a:cubicBezTo>
                  <a:cubicBezTo>
                    <a:pt x="15845" y="2850"/>
                    <a:pt x="14827" y="3051"/>
                    <a:pt x="13770" y="3227"/>
                  </a:cubicBezTo>
                  <a:cubicBezTo>
                    <a:pt x="12727" y="3403"/>
                    <a:pt x="11683" y="3579"/>
                    <a:pt x="10614" y="3692"/>
                  </a:cubicBezTo>
                  <a:cubicBezTo>
                    <a:pt x="10350" y="3730"/>
                    <a:pt x="10086" y="3755"/>
                    <a:pt x="9809" y="3780"/>
                  </a:cubicBezTo>
                  <a:lnTo>
                    <a:pt x="9419" y="3818"/>
                  </a:lnTo>
                  <a:lnTo>
                    <a:pt x="9017" y="3856"/>
                  </a:lnTo>
                  <a:cubicBezTo>
                    <a:pt x="8740" y="3881"/>
                    <a:pt x="8476" y="3906"/>
                    <a:pt x="8212" y="3919"/>
                  </a:cubicBezTo>
                  <a:lnTo>
                    <a:pt x="7395" y="3956"/>
                  </a:lnTo>
                  <a:cubicBezTo>
                    <a:pt x="7131" y="3982"/>
                    <a:pt x="6867" y="3982"/>
                    <a:pt x="6590" y="3994"/>
                  </a:cubicBezTo>
                  <a:lnTo>
                    <a:pt x="5785" y="4007"/>
                  </a:lnTo>
                  <a:lnTo>
                    <a:pt x="4968" y="3994"/>
                  </a:lnTo>
                  <a:lnTo>
                    <a:pt x="4566" y="3994"/>
                  </a:lnTo>
                  <a:lnTo>
                    <a:pt x="4163" y="3969"/>
                  </a:lnTo>
                  <a:cubicBezTo>
                    <a:pt x="3899" y="3956"/>
                    <a:pt x="3635" y="3944"/>
                    <a:pt x="3371" y="3931"/>
                  </a:cubicBezTo>
                  <a:lnTo>
                    <a:pt x="2566" y="3868"/>
                  </a:lnTo>
                  <a:cubicBezTo>
                    <a:pt x="2302" y="3843"/>
                    <a:pt x="2051" y="3818"/>
                    <a:pt x="1786" y="3780"/>
                  </a:cubicBezTo>
                  <a:cubicBezTo>
                    <a:pt x="1522" y="3755"/>
                    <a:pt x="1296" y="3730"/>
                    <a:pt x="1057" y="3692"/>
                  </a:cubicBezTo>
                  <a:lnTo>
                    <a:pt x="1057" y="3692"/>
                  </a:lnTo>
                  <a:cubicBezTo>
                    <a:pt x="3258" y="4636"/>
                    <a:pt x="3346" y="5428"/>
                    <a:pt x="6150" y="5893"/>
                  </a:cubicBezTo>
                  <a:cubicBezTo>
                    <a:pt x="7797" y="6179"/>
                    <a:pt x="9099" y="6250"/>
                    <a:pt x="9985" y="6250"/>
                  </a:cubicBezTo>
                  <a:cubicBezTo>
                    <a:pt x="10851" y="6250"/>
                    <a:pt x="11318" y="6182"/>
                    <a:pt x="11318" y="6182"/>
                  </a:cubicBezTo>
                  <a:lnTo>
                    <a:pt x="8338" y="5088"/>
                  </a:lnTo>
                  <a:lnTo>
                    <a:pt x="8338" y="5088"/>
                  </a:lnTo>
                  <a:cubicBezTo>
                    <a:pt x="8339" y="5088"/>
                    <a:pt x="11897" y="5994"/>
                    <a:pt x="13091" y="6056"/>
                  </a:cubicBezTo>
                  <a:cubicBezTo>
                    <a:pt x="13127" y="6058"/>
                    <a:pt x="13164" y="6059"/>
                    <a:pt x="13201" y="6059"/>
                  </a:cubicBezTo>
                  <a:cubicBezTo>
                    <a:pt x="14396" y="6059"/>
                    <a:pt x="16349" y="5111"/>
                    <a:pt x="17178" y="5038"/>
                  </a:cubicBezTo>
                  <a:cubicBezTo>
                    <a:pt x="18021" y="4975"/>
                    <a:pt x="19190" y="4975"/>
                    <a:pt x="19190" y="4975"/>
                  </a:cubicBezTo>
                  <a:cubicBezTo>
                    <a:pt x="19190" y="4975"/>
                    <a:pt x="17167" y="4032"/>
                    <a:pt x="15316" y="4032"/>
                  </a:cubicBezTo>
                  <a:cubicBezTo>
                    <a:pt x="15304" y="4032"/>
                    <a:pt x="15291" y="4032"/>
                    <a:pt x="15279" y="4032"/>
                  </a:cubicBezTo>
                  <a:cubicBezTo>
                    <a:pt x="15279" y="4032"/>
                    <a:pt x="15686" y="3990"/>
                    <a:pt x="16305" y="3990"/>
                  </a:cubicBezTo>
                  <a:cubicBezTo>
                    <a:pt x="17247" y="3990"/>
                    <a:pt x="18682" y="4087"/>
                    <a:pt x="19919" y="4573"/>
                  </a:cubicBezTo>
                  <a:cubicBezTo>
                    <a:pt x="20573" y="4246"/>
                    <a:pt x="21277" y="4032"/>
                    <a:pt x="22007" y="3969"/>
                  </a:cubicBezTo>
                  <a:cubicBezTo>
                    <a:pt x="23189" y="3868"/>
                    <a:pt x="23553" y="3630"/>
                    <a:pt x="23579" y="3127"/>
                  </a:cubicBezTo>
                  <a:cubicBezTo>
                    <a:pt x="23579" y="3114"/>
                    <a:pt x="23579" y="3089"/>
                    <a:pt x="23579" y="3076"/>
                  </a:cubicBezTo>
                  <a:cubicBezTo>
                    <a:pt x="23553" y="2611"/>
                    <a:pt x="22598" y="2435"/>
                    <a:pt x="21718" y="1743"/>
                  </a:cubicBezTo>
                  <a:cubicBezTo>
                    <a:pt x="21273" y="1397"/>
                    <a:pt x="20312" y="1309"/>
                    <a:pt x="19450" y="1309"/>
                  </a:cubicBezTo>
                  <a:cubicBezTo>
                    <a:pt x="18557" y="1309"/>
                    <a:pt x="17769" y="1404"/>
                    <a:pt x="17769" y="1404"/>
                  </a:cubicBezTo>
                  <a:cubicBezTo>
                    <a:pt x="17769" y="1404"/>
                    <a:pt x="19001" y="939"/>
                    <a:pt x="20070" y="876"/>
                  </a:cubicBezTo>
                  <a:cubicBezTo>
                    <a:pt x="20070" y="876"/>
                    <a:pt x="19479" y="436"/>
                    <a:pt x="18348" y="259"/>
                  </a:cubicBezTo>
                  <a:cubicBezTo>
                    <a:pt x="17991" y="204"/>
                    <a:pt x="17614" y="152"/>
                    <a:pt x="17235" y="152"/>
                  </a:cubicBezTo>
                  <a:cubicBezTo>
                    <a:pt x="16411" y="152"/>
                    <a:pt x="15574" y="397"/>
                    <a:pt x="14902" y="1379"/>
                  </a:cubicBezTo>
                  <a:cubicBezTo>
                    <a:pt x="14952" y="762"/>
                    <a:pt x="15342" y="234"/>
                    <a:pt x="15921" y="8"/>
                  </a:cubicBezTo>
                  <a:cubicBezTo>
                    <a:pt x="15921" y="8"/>
                    <a:pt x="15822" y="1"/>
                    <a:pt x="156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28"/>
            <p:cNvSpPr/>
            <p:nvPr/>
          </p:nvSpPr>
          <p:spPr>
            <a:xfrm>
              <a:off x="4497200" y="2001925"/>
              <a:ext cx="721200" cy="168900"/>
            </a:xfrm>
            <a:custGeom>
              <a:avLst/>
              <a:gdLst/>
              <a:ahLst/>
              <a:cxnLst/>
              <a:rect l="l" t="t" r="r" b="b"/>
              <a:pathLst>
                <a:path w="28848" h="6756" extrusionOk="0">
                  <a:moveTo>
                    <a:pt x="579" y="2616"/>
                  </a:moveTo>
                  <a:lnTo>
                    <a:pt x="579" y="2616"/>
                  </a:lnTo>
                  <a:cubicBezTo>
                    <a:pt x="1497" y="2880"/>
                    <a:pt x="2453" y="3107"/>
                    <a:pt x="3421" y="3295"/>
                  </a:cubicBezTo>
                  <a:cubicBezTo>
                    <a:pt x="4389" y="3484"/>
                    <a:pt x="5383" y="3647"/>
                    <a:pt x="6389" y="3761"/>
                  </a:cubicBezTo>
                  <a:cubicBezTo>
                    <a:pt x="7395" y="3874"/>
                    <a:pt x="8426" y="3949"/>
                    <a:pt x="9457" y="3987"/>
                  </a:cubicBezTo>
                  <a:cubicBezTo>
                    <a:pt x="9972" y="4012"/>
                    <a:pt x="10488" y="4012"/>
                    <a:pt x="11004" y="4012"/>
                  </a:cubicBezTo>
                  <a:cubicBezTo>
                    <a:pt x="11519" y="4012"/>
                    <a:pt x="12035" y="3987"/>
                    <a:pt x="12563" y="3949"/>
                  </a:cubicBezTo>
                  <a:cubicBezTo>
                    <a:pt x="14625" y="3849"/>
                    <a:pt x="16687" y="3610"/>
                    <a:pt x="18724" y="3245"/>
                  </a:cubicBezTo>
                  <a:cubicBezTo>
                    <a:pt x="19743" y="3082"/>
                    <a:pt x="20749" y="2893"/>
                    <a:pt x="21793" y="2767"/>
                  </a:cubicBezTo>
                  <a:cubicBezTo>
                    <a:pt x="22290" y="2706"/>
                    <a:pt x="22793" y="2674"/>
                    <a:pt x="23298" y="2674"/>
                  </a:cubicBezTo>
                  <a:cubicBezTo>
                    <a:pt x="23827" y="2674"/>
                    <a:pt x="24358" y="2709"/>
                    <a:pt x="24886" y="2780"/>
                  </a:cubicBezTo>
                  <a:cubicBezTo>
                    <a:pt x="24431" y="2724"/>
                    <a:pt x="23977" y="2698"/>
                    <a:pt x="23523" y="2698"/>
                  </a:cubicBezTo>
                  <a:cubicBezTo>
                    <a:pt x="22948" y="2698"/>
                    <a:pt x="22375" y="2740"/>
                    <a:pt x="21805" y="2818"/>
                  </a:cubicBezTo>
                  <a:cubicBezTo>
                    <a:pt x="20774" y="2956"/>
                    <a:pt x="19768" y="3157"/>
                    <a:pt x="18750" y="3333"/>
                  </a:cubicBezTo>
                  <a:cubicBezTo>
                    <a:pt x="16712" y="3710"/>
                    <a:pt x="14638" y="3949"/>
                    <a:pt x="12563" y="4062"/>
                  </a:cubicBezTo>
                  <a:cubicBezTo>
                    <a:pt x="12035" y="4088"/>
                    <a:pt x="11519" y="4100"/>
                    <a:pt x="10991" y="4113"/>
                  </a:cubicBezTo>
                  <a:cubicBezTo>
                    <a:pt x="10849" y="4116"/>
                    <a:pt x="10709" y="4118"/>
                    <a:pt x="10569" y="4118"/>
                  </a:cubicBezTo>
                  <a:cubicBezTo>
                    <a:pt x="10186" y="4118"/>
                    <a:pt x="9809" y="4106"/>
                    <a:pt x="9432" y="4088"/>
                  </a:cubicBezTo>
                  <a:cubicBezTo>
                    <a:pt x="8388" y="4050"/>
                    <a:pt x="7357" y="3974"/>
                    <a:pt x="6351" y="3836"/>
                  </a:cubicBezTo>
                  <a:cubicBezTo>
                    <a:pt x="4402" y="3610"/>
                    <a:pt x="2465" y="3195"/>
                    <a:pt x="579" y="2616"/>
                  </a:cubicBezTo>
                  <a:close/>
                  <a:moveTo>
                    <a:pt x="20475" y="291"/>
                  </a:moveTo>
                  <a:cubicBezTo>
                    <a:pt x="20713" y="291"/>
                    <a:pt x="20837" y="303"/>
                    <a:pt x="20837" y="303"/>
                  </a:cubicBezTo>
                  <a:cubicBezTo>
                    <a:pt x="20259" y="516"/>
                    <a:pt x="19856" y="1057"/>
                    <a:pt x="19818" y="1673"/>
                  </a:cubicBezTo>
                  <a:cubicBezTo>
                    <a:pt x="20491" y="681"/>
                    <a:pt x="21330" y="435"/>
                    <a:pt x="22156" y="435"/>
                  </a:cubicBezTo>
                  <a:cubicBezTo>
                    <a:pt x="22534" y="435"/>
                    <a:pt x="22909" y="486"/>
                    <a:pt x="23264" y="541"/>
                  </a:cubicBezTo>
                  <a:cubicBezTo>
                    <a:pt x="24396" y="718"/>
                    <a:pt x="24974" y="1158"/>
                    <a:pt x="24974" y="1158"/>
                  </a:cubicBezTo>
                  <a:cubicBezTo>
                    <a:pt x="23918" y="1221"/>
                    <a:pt x="22686" y="1698"/>
                    <a:pt x="22686" y="1698"/>
                  </a:cubicBezTo>
                  <a:cubicBezTo>
                    <a:pt x="22686" y="1698"/>
                    <a:pt x="23473" y="1604"/>
                    <a:pt x="24366" y="1604"/>
                  </a:cubicBezTo>
                  <a:cubicBezTo>
                    <a:pt x="25229" y="1604"/>
                    <a:pt x="26189" y="1692"/>
                    <a:pt x="26634" y="2038"/>
                  </a:cubicBezTo>
                  <a:cubicBezTo>
                    <a:pt x="27514" y="2717"/>
                    <a:pt x="28470" y="2893"/>
                    <a:pt x="28495" y="3371"/>
                  </a:cubicBezTo>
                  <a:cubicBezTo>
                    <a:pt x="28495" y="3383"/>
                    <a:pt x="28495" y="3396"/>
                    <a:pt x="28495" y="3409"/>
                  </a:cubicBezTo>
                  <a:cubicBezTo>
                    <a:pt x="28470" y="3924"/>
                    <a:pt x="28093" y="4150"/>
                    <a:pt x="26923" y="4251"/>
                  </a:cubicBezTo>
                  <a:cubicBezTo>
                    <a:pt x="26194" y="4326"/>
                    <a:pt x="25490" y="4528"/>
                    <a:pt x="24823" y="4855"/>
                  </a:cubicBezTo>
                  <a:cubicBezTo>
                    <a:pt x="23577" y="4370"/>
                    <a:pt x="22120" y="4276"/>
                    <a:pt x="21175" y="4276"/>
                  </a:cubicBezTo>
                  <a:cubicBezTo>
                    <a:pt x="20576" y="4276"/>
                    <a:pt x="20183" y="4314"/>
                    <a:pt x="20183" y="4314"/>
                  </a:cubicBezTo>
                  <a:cubicBezTo>
                    <a:pt x="20195" y="4314"/>
                    <a:pt x="20208" y="4314"/>
                    <a:pt x="20220" y="4314"/>
                  </a:cubicBezTo>
                  <a:cubicBezTo>
                    <a:pt x="22083" y="4314"/>
                    <a:pt x="24106" y="5257"/>
                    <a:pt x="24106" y="5257"/>
                  </a:cubicBezTo>
                  <a:cubicBezTo>
                    <a:pt x="24106" y="5257"/>
                    <a:pt x="22937" y="5270"/>
                    <a:pt x="22082" y="5332"/>
                  </a:cubicBezTo>
                  <a:cubicBezTo>
                    <a:pt x="21241" y="5393"/>
                    <a:pt x="19311" y="6341"/>
                    <a:pt x="18106" y="6341"/>
                  </a:cubicBezTo>
                  <a:cubicBezTo>
                    <a:pt x="18068" y="6341"/>
                    <a:pt x="18031" y="6340"/>
                    <a:pt x="17995" y="6338"/>
                  </a:cubicBezTo>
                  <a:cubicBezTo>
                    <a:pt x="16813" y="6276"/>
                    <a:pt x="13255" y="5370"/>
                    <a:pt x="13254" y="5370"/>
                  </a:cubicBezTo>
                  <a:lnTo>
                    <a:pt x="13254" y="5370"/>
                  </a:lnTo>
                  <a:lnTo>
                    <a:pt x="16235" y="6477"/>
                  </a:lnTo>
                  <a:cubicBezTo>
                    <a:pt x="16235" y="6477"/>
                    <a:pt x="15767" y="6544"/>
                    <a:pt x="14900" y="6544"/>
                  </a:cubicBezTo>
                  <a:cubicBezTo>
                    <a:pt x="14013" y="6544"/>
                    <a:pt x="12707" y="6474"/>
                    <a:pt x="11054" y="6188"/>
                  </a:cubicBezTo>
                  <a:cubicBezTo>
                    <a:pt x="8262" y="5710"/>
                    <a:pt x="8174" y="4930"/>
                    <a:pt x="5974" y="3987"/>
                  </a:cubicBezTo>
                  <a:lnTo>
                    <a:pt x="5974" y="3987"/>
                  </a:lnTo>
                  <a:cubicBezTo>
                    <a:pt x="6213" y="4025"/>
                    <a:pt x="6451" y="4050"/>
                    <a:pt x="6703" y="4075"/>
                  </a:cubicBezTo>
                  <a:cubicBezTo>
                    <a:pt x="6942" y="4100"/>
                    <a:pt x="7218" y="4138"/>
                    <a:pt x="7483" y="4150"/>
                  </a:cubicBezTo>
                  <a:lnTo>
                    <a:pt x="8275" y="4226"/>
                  </a:lnTo>
                  <a:cubicBezTo>
                    <a:pt x="8539" y="4238"/>
                    <a:pt x="8815" y="4251"/>
                    <a:pt x="9080" y="4264"/>
                  </a:cubicBezTo>
                  <a:lnTo>
                    <a:pt x="9482" y="4276"/>
                  </a:lnTo>
                  <a:lnTo>
                    <a:pt x="9884" y="4276"/>
                  </a:lnTo>
                  <a:lnTo>
                    <a:pt x="10689" y="4289"/>
                  </a:lnTo>
                  <a:lnTo>
                    <a:pt x="11506" y="4276"/>
                  </a:lnTo>
                  <a:cubicBezTo>
                    <a:pt x="11771" y="4276"/>
                    <a:pt x="12047" y="4264"/>
                    <a:pt x="12311" y="4251"/>
                  </a:cubicBezTo>
                  <a:lnTo>
                    <a:pt x="13116" y="4213"/>
                  </a:lnTo>
                  <a:cubicBezTo>
                    <a:pt x="13393" y="4188"/>
                    <a:pt x="13657" y="4163"/>
                    <a:pt x="13921" y="4150"/>
                  </a:cubicBezTo>
                  <a:lnTo>
                    <a:pt x="14323" y="4113"/>
                  </a:lnTo>
                  <a:lnTo>
                    <a:pt x="14726" y="4075"/>
                  </a:lnTo>
                  <a:cubicBezTo>
                    <a:pt x="14990" y="4037"/>
                    <a:pt x="15266" y="4012"/>
                    <a:pt x="15530" y="3987"/>
                  </a:cubicBezTo>
                  <a:cubicBezTo>
                    <a:pt x="16599" y="3861"/>
                    <a:pt x="17643" y="3685"/>
                    <a:pt x="18687" y="3509"/>
                  </a:cubicBezTo>
                  <a:cubicBezTo>
                    <a:pt x="19730" y="3333"/>
                    <a:pt x="20749" y="3132"/>
                    <a:pt x="21780" y="2994"/>
                  </a:cubicBezTo>
                  <a:cubicBezTo>
                    <a:pt x="22508" y="2904"/>
                    <a:pt x="23235" y="2859"/>
                    <a:pt x="23963" y="2859"/>
                  </a:cubicBezTo>
                  <a:cubicBezTo>
                    <a:pt x="24254" y="2859"/>
                    <a:pt x="24545" y="2866"/>
                    <a:pt x="24836" y="2880"/>
                  </a:cubicBezTo>
                  <a:cubicBezTo>
                    <a:pt x="24849" y="2883"/>
                    <a:pt x="24861" y="2884"/>
                    <a:pt x="24874" y="2884"/>
                  </a:cubicBezTo>
                  <a:cubicBezTo>
                    <a:pt x="24932" y="2884"/>
                    <a:pt x="24983" y="2859"/>
                    <a:pt x="25024" y="2818"/>
                  </a:cubicBezTo>
                  <a:cubicBezTo>
                    <a:pt x="25062" y="2767"/>
                    <a:pt x="25024" y="2704"/>
                    <a:pt x="24936" y="2679"/>
                  </a:cubicBezTo>
                  <a:cubicBezTo>
                    <a:pt x="24408" y="2566"/>
                    <a:pt x="23868" y="2516"/>
                    <a:pt x="23327" y="2516"/>
                  </a:cubicBezTo>
                  <a:cubicBezTo>
                    <a:pt x="22774" y="2516"/>
                    <a:pt x="22220" y="2553"/>
                    <a:pt x="21680" y="2616"/>
                  </a:cubicBezTo>
                  <a:cubicBezTo>
                    <a:pt x="20611" y="2755"/>
                    <a:pt x="19567" y="2943"/>
                    <a:pt x="18536" y="3119"/>
                  </a:cubicBezTo>
                  <a:cubicBezTo>
                    <a:pt x="17505" y="3283"/>
                    <a:pt x="16474" y="3446"/>
                    <a:pt x="15430" y="3559"/>
                  </a:cubicBezTo>
                  <a:cubicBezTo>
                    <a:pt x="14386" y="3673"/>
                    <a:pt x="13342" y="3748"/>
                    <a:pt x="12299" y="3798"/>
                  </a:cubicBezTo>
                  <a:cubicBezTo>
                    <a:pt x="12035" y="3811"/>
                    <a:pt x="11771" y="3811"/>
                    <a:pt x="11506" y="3824"/>
                  </a:cubicBezTo>
                  <a:lnTo>
                    <a:pt x="10727" y="3836"/>
                  </a:lnTo>
                  <a:lnTo>
                    <a:pt x="9935" y="3824"/>
                  </a:lnTo>
                  <a:lnTo>
                    <a:pt x="9545" y="3824"/>
                  </a:lnTo>
                  <a:lnTo>
                    <a:pt x="9155" y="3798"/>
                  </a:lnTo>
                  <a:cubicBezTo>
                    <a:pt x="8124" y="3761"/>
                    <a:pt x="7093" y="3673"/>
                    <a:pt x="6087" y="3547"/>
                  </a:cubicBezTo>
                  <a:cubicBezTo>
                    <a:pt x="5697" y="3497"/>
                    <a:pt x="5295" y="3434"/>
                    <a:pt x="4917" y="3383"/>
                  </a:cubicBezTo>
                  <a:cubicBezTo>
                    <a:pt x="5420" y="3157"/>
                    <a:pt x="6489" y="2679"/>
                    <a:pt x="7156" y="2478"/>
                  </a:cubicBezTo>
                  <a:cubicBezTo>
                    <a:pt x="7952" y="2220"/>
                    <a:pt x="8414" y="2133"/>
                    <a:pt x="8848" y="2133"/>
                  </a:cubicBezTo>
                  <a:cubicBezTo>
                    <a:pt x="9092" y="2133"/>
                    <a:pt x="9327" y="2161"/>
                    <a:pt x="9608" y="2201"/>
                  </a:cubicBezTo>
                  <a:cubicBezTo>
                    <a:pt x="9721" y="2218"/>
                    <a:pt x="9844" y="2225"/>
                    <a:pt x="9971" y="2225"/>
                  </a:cubicBezTo>
                  <a:cubicBezTo>
                    <a:pt x="10705" y="2225"/>
                    <a:pt x="11582" y="1988"/>
                    <a:pt x="11582" y="1988"/>
                  </a:cubicBezTo>
                  <a:lnTo>
                    <a:pt x="11582" y="1988"/>
                  </a:lnTo>
                  <a:cubicBezTo>
                    <a:pt x="10827" y="2453"/>
                    <a:pt x="9985" y="2780"/>
                    <a:pt x="9117" y="2956"/>
                  </a:cubicBezTo>
                  <a:cubicBezTo>
                    <a:pt x="10790" y="2893"/>
                    <a:pt x="12764" y="2038"/>
                    <a:pt x="14021" y="1573"/>
                  </a:cubicBezTo>
                  <a:cubicBezTo>
                    <a:pt x="14851" y="1271"/>
                    <a:pt x="15732" y="1082"/>
                    <a:pt x="16612" y="1019"/>
                  </a:cubicBezTo>
                  <a:lnTo>
                    <a:pt x="16612" y="1019"/>
                  </a:lnTo>
                  <a:cubicBezTo>
                    <a:pt x="16297" y="1673"/>
                    <a:pt x="15266" y="2528"/>
                    <a:pt x="15266" y="2528"/>
                  </a:cubicBezTo>
                  <a:cubicBezTo>
                    <a:pt x="17215" y="1736"/>
                    <a:pt x="17077" y="705"/>
                    <a:pt x="18536" y="466"/>
                  </a:cubicBezTo>
                  <a:cubicBezTo>
                    <a:pt x="19438" y="320"/>
                    <a:pt x="20098" y="291"/>
                    <a:pt x="20475" y="291"/>
                  </a:cubicBezTo>
                  <a:close/>
                  <a:moveTo>
                    <a:pt x="18863" y="1"/>
                  </a:moveTo>
                  <a:lnTo>
                    <a:pt x="18724" y="39"/>
                  </a:lnTo>
                  <a:cubicBezTo>
                    <a:pt x="18636" y="64"/>
                    <a:pt x="18511" y="101"/>
                    <a:pt x="18360" y="152"/>
                  </a:cubicBezTo>
                  <a:cubicBezTo>
                    <a:pt x="18209" y="202"/>
                    <a:pt x="18058" y="277"/>
                    <a:pt x="17882" y="353"/>
                  </a:cubicBezTo>
                  <a:cubicBezTo>
                    <a:pt x="17718" y="428"/>
                    <a:pt x="17568" y="529"/>
                    <a:pt x="17404" y="630"/>
                  </a:cubicBezTo>
                  <a:cubicBezTo>
                    <a:pt x="17241" y="730"/>
                    <a:pt x="17127" y="856"/>
                    <a:pt x="17002" y="956"/>
                  </a:cubicBezTo>
                  <a:lnTo>
                    <a:pt x="16977" y="994"/>
                  </a:lnTo>
                  <a:cubicBezTo>
                    <a:pt x="16964" y="944"/>
                    <a:pt x="16939" y="894"/>
                    <a:pt x="16901" y="868"/>
                  </a:cubicBezTo>
                  <a:cubicBezTo>
                    <a:pt x="16825" y="825"/>
                    <a:pt x="16739" y="791"/>
                    <a:pt x="16652" y="791"/>
                  </a:cubicBezTo>
                  <a:cubicBezTo>
                    <a:pt x="16638" y="791"/>
                    <a:pt x="16625" y="791"/>
                    <a:pt x="16612" y="793"/>
                  </a:cubicBezTo>
                  <a:cubicBezTo>
                    <a:pt x="15669" y="868"/>
                    <a:pt x="14738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4" y="1623"/>
                    <a:pt x="13330" y="1522"/>
                    <a:pt x="13518" y="1434"/>
                  </a:cubicBezTo>
                  <a:cubicBezTo>
                    <a:pt x="13720" y="1321"/>
                    <a:pt x="13933" y="1221"/>
                    <a:pt x="14160" y="1145"/>
                  </a:cubicBezTo>
                  <a:cubicBezTo>
                    <a:pt x="14323" y="1082"/>
                    <a:pt x="14487" y="1032"/>
                    <a:pt x="14663" y="994"/>
                  </a:cubicBezTo>
                  <a:cubicBezTo>
                    <a:pt x="14726" y="969"/>
                    <a:pt x="14776" y="969"/>
                    <a:pt x="14814" y="956"/>
                  </a:cubicBezTo>
                  <a:lnTo>
                    <a:pt x="14864" y="944"/>
                  </a:lnTo>
                  <a:lnTo>
                    <a:pt x="14650" y="944"/>
                  </a:lnTo>
                  <a:cubicBezTo>
                    <a:pt x="14462" y="956"/>
                    <a:pt x="14273" y="982"/>
                    <a:pt x="14084" y="1032"/>
                  </a:cubicBezTo>
                  <a:cubicBezTo>
                    <a:pt x="13833" y="1095"/>
                    <a:pt x="13594" y="1183"/>
                    <a:pt x="13355" y="1271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62" y="1761"/>
                    <a:pt x="12148" y="1900"/>
                    <a:pt x="11934" y="2013"/>
                  </a:cubicBezTo>
                  <a:cubicBezTo>
                    <a:pt x="11947" y="1988"/>
                    <a:pt x="11947" y="1975"/>
                    <a:pt x="11947" y="1950"/>
                  </a:cubicBezTo>
                  <a:cubicBezTo>
                    <a:pt x="11947" y="1912"/>
                    <a:pt x="11921" y="1874"/>
                    <a:pt x="11884" y="1849"/>
                  </a:cubicBezTo>
                  <a:cubicBezTo>
                    <a:pt x="11805" y="1788"/>
                    <a:pt x="11701" y="1757"/>
                    <a:pt x="11598" y="1757"/>
                  </a:cubicBezTo>
                  <a:cubicBezTo>
                    <a:pt x="11554" y="1757"/>
                    <a:pt x="11510" y="1763"/>
                    <a:pt x="11469" y="1774"/>
                  </a:cubicBezTo>
                  <a:cubicBezTo>
                    <a:pt x="11219" y="1847"/>
                    <a:pt x="10557" y="1997"/>
                    <a:pt x="10029" y="1997"/>
                  </a:cubicBezTo>
                  <a:cubicBezTo>
                    <a:pt x="9919" y="1997"/>
                    <a:pt x="9814" y="1990"/>
                    <a:pt x="9721" y="1975"/>
                  </a:cubicBezTo>
                  <a:cubicBezTo>
                    <a:pt x="9408" y="1927"/>
                    <a:pt x="9142" y="1899"/>
                    <a:pt x="8876" y="1899"/>
                  </a:cubicBezTo>
                  <a:cubicBezTo>
                    <a:pt x="8370" y="1899"/>
                    <a:pt x="7862" y="2001"/>
                    <a:pt x="7030" y="2264"/>
                  </a:cubicBezTo>
                  <a:cubicBezTo>
                    <a:pt x="6791" y="2340"/>
                    <a:pt x="6502" y="2453"/>
                    <a:pt x="6200" y="2566"/>
                  </a:cubicBezTo>
                  <a:cubicBezTo>
                    <a:pt x="6301" y="2491"/>
                    <a:pt x="6389" y="2415"/>
                    <a:pt x="6464" y="2340"/>
                  </a:cubicBezTo>
                  <a:cubicBezTo>
                    <a:pt x="6552" y="2252"/>
                    <a:pt x="6615" y="2164"/>
                    <a:pt x="6665" y="2101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9" y="2201"/>
                    <a:pt x="6313" y="2277"/>
                  </a:cubicBezTo>
                  <a:cubicBezTo>
                    <a:pt x="6175" y="2352"/>
                    <a:pt x="6049" y="2440"/>
                    <a:pt x="5886" y="2528"/>
                  </a:cubicBezTo>
                  <a:cubicBezTo>
                    <a:pt x="5722" y="2616"/>
                    <a:pt x="5559" y="2717"/>
                    <a:pt x="5383" y="2805"/>
                  </a:cubicBezTo>
                  <a:cubicBezTo>
                    <a:pt x="5207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7" y="3270"/>
                  </a:cubicBezTo>
                  <a:cubicBezTo>
                    <a:pt x="3962" y="3195"/>
                    <a:pt x="3534" y="3119"/>
                    <a:pt x="3119" y="3031"/>
                  </a:cubicBezTo>
                  <a:cubicBezTo>
                    <a:pt x="2138" y="2830"/>
                    <a:pt x="1170" y="2616"/>
                    <a:pt x="202" y="2403"/>
                  </a:cubicBezTo>
                  <a:cubicBezTo>
                    <a:pt x="188" y="2399"/>
                    <a:pt x="174" y="2398"/>
                    <a:pt x="159" y="2398"/>
                  </a:cubicBezTo>
                  <a:cubicBezTo>
                    <a:pt x="120" y="2398"/>
                    <a:pt x="78" y="2409"/>
                    <a:pt x="51" y="2428"/>
                  </a:cubicBezTo>
                  <a:cubicBezTo>
                    <a:pt x="1" y="2465"/>
                    <a:pt x="13" y="2516"/>
                    <a:pt x="63" y="2541"/>
                  </a:cubicBezTo>
                  <a:cubicBezTo>
                    <a:pt x="969" y="2931"/>
                    <a:pt x="1899" y="3220"/>
                    <a:pt x="2855" y="3434"/>
                  </a:cubicBezTo>
                  <a:cubicBezTo>
                    <a:pt x="3459" y="3572"/>
                    <a:pt x="4075" y="3685"/>
                    <a:pt x="4704" y="3786"/>
                  </a:cubicBezTo>
                  <a:lnTo>
                    <a:pt x="4817" y="3849"/>
                  </a:lnTo>
                  <a:cubicBezTo>
                    <a:pt x="5018" y="3937"/>
                    <a:pt x="5219" y="4050"/>
                    <a:pt x="5420" y="4176"/>
                  </a:cubicBezTo>
                  <a:cubicBezTo>
                    <a:pt x="5571" y="4276"/>
                    <a:pt x="5735" y="4389"/>
                    <a:pt x="5873" y="4515"/>
                  </a:cubicBezTo>
                  <a:cubicBezTo>
                    <a:pt x="5948" y="4565"/>
                    <a:pt x="5999" y="4616"/>
                    <a:pt x="6049" y="4653"/>
                  </a:cubicBezTo>
                  <a:cubicBezTo>
                    <a:pt x="6099" y="4691"/>
                    <a:pt x="6137" y="4729"/>
                    <a:pt x="6175" y="4779"/>
                  </a:cubicBezTo>
                  <a:lnTo>
                    <a:pt x="6288" y="4880"/>
                  </a:lnTo>
                  <a:lnTo>
                    <a:pt x="6288" y="4880"/>
                  </a:lnTo>
                  <a:lnTo>
                    <a:pt x="6238" y="4754"/>
                  </a:lnTo>
                  <a:cubicBezTo>
                    <a:pt x="6213" y="4704"/>
                    <a:pt x="6187" y="4666"/>
                    <a:pt x="6162" y="4616"/>
                  </a:cubicBezTo>
                  <a:cubicBezTo>
                    <a:pt x="6124" y="4565"/>
                    <a:pt x="6087" y="4503"/>
                    <a:pt x="6049" y="4452"/>
                  </a:cubicBezTo>
                  <a:cubicBezTo>
                    <a:pt x="5999" y="4389"/>
                    <a:pt x="5936" y="4326"/>
                    <a:pt x="5873" y="4264"/>
                  </a:cubicBezTo>
                  <a:lnTo>
                    <a:pt x="5873" y="4264"/>
                  </a:lnTo>
                  <a:cubicBezTo>
                    <a:pt x="5999" y="4352"/>
                    <a:pt x="6124" y="4452"/>
                    <a:pt x="6275" y="4565"/>
                  </a:cubicBezTo>
                  <a:cubicBezTo>
                    <a:pt x="6414" y="4679"/>
                    <a:pt x="6602" y="4804"/>
                    <a:pt x="6778" y="4930"/>
                  </a:cubicBezTo>
                  <a:cubicBezTo>
                    <a:pt x="6942" y="5068"/>
                    <a:pt x="7143" y="5182"/>
                    <a:pt x="7307" y="5295"/>
                  </a:cubicBezTo>
                  <a:cubicBezTo>
                    <a:pt x="7470" y="5408"/>
                    <a:pt x="7633" y="5521"/>
                    <a:pt x="7772" y="5609"/>
                  </a:cubicBezTo>
                  <a:lnTo>
                    <a:pt x="8124" y="5823"/>
                  </a:lnTo>
                  <a:lnTo>
                    <a:pt x="8262" y="5898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8" y="5546"/>
                  </a:lnTo>
                  <a:cubicBezTo>
                    <a:pt x="8224" y="5697"/>
                    <a:pt x="8501" y="5861"/>
                    <a:pt x="8778" y="6012"/>
                  </a:cubicBezTo>
                  <a:cubicBezTo>
                    <a:pt x="9029" y="6150"/>
                    <a:pt x="9306" y="6263"/>
                    <a:pt x="9583" y="6364"/>
                  </a:cubicBezTo>
                  <a:cubicBezTo>
                    <a:pt x="9796" y="6426"/>
                    <a:pt x="10010" y="6489"/>
                    <a:pt x="10224" y="6527"/>
                  </a:cubicBezTo>
                  <a:cubicBezTo>
                    <a:pt x="10312" y="6552"/>
                    <a:pt x="10375" y="6552"/>
                    <a:pt x="10425" y="6565"/>
                  </a:cubicBezTo>
                  <a:lnTo>
                    <a:pt x="10488" y="6565"/>
                  </a:lnTo>
                  <a:lnTo>
                    <a:pt x="10425" y="6552"/>
                  </a:lnTo>
                  <a:cubicBezTo>
                    <a:pt x="10387" y="6540"/>
                    <a:pt x="10324" y="6515"/>
                    <a:pt x="10262" y="6489"/>
                  </a:cubicBezTo>
                  <a:cubicBezTo>
                    <a:pt x="10060" y="6426"/>
                    <a:pt x="9872" y="6351"/>
                    <a:pt x="9696" y="6263"/>
                  </a:cubicBezTo>
                  <a:cubicBezTo>
                    <a:pt x="9457" y="6150"/>
                    <a:pt x="9218" y="6024"/>
                    <a:pt x="9004" y="5886"/>
                  </a:cubicBezTo>
                  <a:lnTo>
                    <a:pt x="9004" y="5886"/>
                  </a:lnTo>
                  <a:cubicBezTo>
                    <a:pt x="9633" y="6112"/>
                    <a:pt x="10274" y="6288"/>
                    <a:pt x="10941" y="6389"/>
                  </a:cubicBezTo>
                  <a:cubicBezTo>
                    <a:pt x="12612" y="6681"/>
                    <a:pt x="13940" y="6755"/>
                    <a:pt x="14856" y="6755"/>
                  </a:cubicBezTo>
                  <a:cubicBezTo>
                    <a:pt x="15752" y="6755"/>
                    <a:pt x="16254" y="6684"/>
                    <a:pt x="16297" y="6678"/>
                  </a:cubicBezTo>
                  <a:cubicBezTo>
                    <a:pt x="16411" y="6678"/>
                    <a:pt x="16511" y="6603"/>
                    <a:pt x="16574" y="6502"/>
                  </a:cubicBezTo>
                  <a:cubicBezTo>
                    <a:pt x="16574" y="6489"/>
                    <a:pt x="16574" y="6464"/>
                    <a:pt x="16574" y="6452"/>
                  </a:cubicBezTo>
                  <a:cubicBezTo>
                    <a:pt x="16574" y="6426"/>
                    <a:pt x="16562" y="6401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90" y="6502"/>
                    <a:pt x="17379" y="6552"/>
                    <a:pt x="17656" y="6590"/>
                  </a:cubicBezTo>
                  <a:cubicBezTo>
                    <a:pt x="17932" y="6628"/>
                    <a:pt x="18196" y="6653"/>
                    <a:pt x="18423" y="6665"/>
                  </a:cubicBezTo>
                  <a:cubicBezTo>
                    <a:pt x="18649" y="6691"/>
                    <a:pt x="18838" y="6691"/>
                    <a:pt x="18976" y="6691"/>
                  </a:cubicBezTo>
                  <a:lnTo>
                    <a:pt x="19190" y="6691"/>
                  </a:lnTo>
                  <a:lnTo>
                    <a:pt x="18989" y="6653"/>
                  </a:lnTo>
                  <a:cubicBezTo>
                    <a:pt x="18875" y="6628"/>
                    <a:pt x="18699" y="6590"/>
                    <a:pt x="18486" y="6552"/>
                  </a:cubicBezTo>
                  <a:lnTo>
                    <a:pt x="18423" y="6540"/>
                  </a:lnTo>
                  <a:cubicBezTo>
                    <a:pt x="19152" y="6464"/>
                    <a:pt x="19982" y="6188"/>
                    <a:pt x="20724" y="5936"/>
                  </a:cubicBezTo>
                  <a:cubicBezTo>
                    <a:pt x="21277" y="5747"/>
                    <a:pt x="21830" y="5559"/>
                    <a:pt x="22120" y="5546"/>
                  </a:cubicBezTo>
                  <a:cubicBezTo>
                    <a:pt x="22950" y="5483"/>
                    <a:pt x="24094" y="5471"/>
                    <a:pt x="24106" y="5471"/>
                  </a:cubicBezTo>
                  <a:cubicBezTo>
                    <a:pt x="24245" y="5471"/>
                    <a:pt x="24371" y="5421"/>
                    <a:pt x="24446" y="5320"/>
                  </a:cubicBezTo>
                  <a:cubicBezTo>
                    <a:pt x="24459" y="5295"/>
                    <a:pt x="24471" y="5270"/>
                    <a:pt x="24471" y="5232"/>
                  </a:cubicBezTo>
                  <a:cubicBezTo>
                    <a:pt x="24459" y="5156"/>
                    <a:pt x="24408" y="5106"/>
                    <a:pt x="24345" y="5081"/>
                  </a:cubicBezTo>
                  <a:cubicBezTo>
                    <a:pt x="23981" y="4918"/>
                    <a:pt x="23616" y="4779"/>
                    <a:pt x="23239" y="4653"/>
                  </a:cubicBezTo>
                  <a:lnTo>
                    <a:pt x="23239" y="4653"/>
                  </a:lnTo>
                  <a:cubicBezTo>
                    <a:pt x="23314" y="4666"/>
                    <a:pt x="23402" y="4679"/>
                    <a:pt x="23478" y="4691"/>
                  </a:cubicBezTo>
                  <a:lnTo>
                    <a:pt x="23541" y="4716"/>
                  </a:lnTo>
                  <a:cubicBezTo>
                    <a:pt x="23704" y="4767"/>
                    <a:pt x="23880" y="4817"/>
                    <a:pt x="24044" y="4867"/>
                  </a:cubicBezTo>
                  <a:cubicBezTo>
                    <a:pt x="24207" y="4918"/>
                    <a:pt x="24383" y="4968"/>
                    <a:pt x="24534" y="5018"/>
                  </a:cubicBezTo>
                  <a:cubicBezTo>
                    <a:pt x="24697" y="5068"/>
                    <a:pt x="24848" y="5094"/>
                    <a:pt x="24974" y="5144"/>
                  </a:cubicBezTo>
                  <a:cubicBezTo>
                    <a:pt x="25100" y="5182"/>
                    <a:pt x="25226" y="5207"/>
                    <a:pt x="25288" y="5219"/>
                  </a:cubicBezTo>
                  <a:lnTo>
                    <a:pt x="25414" y="5257"/>
                  </a:lnTo>
                  <a:lnTo>
                    <a:pt x="25414" y="5257"/>
                  </a:lnTo>
                  <a:lnTo>
                    <a:pt x="25339" y="5194"/>
                  </a:lnTo>
                  <a:cubicBezTo>
                    <a:pt x="25276" y="5156"/>
                    <a:pt x="25188" y="5106"/>
                    <a:pt x="25087" y="5031"/>
                  </a:cubicBezTo>
                  <a:lnTo>
                    <a:pt x="25037" y="5006"/>
                  </a:lnTo>
                  <a:lnTo>
                    <a:pt x="25050" y="5006"/>
                  </a:lnTo>
                  <a:cubicBezTo>
                    <a:pt x="25653" y="4704"/>
                    <a:pt x="26294" y="4515"/>
                    <a:pt x="26961" y="4452"/>
                  </a:cubicBezTo>
                  <a:cubicBezTo>
                    <a:pt x="28269" y="4339"/>
                    <a:pt x="28822" y="4037"/>
                    <a:pt x="28847" y="3396"/>
                  </a:cubicBezTo>
                  <a:cubicBezTo>
                    <a:pt x="28847" y="3371"/>
                    <a:pt x="28847" y="3358"/>
                    <a:pt x="28847" y="3333"/>
                  </a:cubicBezTo>
                  <a:cubicBezTo>
                    <a:pt x="28835" y="2968"/>
                    <a:pt x="28420" y="2755"/>
                    <a:pt x="27929" y="2503"/>
                  </a:cubicBezTo>
                  <a:cubicBezTo>
                    <a:pt x="27577" y="2327"/>
                    <a:pt x="27238" y="2113"/>
                    <a:pt x="26911" y="1887"/>
                  </a:cubicBezTo>
                  <a:cubicBezTo>
                    <a:pt x="26471" y="1535"/>
                    <a:pt x="25641" y="1409"/>
                    <a:pt x="24823" y="1384"/>
                  </a:cubicBezTo>
                  <a:lnTo>
                    <a:pt x="24999" y="1359"/>
                  </a:lnTo>
                  <a:cubicBezTo>
                    <a:pt x="25112" y="1359"/>
                    <a:pt x="25226" y="1309"/>
                    <a:pt x="25301" y="1233"/>
                  </a:cubicBezTo>
                  <a:cubicBezTo>
                    <a:pt x="25326" y="1208"/>
                    <a:pt x="25339" y="1170"/>
                    <a:pt x="25339" y="1133"/>
                  </a:cubicBezTo>
                  <a:cubicBezTo>
                    <a:pt x="25326" y="1082"/>
                    <a:pt x="25301" y="1032"/>
                    <a:pt x="25263" y="1007"/>
                  </a:cubicBezTo>
                  <a:cubicBezTo>
                    <a:pt x="25238" y="994"/>
                    <a:pt x="24597" y="516"/>
                    <a:pt x="23377" y="328"/>
                  </a:cubicBezTo>
                  <a:cubicBezTo>
                    <a:pt x="22995" y="251"/>
                    <a:pt x="22613" y="215"/>
                    <a:pt x="22227" y="215"/>
                  </a:cubicBezTo>
                  <a:cubicBezTo>
                    <a:pt x="22041" y="215"/>
                    <a:pt x="21855" y="223"/>
                    <a:pt x="21667" y="240"/>
                  </a:cubicBezTo>
                  <a:cubicBezTo>
                    <a:pt x="21717" y="215"/>
                    <a:pt x="21768" y="202"/>
                    <a:pt x="21818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13"/>
                  </a:lnTo>
                  <a:lnTo>
                    <a:pt x="22170" y="13"/>
                  </a:lnTo>
                  <a:lnTo>
                    <a:pt x="22044" y="26"/>
                  </a:lnTo>
                  <a:cubicBezTo>
                    <a:pt x="21969" y="39"/>
                    <a:pt x="21868" y="51"/>
                    <a:pt x="21730" y="76"/>
                  </a:cubicBezTo>
                  <a:cubicBezTo>
                    <a:pt x="21604" y="101"/>
                    <a:pt x="21466" y="139"/>
                    <a:pt x="21315" y="189"/>
                  </a:cubicBezTo>
                  <a:lnTo>
                    <a:pt x="21189" y="252"/>
                  </a:lnTo>
                  <a:cubicBezTo>
                    <a:pt x="21126" y="152"/>
                    <a:pt x="21026" y="89"/>
                    <a:pt x="20912" y="89"/>
                  </a:cubicBezTo>
                  <a:cubicBezTo>
                    <a:pt x="20898" y="89"/>
                    <a:pt x="20766" y="78"/>
                    <a:pt x="20525" y="78"/>
                  </a:cubicBezTo>
                  <a:cubicBezTo>
                    <a:pt x="20124" y="78"/>
                    <a:pt x="19424" y="108"/>
                    <a:pt x="18473" y="265"/>
                  </a:cubicBezTo>
                  <a:lnTo>
                    <a:pt x="18435" y="265"/>
                  </a:lnTo>
                  <a:lnTo>
                    <a:pt x="18473" y="240"/>
                  </a:lnTo>
                  <a:cubicBezTo>
                    <a:pt x="18586" y="164"/>
                    <a:pt x="18687" y="114"/>
                    <a:pt x="18762" y="64"/>
                  </a:cubicBezTo>
                  <a:lnTo>
                    <a:pt x="188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28"/>
            <p:cNvSpPr/>
            <p:nvPr/>
          </p:nvSpPr>
          <p:spPr>
            <a:xfrm>
              <a:off x="4757825" y="2117625"/>
              <a:ext cx="110675" cy="39325"/>
            </a:xfrm>
            <a:custGeom>
              <a:avLst/>
              <a:gdLst/>
              <a:ahLst/>
              <a:cxnLst/>
              <a:rect l="l" t="t" r="r" b="b"/>
              <a:pathLst>
                <a:path w="4427" h="1573" extrusionOk="0">
                  <a:moveTo>
                    <a:pt x="0" y="0"/>
                  </a:moveTo>
                  <a:lnTo>
                    <a:pt x="151" y="101"/>
                  </a:lnTo>
                  <a:cubicBezTo>
                    <a:pt x="252" y="164"/>
                    <a:pt x="402" y="239"/>
                    <a:pt x="579" y="340"/>
                  </a:cubicBezTo>
                  <a:cubicBezTo>
                    <a:pt x="767" y="440"/>
                    <a:pt x="993" y="541"/>
                    <a:pt x="1232" y="654"/>
                  </a:cubicBezTo>
                  <a:cubicBezTo>
                    <a:pt x="1471" y="767"/>
                    <a:pt x="1761" y="868"/>
                    <a:pt x="2025" y="969"/>
                  </a:cubicBezTo>
                  <a:cubicBezTo>
                    <a:pt x="2301" y="1069"/>
                    <a:pt x="2603" y="1157"/>
                    <a:pt x="2880" y="1233"/>
                  </a:cubicBezTo>
                  <a:cubicBezTo>
                    <a:pt x="3144" y="1321"/>
                    <a:pt x="3420" y="1384"/>
                    <a:pt x="3647" y="1434"/>
                  </a:cubicBezTo>
                  <a:cubicBezTo>
                    <a:pt x="3873" y="1484"/>
                    <a:pt x="4074" y="1522"/>
                    <a:pt x="4213" y="1547"/>
                  </a:cubicBezTo>
                  <a:lnTo>
                    <a:pt x="4426" y="1572"/>
                  </a:lnTo>
                  <a:lnTo>
                    <a:pt x="4426" y="1572"/>
                  </a:lnTo>
                  <a:lnTo>
                    <a:pt x="4238" y="1497"/>
                  </a:lnTo>
                  <a:cubicBezTo>
                    <a:pt x="4112" y="1459"/>
                    <a:pt x="3949" y="1396"/>
                    <a:pt x="3735" y="1321"/>
                  </a:cubicBezTo>
                  <a:cubicBezTo>
                    <a:pt x="3534" y="1245"/>
                    <a:pt x="3282" y="1170"/>
                    <a:pt x="3031" y="1069"/>
                  </a:cubicBezTo>
                  <a:cubicBezTo>
                    <a:pt x="2767" y="981"/>
                    <a:pt x="2490" y="881"/>
                    <a:pt x="2226" y="780"/>
                  </a:cubicBezTo>
                  <a:cubicBezTo>
                    <a:pt x="1949" y="679"/>
                    <a:pt x="1673" y="591"/>
                    <a:pt x="1408" y="491"/>
                  </a:cubicBezTo>
                  <a:cubicBezTo>
                    <a:pt x="1157" y="403"/>
                    <a:pt x="905" y="315"/>
                    <a:pt x="704" y="239"/>
                  </a:cubicBezTo>
                  <a:cubicBezTo>
                    <a:pt x="490" y="176"/>
                    <a:pt x="314" y="113"/>
                    <a:pt x="189" y="6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28"/>
            <p:cNvSpPr/>
            <p:nvPr/>
          </p:nvSpPr>
          <p:spPr>
            <a:xfrm>
              <a:off x="4867525" y="2109450"/>
              <a:ext cx="178275" cy="16375"/>
            </a:xfrm>
            <a:custGeom>
              <a:avLst/>
              <a:gdLst/>
              <a:ahLst/>
              <a:cxnLst/>
              <a:rect l="l" t="t" r="r" b="b"/>
              <a:pathLst>
                <a:path w="7131" h="655" extrusionOk="0">
                  <a:moveTo>
                    <a:pt x="1" y="0"/>
                  </a:moveTo>
                  <a:lnTo>
                    <a:pt x="277" y="88"/>
                  </a:lnTo>
                  <a:lnTo>
                    <a:pt x="428" y="126"/>
                  </a:lnTo>
                  <a:lnTo>
                    <a:pt x="604" y="176"/>
                  </a:lnTo>
                  <a:cubicBezTo>
                    <a:pt x="743" y="202"/>
                    <a:pt x="881" y="239"/>
                    <a:pt x="1044" y="264"/>
                  </a:cubicBezTo>
                  <a:cubicBezTo>
                    <a:pt x="1371" y="327"/>
                    <a:pt x="1774" y="365"/>
                    <a:pt x="2201" y="403"/>
                  </a:cubicBezTo>
                  <a:cubicBezTo>
                    <a:pt x="2629" y="440"/>
                    <a:pt x="3081" y="440"/>
                    <a:pt x="3547" y="453"/>
                  </a:cubicBezTo>
                  <a:cubicBezTo>
                    <a:pt x="3999" y="466"/>
                    <a:pt x="4452" y="453"/>
                    <a:pt x="4880" y="478"/>
                  </a:cubicBezTo>
                  <a:cubicBezTo>
                    <a:pt x="5295" y="503"/>
                    <a:pt x="5697" y="503"/>
                    <a:pt x="6024" y="528"/>
                  </a:cubicBezTo>
                  <a:cubicBezTo>
                    <a:pt x="6187" y="541"/>
                    <a:pt x="6338" y="554"/>
                    <a:pt x="6477" y="566"/>
                  </a:cubicBezTo>
                  <a:cubicBezTo>
                    <a:pt x="6628" y="579"/>
                    <a:pt x="6728" y="591"/>
                    <a:pt x="6829" y="617"/>
                  </a:cubicBezTo>
                  <a:lnTo>
                    <a:pt x="7131" y="654"/>
                  </a:lnTo>
                  <a:lnTo>
                    <a:pt x="6854" y="566"/>
                  </a:lnTo>
                  <a:cubicBezTo>
                    <a:pt x="6766" y="541"/>
                    <a:pt x="6653" y="516"/>
                    <a:pt x="6514" y="491"/>
                  </a:cubicBezTo>
                  <a:cubicBezTo>
                    <a:pt x="6389" y="466"/>
                    <a:pt x="6238" y="440"/>
                    <a:pt x="6074" y="415"/>
                  </a:cubicBezTo>
                  <a:cubicBezTo>
                    <a:pt x="5735" y="365"/>
                    <a:pt x="5345" y="327"/>
                    <a:pt x="4917" y="290"/>
                  </a:cubicBezTo>
                  <a:cubicBezTo>
                    <a:pt x="4490" y="264"/>
                    <a:pt x="4025" y="252"/>
                    <a:pt x="3572" y="239"/>
                  </a:cubicBezTo>
                  <a:cubicBezTo>
                    <a:pt x="3119" y="227"/>
                    <a:pt x="2667" y="239"/>
                    <a:pt x="2239" y="214"/>
                  </a:cubicBezTo>
                  <a:cubicBezTo>
                    <a:pt x="1824" y="202"/>
                    <a:pt x="1434" y="189"/>
                    <a:pt x="1095" y="151"/>
                  </a:cubicBezTo>
                  <a:cubicBezTo>
                    <a:pt x="931" y="139"/>
                    <a:pt x="780" y="114"/>
                    <a:pt x="642" y="101"/>
                  </a:cubicBezTo>
                  <a:lnTo>
                    <a:pt x="453" y="76"/>
                  </a:lnTo>
                  <a:lnTo>
                    <a:pt x="302" y="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28"/>
            <p:cNvSpPr/>
            <p:nvPr/>
          </p:nvSpPr>
          <p:spPr>
            <a:xfrm>
              <a:off x="4974100" y="2020350"/>
              <a:ext cx="88375" cy="53900"/>
            </a:xfrm>
            <a:custGeom>
              <a:avLst/>
              <a:gdLst/>
              <a:ahLst/>
              <a:cxnLst/>
              <a:rect l="l" t="t" r="r" b="b"/>
              <a:pathLst>
                <a:path w="3535" h="2156" extrusionOk="0">
                  <a:moveTo>
                    <a:pt x="3209" y="1"/>
                  </a:moveTo>
                  <a:cubicBezTo>
                    <a:pt x="3062" y="1"/>
                    <a:pt x="2914" y="12"/>
                    <a:pt x="2767" y="31"/>
                  </a:cubicBezTo>
                  <a:cubicBezTo>
                    <a:pt x="2478" y="69"/>
                    <a:pt x="2201" y="144"/>
                    <a:pt x="1937" y="257"/>
                  </a:cubicBezTo>
                  <a:cubicBezTo>
                    <a:pt x="1686" y="370"/>
                    <a:pt x="1447" y="521"/>
                    <a:pt x="1233" y="722"/>
                  </a:cubicBezTo>
                  <a:cubicBezTo>
                    <a:pt x="1082" y="898"/>
                    <a:pt x="944" y="1087"/>
                    <a:pt x="818" y="1276"/>
                  </a:cubicBezTo>
                  <a:cubicBezTo>
                    <a:pt x="717" y="1439"/>
                    <a:pt x="604" y="1603"/>
                    <a:pt x="478" y="1754"/>
                  </a:cubicBezTo>
                  <a:cubicBezTo>
                    <a:pt x="390" y="1867"/>
                    <a:pt x="277" y="1967"/>
                    <a:pt x="151" y="2055"/>
                  </a:cubicBezTo>
                  <a:cubicBezTo>
                    <a:pt x="101" y="2093"/>
                    <a:pt x="51" y="2118"/>
                    <a:pt x="1" y="2156"/>
                  </a:cubicBezTo>
                  <a:cubicBezTo>
                    <a:pt x="63" y="2131"/>
                    <a:pt x="139" y="2106"/>
                    <a:pt x="202" y="2081"/>
                  </a:cubicBezTo>
                  <a:cubicBezTo>
                    <a:pt x="353" y="2005"/>
                    <a:pt x="504" y="1917"/>
                    <a:pt x="642" y="1804"/>
                  </a:cubicBezTo>
                  <a:cubicBezTo>
                    <a:pt x="805" y="1666"/>
                    <a:pt x="944" y="1502"/>
                    <a:pt x="1082" y="1326"/>
                  </a:cubicBezTo>
                  <a:cubicBezTo>
                    <a:pt x="1220" y="1150"/>
                    <a:pt x="1359" y="974"/>
                    <a:pt x="1522" y="810"/>
                  </a:cubicBezTo>
                  <a:cubicBezTo>
                    <a:pt x="1686" y="634"/>
                    <a:pt x="1887" y="484"/>
                    <a:pt x="2113" y="383"/>
                  </a:cubicBezTo>
                  <a:cubicBezTo>
                    <a:pt x="2327" y="270"/>
                    <a:pt x="2553" y="182"/>
                    <a:pt x="2805" y="131"/>
                  </a:cubicBezTo>
                  <a:cubicBezTo>
                    <a:pt x="2981" y="81"/>
                    <a:pt x="3169" y="56"/>
                    <a:pt x="3358" y="43"/>
                  </a:cubicBezTo>
                  <a:cubicBezTo>
                    <a:pt x="3433" y="31"/>
                    <a:pt x="3484" y="31"/>
                    <a:pt x="3521" y="31"/>
                  </a:cubicBezTo>
                  <a:lnTo>
                    <a:pt x="3534" y="31"/>
                  </a:lnTo>
                  <a:cubicBezTo>
                    <a:pt x="3496" y="31"/>
                    <a:pt x="3433" y="18"/>
                    <a:pt x="3371" y="6"/>
                  </a:cubicBezTo>
                  <a:cubicBezTo>
                    <a:pt x="3317" y="2"/>
                    <a:pt x="3263" y="1"/>
                    <a:pt x="3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28"/>
            <p:cNvSpPr/>
            <p:nvPr/>
          </p:nvSpPr>
          <p:spPr>
            <a:xfrm>
              <a:off x="5053325" y="2080200"/>
              <a:ext cx="116350" cy="13250"/>
            </a:xfrm>
            <a:custGeom>
              <a:avLst/>
              <a:gdLst/>
              <a:ahLst/>
              <a:cxnLst/>
              <a:rect l="l" t="t" r="r" b="b"/>
              <a:pathLst>
                <a:path w="4654" h="530" extrusionOk="0">
                  <a:moveTo>
                    <a:pt x="755" y="1"/>
                  </a:moveTo>
                  <a:cubicBezTo>
                    <a:pt x="529" y="1"/>
                    <a:pt x="340" y="13"/>
                    <a:pt x="214" y="26"/>
                  </a:cubicBezTo>
                  <a:lnTo>
                    <a:pt x="0" y="39"/>
                  </a:lnTo>
                  <a:lnTo>
                    <a:pt x="202" y="39"/>
                  </a:lnTo>
                  <a:cubicBezTo>
                    <a:pt x="340" y="39"/>
                    <a:pt x="516" y="51"/>
                    <a:pt x="742" y="51"/>
                  </a:cubicBezTo>
                  <a:cubicBezTo>
                    <a:pt x="981" y="64"/>
                    <a:pt x="1233" y="76"/>
                    <a:pt x="1509" y="101"/>
                  </a:cubicBezTo>
                  <a:cubicBezTo>
                    <a:pt x="1786" y="114"/>
                    <a:pt x="2075" y="139"/>
                    <a:pt x="2364" y="177"/>
                  </a:cubicBezTo>
                  <a:cubicBezTo>
                    <a:pt x="2654" y="202"/>
                    <a:pt x="2943" y="240"/>
                    <a:pt x="3220" y="278"/>
                  </a:cubicBezTo>
                  <a:cubicBezTo>
                    <a:pt x="3484" y="315"/>
                    <a:pt x="3735" y="353"/>
                    <a:pt x="3949" y="391"/>
                  </a:cubicBezTo>
                  <a:cubicBezTo>
                    <a:pt x="4163" y="428"/>
                    <a:pt x="4339" y="466"/>
                    <a:pt x="4464" y="491"/>
                  </a:cubicBezTo>
                  <a:lnTo>
                    <a:pt x="4653" y="529"/>
                  </a:lnTo>
                  <a:lnTo>
                    <a:pt x="4477" y="466"/>
                  </a:lnTo>
                  <a:cubicBezTo>
                    <a:pt x="4351" y="441"/>
                    <a:pt x="4188" y="391"/>
                    <a:pt x="3974" y="340"/>
                  </a:cubicBezTo>
                  <a:cubicBezTo>
                    <a:pt x="3773" y="290"/>
                    <a:pt x="3521" y="240"/>
                    <a:pt x="3257" y="202"/>
                  </a:cubicBezTo>
                  <a:cubicBezTo>
                    <a:pt x="2993" y="152"/>
                    <a:pt x="2704" y="114"/>
                    <a:pt x="2402" y="76"/>
                  </a:cubicBezTo>
                  <a:cubicBezTo>
                    <a:pt x="2113" y="39"/>
                    <a:pt x="1811" y="26"/>
                    <a:pt x="1535" y="13"/>
                  </a:cubicBezTo>
                  <a:cubicBezTo>
                    <a:pt x="1245" y="1"/>
                    <a:pt x="981" y="1"/>
                    <a:pt x="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28"/>
            <p:cNvSpPr/>
            <p:nvPr/>
          </p:nvSpPr>
          <p:spPr>
            <a:xfrm>
              <a:off x="5032575" y="2050350"/>
              <a:ext cx="60075" cy="14175"/>
            </a:xfrm>
            <a:custGeom>
              <a:avLst/>
              <a:gdLst/>
              <a:ahLst/>
              <a:cxnLst/>
              <a:rect l="l" t="t" r="r" b="b"/>
              <a:pathLst>
                <a:path w="2403" h="567" extrusionOk="0">
                  <a:moveTo>
                    <a:pt x="2289" y="0"/>
                  </a:moveTo>
                  <a:cubicBezTo>
                    <a:pt x="2226" y="0"/>
                    <a:pt x="2126" y="0"/>
                    <a:pt x="2000" y="25"/>
                  </a:cubicBezTo>
                  <a:cubicBezTo>
                    <a:pt x="1887" y="38"/>
                    <a:pt x="1736" y="51"/>
                    <a:pt x="1597" y="88"/>
                  </a:cubicBezTo>
                  <a:cubicBezTo>
                    <a:pt x="1447" y="113"/>
                    <a:pt x="1296" y="139"/>
                    <a:pt x="1145" y="176"/>
                  </a:cubicBezTo>
                  <a:cubicBezTo>
                    <a:pt x="981" y="214"/>
                    <a:pt x="843" y="252"/>
                    <a:pt x="705" y="290"/>
                  </a:cubicBezTo>
                  <a:cubicBezTo>
                    <a:pt x="566" y="340"/>
                    <a:pt x="441" y="378"/>
                    <a:pt x="340" y="415"/>
                  </a:cubicBezTo>
                  <a:cubicBezTo>
                    <a:pt x="227" y="466"/>
                    <a:pt x="151" y="503"/>
                    <a:pt x="88" y="528"/>
                  </a:cubicBezTo>
                  <a:lnTo>
                    <a:pt x="0" y="566"/>
                  </a:lnTo>
                  <a:lnTo>
                    <a:pt x="101" y="541"/>
                  </a:lnTo>
                  <a:lnTo>
                    <a:pt x="378" y="478"/>
                  </a:lnTo>
                  <a:cubicBezTo>
                    <a:pt x="491" y="440"/>
                    <a:pt x="617" y="415"/>
                    <a:pt x="755" y="378"/>
                  </a:cubicBezTo>
                  <a:cubicBezTo>
                    <a:pt x="893" y="340"/>
                    <a:pt x="1044" y="315"/>
                    <a:pt x="1195" y="277"/>
                  </a:cubicBezTo>
                  <a:cubicBezTo>
                    <a:pt x="1346" y="239"/>
                    <a:pt x="1497" y="201"/>
                    <a:pt x="1635" y="176"/>
                  </a:cubicBezTo>
                  <a:cubicBezTo>
                    <a:pt x="1773" y="139"/>
                    <a:pt x="1912" y="113"/>
                    <a:pt x="2025" y="88"/>
                  </a:cubicBezTo>
                  <a:lnTo>
                    <a:pt x="2302" y="2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28"/>
            <p:cNvSpPr/>
            <p:nvPr/>
          </p:nvSpPr>
          <p:spPr>
            <a:xfrm>
              <a:off x="4859350" y="2132075"/>
              <a:ext cx="96850" cy="18900"/>
            </a:xfrm>
            <a:custGeom>
              <a:avLst/>
              <a:gdLst/>
              <a:ahLst/>
              <a:cxnLst/>
              <a:rect l="l" t="t" r="r" b="b"/>
              <a:pathLst>
                <a:path w="3874" h="756" extrusionOk="0">
                  <a:moveTo>
                    <a:pt x="1" y="1"/>
                  </a:moveTo>
                  <a:lnTo>
                    <a:pt x="152" y="51"/>
                  </a:lnTo>
                  <a:cubicBezTo>
                    <a:pt x="252" y="76"/>
                    <a:pt x="391" y="126"/>
                    <a:pt x="567" y="164"/>
                  </a:cubicBezTo>
                  <a:cubicBezTo>
                    <a:pt x="743" y="215"/>
                    <a:pt x="944" y="277"/>
                    <a:pt x="1170" y="328"/>
                  </a:cubicBezTo>
                  <a:cubicBezTo>
                    <a:pt x="1397" y="378"/>
                    <a:pt x="1635" y="428"/>
                    <a:pt x="1874" y="479"/>
                  </a:cubicBezTo>
                  <a:cubicBezTo>
                    <a:pt x="2113" y="541"/>
                    <a:pt x="2365" y="567"/>
                    <a:pt x="2591" y="604"/>
                  </a:cubicBezTo>
                  <a:cubicBezTo>
                    <a:pt x="2830" y="642"/>
                    <a:pt x="3044" y="667"/>
                    <a:pt x="3232" y="692"/>
                  </a:cubicBezTo>
                  <a:cubicBezTo>
                    <a:pt x="3421" y="717"/>
                    <a:pt x="3585" y="730"/>
                    <a:pt x="3698" y="743"/>
                  </a:cubicBezTo>
                  <a:lnTo>
                    <a:pt x="3874" y="755"/>
                  </a:lnTo>
                  <a:lnTo>
                    <a:pt x="3698" y="717"/>
                  </a:lnTo>
                  <a:lnTo>
                    <a:pt x="3270" y="642"/>
                  </a:lnTo>
                  <a:lnTo>
                    <a:pt x="2641" y="516"/>
                  </a:lnTo>
                  <a:cubicBezTo>
                    <a:pt x="2415" y="479"/>
                    <a:pt x="2176" y="428"/>
                    <a:pt x="1937" y="378"/>
                  </a:cubicBezTo>
                  <a:cubicBezTo>
                    <a:pt x="1698" y="340"/>
                    <a:pt x="1459" y="277"/>
                    <a:pt x="1220" y="227"/>
                  </a:cubicBezTo>
                  <a:lnTo>
                    <a:pt x="604" y="114"/>
                  </a:lnTo>
                  <a:lnTo>
                    <a:pt x="164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28"/>
            <p:cNvSpPr/>
            <p:nvPr/>
          </p:nvSpPr>
          <p:spPr>
            <a:xfrm>
              <a:off x="4669150" y="2104425"/>
              <a:ext cx="110375" cy="39950"/>
            </a:xfrm>
            <a:custGeom>
              <a:avLst/>
              <a:gdLst/>
              <a:ahLst/>
              <a:cxnLst/>
              <a:rect l="l" t="t" r="r" b="b"/>
              <a:pathLst>
                <a:path w="4415" h="1598" extrusionOk="0">
                  <a:moveTo>
                    <a:pt x="1" y="0"/>
                  </a:moveTo>
                  <a:lnTo>
                    <a:pt x="152" y="101"/>
                  </a:lnTo>
                  <a:cubicBezTo>
                    <a:pt x="240" y="176"/>
                    <a:pt x="378" y="264"/>
                    <a:pt x="542" y="365"/>
                  </a:cubicBezTo>
                  <a:cubicBezTo>
                    <a:pt x="718" y="478"/>
                    <a:pt x="932" y="591"/>
                    <a:pt x="1170" y="704"/>
                  </a:cubicBezTo>
                  <a:cubicBezTo>
                    <a:pt x="1422" y="830"/>
                    <a:pt x="1686" y="943"/>
                    <a:pt x="1963" y="1044"/>
                  </a:cubicBezTo>
                  <a:cubicBezTo>
                    <a:pt x="2239" y="1144"/>
                    <a:pt x="2541" y="1245"/>
                    <a:pt x="2818" y="1308"/>
                  </a:cubicBezTo>
                  <a:cubicBezTo>
                    <a:pt x="3107" y="1383"/>
                    <a:pt x="3371" y="1446"/>
                    <a:pt x="3610" y="1484"/>
                  </a:cubicBezTo>
                  <a:cubicBezTo>
                    <a:pt x="3836" y="1534"/>
                    <a:pt x="4050" y="1559"/>
                    <a:pt x="4188" y="1572"/>
                  </a:cubicBezTo>
                  <a:lnTo>
                    <a:pt x="4415" y="1597"/>
                  </a:lnTo>
                  <a:lnTo>
                    <a:pt x="4201" y="1559"/>
                  </a:lnTo>
                  <a:cubicBezTo>
                    <a:pt x="4063" y="1534"/>
                    <a:pt x="3861" y="1484"/>
                    <a:pt x="3635" y="1434"/>
                  </a:cubicBezTo>
                  <a:cubicBezTo>
                    <a:pt x="3409" y="1383"/>
                    <a:pt x="3157" y="1308"/>
                    <a:pt x="2881" y="1232"/>
                  </a:cubicBezTo>
                  <a:cubicBezTo>
                    <a:pt x="2604" y="1157"/>
                    <a:pt x="2327" y="1056"/>
                    <a:pt x="2051" y="956"/>
                  </a:cubicBezTo>
                  <a:cubicBezTo>
                    <a:pt x="1774" y="855"/>
                    <a:pt x="1510" y="742"/>
                    <a:pt x="1258" y="641"/>
                  </a:cubicBezTo>
                  <a:cubicBezTo>
                    <a:pt x="1020" y="541"/>
                    <a:pt x="793" y="428"/>
                    <a:pt x="617" y="327"/>
                  </a:cubicBezTo>
                  <a:cubicBezTo>
                    <a:pt x="441" y="226"/>
                    <a:pt x="278" y="151"/>
                    <a:pt x="177" y="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28"/>
            <p:cNvSpPr/>
            <p:nvPr/>
          </p:nvSpPr>
          <p:spPr>
            <a:xfrm>
              <a:off x="4649675" y="2067000"/>
              <a:ext cx="53150" cy="17625"/>
            </a:xfrm>
            <a:custGeom>
              <a:avLst/>
              <a:gdLst/>
              <a:ahLst/>
              <a:cxnLst/>
              <a:rect l="l" t="t" r="r" b="b"/>
              <a:pathLst>
                <a:path w="2126" h="705" extrusionOk="0">
                  <a:moveTo>
                    <a:pt x="2125" y="1"/>
                  </a:moveTo>
                  <a:lnTo>
                    <a:pt x="2012" y="13"/>
                  </a:lnTo>
                  <a:cubicBezTo>
                    <a:pt x="1949" y="26"/>
                    <a:pt x="1861" y="26"/>
                    <a:pt x="1748" y="51"/>
                  </a:cubicBezTo>
                  <a:cubicBezTo>
                    <a:pt x="1648" y="76"/>
                    <a:pt x="1522" y="101"/>
                    <a:pt x="1384" y="139"/>
                  </a:cubicBezTo>
                  <a:cubicBezTo>
                    <a:pt x="1258" y="177"/>
                    <a:pt x="1119" y="215"/>
                    <a:pt x="981" y="252"/>
                  </a:cubicBezTo>
                  <a:cubicBezTo>
                    <a:pt x="843" y="303"/>
                    <a:pt x="717" y="353"/>
                    <a:pt x="591" y="403"/>
                  </a:cubicBezTo>
                  <a:cubicBezTo>
                    <a:pt x="478" y="441"/>
                    <a:pt x="365" y="504"/>
                    <a:pt x="277" y="541"/>
                  </a:cubicBezTo>
                  <a:cubicBezTo>
                    <a:pt x="189" y="592"/>
                    <a:pt x="126" y="629"/>
                    <a:pt x="76" y="655"/>
                  </a:cubicBezTo>
                  <a:lnTo>
                    <a:pt x="0" y="705"/>
                  </a:lnTo>
                  <a:lnTo>
                    <a:pt x="0" y="705"/>
                  </a:lnTo>
                  <a:lnTo>
                    <a:pt x="88" y="667"/>
                  </a:lnTo>
                  <a:lnTo>
                    <a:pt x="327" y="592"/>
                  </a:lnTo>
                  <a:lnTo>
                    <a:pt x="667" y="479"/>
                  </a:lnTo>
                  <a:cubicBezTo>
                    <a:pt x="793" y="441"/>
                    <a:pt x="918" y="391"/>
                    <a:pt x="1057" y="353"/>
                  </a:cubicBezTo>
                  <a:cubicBezTo>
                    <a:pt x="1195" y="303"/>
                    <a:pt x="1321" y="265"/>
                    <a:pt x="1446" y="227"/>
                  </a:cubicBezTo>
                  <a:cubicBezTo>
                    <a:pt x="1572" y="177"/>
                    <a:pt x="1685" y="139"/>
                    <a:pt x="1786" y="114"/>
                  </a:cubicBezTo>
                  <a:lnTo>
                    <a:pt x="2025" y="26"/>
                  </a:lnTo>
                  <a:lnTo>
                    <a:pt x="21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28"/>
            <p:cNvSpPr/>
            <p:nvPr/>
          </p:nvSpPr>
          <p:spPr>
            <a:xfrm>
              <a:off x="4735500" y="2045325"/>
              <a:ext cx="130800" cy="40575"/>
            </a:xfrm>
            <a:custGeom>
              <a:avLst/>
              <a:gdLst/>
              <a:ahLst/>
              <a:cxnLst/>
              <a:rect l="l" t="t" r="r" b="b"/>
              <a:pathLst>
                <a:path w="5232" h="1623" extrusionOk="0">
                  <a:moveTo>
                    <a:pt x="5231" y="0"/>
                  </a:moveTo>
                  <a:cubicBezTo>
                    <a:pt x="5231" y="0"/>
                    <a:pt x="5156" y="38"/>
                    <a:pt x="5030" y="101"/>
                  </a:cubicBezTo>
                  <a:cubicBezTo>
                    <a:pt x="4892" y="151"/>
                    <a:pt x="4716" y="239"/>
                    <a:pt x="4477" y="327"/>
                  </a:cubicBezTo>
                  <a:cubicBezTo>
                    <a:pt x="4238" y="415"/>
                    <a:pt x="3961" y="503"/>
                    <a:pt x="3647" y="591"/>
                  </a:cubicBezTo>
                  <a:cubicBezTo>
                    <a:pt x="3345" y="692"/>
                    <a:pt x="3006" y="780"/>
                    <a:pt x="2666" y="868"/>
                  </a:cubicBezTo>
                  <a:cubicBezTo>
                    <a:pt x="2339" y="943"/>
                    <a:pt x="2000" y="1031"/>
                    <a:pt x="1673" y="1107"/>
                  </a:cubicBezTo>
                  <a:cubicBezTo>
                    <a:pt x="1358" y="1195"/>
                    <a:pt x="1069" y="1270"/>
                    <a:pt x="818" y="1346"/>
                  </a:cubicBezTo>
                  <a:cubicBezTo>
                    <a:pt x="566" y="1421"/>
                    <a:pt x="365" y="1484"/>
                    <a:pt x="227" y="1534"/>
                  </a:cubicBezTo>
                  <a:lnTo>
                    <a:pt x="0" y="1622"/>
                  </a:lnTo>
                  <a:lnTo>
                    <a:pt x="239" y="1559"/>
                  </a:lnTo>
                  <a:cubicBezTo>
                    <a:pt x="377" y="1509"/>
                    <a:pt x="591" y="1459"/>
                    <a:pt x="843" y="1396"/>
                  </a:cubicBezTo>
                  <a:cubicBezTo>
                    <a:pt x="1094" y="1333"/>
                    <a:pt x="1396" y="1270"/>
                    <a:pt x="1723" y="1195"/>
                  </a:cubicBezTo>
                  <a:cubicBezTo>
                    <a:pt x="2037" y="1119"/>
                    <a:pt x="2389" y="1044"/>
                    <a:pt x="2729" y="956"/>
                  </a:cubicBezTo>
                  <a:cubicBezTo>
                    <a:pt x="3069" y="880"/>
                    <a:pt x="3408" y="780"/>
                    <a:pt x="3710" y="679"/>
                  </a:cubicBezTo>
                  <a:cubicBezTo>
                    <a:pt x="4024" y="579"/>
                    <a:pt x="4288" y="465"/>
                    <a:pt x="4527" y="377"/>
                  </a:cubicBezTo>
                  <a:cubicBezTo>
                    <a:pt x="4703" y="289"/>
                    <a:pt x="4879" y="201"/>
                    <a:pt x="5043" y="113"/>
                  </a:cubicBezTo>
                  <a:cubicBezTo>
                    <a:pt x="5168" y="38"/>
                    <a:pt x="5231" y="0"/>
                    <a:pt x="5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28"/>
            <p:cNvSpPr/>
            <p:nvPr/>
          </p:nvSpPr>
          <p:spPr>
            <a:xfrm>
              <a:off x="4855900" y="2039650"/>
              <a:ext cx="95600" cy="46550"/>
            </a:xfrm>
            <a:custGeom>
              <a:avLst/>
              <a:gdLst/>
              <a:ahLst/>
              <a:cxnLst/>
              <a:rect l="l" t="t" r="r" b="b"/>
              <a:pathLst>
                <a:path w="3824" h="1862" extrusionOk="0">
                  <a:moveTo>
                    <a:pt x="3823" y="1"/>
                  </a:moveTo>
                  <a:lnTo>
                    <a:pt x="3685" y="101"/>
                  </a:lnTo>
                  <a:cubicBezTo>
                    <a:pt x="3597" y="164"/>
                    <a:pt x="3458" y="240"/>
                    <a:pt x="3295" y="340"/>
                  </a:cubicBezTo>
                  <a:cubicBezTo>
                    <a:pt x="3132" y="441"/>
                    <a:pt x="2943" y="554"/>
                    <a:pt x="2729" y="680"/>
                  </a:cubicBezTo>
                  <a:cubicBezTo>
                    <a:pt x="2528" y="806"/>
                    <a:pt x="2289" y="919"/>
                    <a:pt x="2050" y="1032"/>
                  </a:cubicBezTo>
                  <a:cubicBezTo>
                    <a:pt x="1799" y="1145"/>
                    <a:pt x="1560" y="1271"/>
                    <a:pt x="1321" y="1359"/>
                  </a:cubicBezTo>
                  <a:cubicBezTo>
                    <a:pt x="1082" y="1459"/>
                    <a:pt x="868" y="1560"/>
                    <a:pt x="667" y="1623"/>
                  </a:cubicBezTo>
                  <a:cubicBezTo>
                    <a:pt x="466" y="1698"/>
                    <a:pt x="302" y="1761"/>
                    <a:pt x="176" y="1799"/>
                  </a:cubicBezTo>
                  <a:lnTo>
                    <a:pt x="0" y="1862"/>
                  </a:lnTo>
                  <a:lnTo>
                    <a:pt x="189" y="1812"/>
                  </a:lnTo>
                  <a:cubicBezTo>
                    <a:pt x="315" y="1786"/>
                    <a:pt x="503" y="1736"/>
                    <a:pt x="705" y="1673"/>
                  </a:cubicBezTo>
                  <a:cubicBezTo>
                    <a:pt x="918" y="1610"/>
                    <a:pt x="1157" y="1535"/>
                    <a:pt x="1396" y="1447"/>
                  </a:cubicBezTo>
                  <a:cubicBezTo>
                    <a:pt x="1648" y="1346"/>
                    <a:pt x="1912" y="1233"/>
                    <a:pt x="2151" y="1120"/>
                  </a:cubicBezTo>
                  <a:cubicBezTo>
                    <a:pt x="2390" y="994"/>
                    <a:pt x="2616" y="868"/>
                    <a:pt x="2830" y="743"/>
                  </a:cubicBezTo>
                  <a:cubicBezTo>
                    <a:pt x="3044" y="617"/>
                    <a:pt x="3220" y="491"/>
                    <a:pt x="3370" y="378"/>
                  </a:cubicBezTo>
                  <a:cubicBezTo>
                    <a:pt x="3521" y="277"/>
                    <a:pt x="3635" y="177"/>
                    <a:pt x="3710" y="114"/>
                  </a:cubicBezTo>
                  <a:lnTo>
                    <a:pt x="38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spTree>
      <p:nvGrpSpPr>
        <p:cNvPr id="1" name="Shape 4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4" name="Google Shape;4584;p29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85" name="Google Shape;4585;p29"/>
          <p:cNvGrpSpPr/>
          <p:nvPr/>
        </p:nvGrpSpPr>
        <p:grpSpPr>
          <a:xfrm rot="10800000" flipH="1">
            <a:off x="370363" y="295950"/>
            <a:ext cx="8414046" cy="198675"/>
            <a:chOff x="370363" y="4648875"/>
            <a:chExt cx="8414046" cy="198675"/>
          </a:xfrm>
        </p:grpSpPr>
        <p:sp>
          <p:nvSpPr>
            <p:cNvPr id="4586" name="Google Shape;4586;p29"/>
            <p:cNvSpPr/>
            <p:nvPr/>
          </p:nvSpPr>
          <p:spPr>
            <a:xfrm>
              <a:off x="8685319" y="4708775"/>
              <a:ext cx="99090" cy="104628"/>
            </a:xfrm>
            <a:custGeom>
              <a:avLst/>
              <a:gdLst/>
              <a:ahLst/>
              <a:cxnLst/>
              <a:rect l="l" t="t" r="r" b="b"/>
              <a:pathLst>
                <a:path w="1002" h="1058" extrusionOk="0">
                  <a:moveTo>
                    <a:pt x="473" y="1"/>
                  </a:moveTo>
                  <a:cubicBezTo>
                    <a:pt x="168" y="1"/>
                    <a:pt x="229" y="220"/>
                    <a:pt x="375" y="390"/>
                  </a:cubicBezTo>
                  <a:lnTo>
                    <a:pt x="375" y="390"/>
                  </a:lnTo>
                  <a:cubicBezTo>
                    <a:pt x="479" y="274"/>
                    <a:pt x="603" y="178"/>
                    <a:pt x="714" y="138"/>
                  </a:cubicBezTo>
                  <a:lnTo>
                    <a:pt x="714" y="138"/>
                  </a:lnTo>
                  <a:cubicBezTo>
                    <a:pt x="661" y="56"/>
                    <a:pt x="581" y="1"/>
                    <a:pt x="473" y="1"/>
                  </a:cubicBezTo>
                  <a:close/>
                  <a:moveTo>
                    <a:pt x="813" y="120"/>
                  </a:moveTo>
                  <a:cubicBezTo>
                    <a:pt x="782" y="120"/>
                    <a:pt x="749" y="126"/>
                    <a:pt x="714" y="138"/>
                  </a:cubicBezTo>
                  <a:lnTo>
                    <a:pt x="714" y="138"/>
                  </a:lnTo>
                  <a:cubicBezTo>
                    <a:pt x="765" y="217"/>
                    <a:pt x="790" y="320"/>
                    <a:pt x="790" y="423"/>
                  </a:cubicBezTo>
                  <a:cubicBezTo>
                    <a:pt x="790" y="538"/>
                    <a:pt x="745" y="583"/>
                    <a:pt x="681" y="583"/>
                  </a:cubicBezTo>
                  <a:cubicBezTo>
                    <a:pt x="592" y="583"/>
                    <a:pt x="467" y="496"/>
                    <a:pt x="375" y="390"/>
                  </a:cubicBezTo>
                  <a:lnTo>
                    <a:pt x="375" y="390"/>
                  </a:lnTo>
                  <a:cubicBezTo>
                    <a:pt x="128" y="667"/>
                    <a:pt x="1" y="1057"/>
                    <a:pt x="473" y="1057"/>
                  </a:cubicBezTo>
                  <a:cubicBezTo>
                    <a:pt x="790" y="1057"/>
                    <a:pt x="1001" y="740"/>
                    <a:pt x="1001" y="423"/>
                  </a:cubicBezTo>
                  <a:cubicBezTo>
                    <a:pt x="1001" y="204"/>
                    <a:pt x="922" y="120"/>
                    <a:pt x="81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29"/>
            <p:cNvSpPr/>
            <p:nvPr/>
          </p:nvSpPr>
          <p:spPr>
            <a:xfrm>
              <a:off x="370363" y="4708775"/>
              <a:ext cx="104332" cy="104628"/>
            </a:xfrm>
            <a:custGeom>
              <a:avLst/>
              <a:gdLst/>
              <a:ahLst/>
              <a:cxnLst/>
              <a:rect l="l" t="t" r="r" b="b"/>
              <a:pathLst>
                <a:path w="1055" h="1058" extrusionOk="0">
                  <a:moveTo>
                    <a:pt x="420" y="1"/>
                  </a:moveTo>
                  <a:cubicBezTo>
                    <a:pt x="166" y="1"/>
                    <a:pt x="254" y="221"/>
                    <a:pt x="414" y="390"/>
                  </a:cubicBezTo>
                  <a:lnTo>
                    <a:pt x="414" y="390"/>
                  </a:lnTo>
                  <a:cubicBezTo>
                    <a:pt x="512" y="286"/>
                    <a:pt x="625" y="198"/>
                    <a:pt x="729" y="152"/>
                  </a:cubicBezTo>
                  <a:lnTo>
                    <a:pt x="729" y="152"/>
                  </a:lnTo>
                  <a:cubicBezTo>
                    <a:pt x="648" y="62"/>
                    <a:pt x="534" y="1"/>
                    <a:pt x="420" y="1"/>
                  </a:cubicBezTo>
                  <a:close/>
                  <a:moveTo>
                    <a:pt x="865" y="120"/>
                  </a:moveTo>
                  <a:cubicBezTo>
                    <a:pt x="823" y="120"/>
                    <a:pt x="777" y="131"/>
                    <a:pt x="729" y="152"/>
                  </a:cubicBezTo>
                  <a:lnTo>
                    <a:pt x="729" y="152"/>
                  </a:lnTo>
                  <a:cubicBezTo>
                    <a:pt x="798" y="229"/>
                    <a:pt x="843" y="326"/>
                    <a:pt x="843" y="423"/>
                  </a:cubicBezTo>
                  <a:cubicBezTo>
                    <a:pt x="843" y="538"/>
                    <a:pt x="798" y="583"/>
                    <a:pt x="733" y="583"/>
                  </a:cubicBezTo>
                  <a:cubicBezTo>
                    <a:pt x="643" y="583"/>
                    <a:pt x="514" y="497"/>
                    <a:pt x="414" y="390"/>
                  </a:cubicBezTo>
                  <a:lnTo>
                    <a:pt x="414" y="390"/>
                  </a:lnTo>
                  <a:cubicBezTo>
                    <a:pt x="154" y="667"/>
                    <a:pt x="1" y="1057"/>
                    <a:pt x="420" y="1057"/>
                  </a:cubicBezTo>
                  <a:cubicBezTo>
                    <a:pt x="737" y="1057"/>
                    <a:pt x="1054" y="740"/>
                    <a:pt x="1054" y="423"/>
                  </a:cubicBezTo>
                  <a:cubicBezTo>
                    <a:pt x="1054" y="204"/>
                    <a:pt x="975" y="120"/>
                    <a:pt x="865" y="120"/>
                  </a:cubicBezTo>
                  <a:close/>
                </a:path>
              </a:pathLst>
            </a:custGeom>
            <a:gradFill>
              <a:gsLst>
                <a:gs pos="0">
                  <a:srgbClr val="786446"/>
                </a:gs>
                <a:gs pos="24000">
                  <a:srgbClr val="A68C63"/>
                </a:gs>
                <a:gs pos="45000">
                  <a:srgbClr val="A6946E"/>
                </a:gs>
                <a:gs pos="76000">
                  <a:srgbClr val="A68C63"/>
                </a:gs>
                <a:gs pos="100000">
                  <a:srgbClr val="78644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88" name="Google Shape;4588;p29"/>
            <p:cNvGrpSpPr/>
            <p:nvPr/>
          </p:nvGrpSpPr>
          <p:grpSpPr>
            <a:xfrm>
              <a:off x="504825" y="4648875"/>
              <a:ext cx="8122726" cy="198675"/>
              <a:chOff x="504825" y="298750"/>
              <a:chExt cx="8122726" cy="198675"/>
            </a:xfrm>
          </p:grpSpPr>
          <p:grpSp>
            <p:nvGrpSpPr>
              <p:cNvPr id="4589" name="Google Shape;4589;p29"/>
              <p:cNvGrpSpPr/>
              <p:nvPr/>
            </p:nvGrpSpPr>
            <p:grpSpPr>
              <a:xfrm>
                <a:off x="504825" y="298750"/>
                <a:ext cx="8122726" cy="198675"/>
                <a:chOff x="9017419" y="539512"/>
                <a:chExt cx="5210550" cy="198675"/>
              </a:xfrm>
            </p:grpSpPr>
            <p:sp>
              <p:nvSpPr>
                <p:cNvPr id="4590" name="Google Shape;4590;p29"/>
                <p:cNvSpPr/>
                <p:nvPr/>
              </p:nvSpPr>
              <p:spPr>
                <a:xfrm>
                  <a:off x="9038813" y="685962"/>
                  <a:ext cx="5150745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20" h="107" extrusionOk="0">
                      <a:moveTo>
                        <a:pt x="1" y="0"/>
                      </a:moveTo>
                      <a:lnTo>
                        <a:pt x="1" y="106"/>
                      </a:lnTo>
                      <a:lnTo>
                        <a:pt x="41319" y="106"/>
                      </a:lnTo>
                      <a:lnTo>
                        <a:pt x="4131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1" name="Google Shape;4591;p29"/>
                <p:cNvSpPr/>
                <p:nvPr/>
              </p:nvSpPr>
              <p:spPr>
                <a:xfrm>
                  <a:off x="96043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2" name="Google Shape;4592;p29"/>
                <p:cNvSpPr/>
                <p:nvPr/>
              </p:nvSpPr>
              <p:spPr>
                <a:xfrm>
                  <a:off x="967738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3" name="Google Shape;4593;p29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4" name="Google Shape;4594;p29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5" name="Google Shape;4595;p29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6" name="Google Shape;4596;p29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7" name="Google Shape;4597;p29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8" name="Google Shape;4598;p29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9" name="Google Shape;4599;p29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0" name="Google Shape;4600;p29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1" name="Google Shape;4601;p29"/>
                <p:cNvSpPr/>
                <p:nvPr/>
              </p:nvSpPr>
              <p:spPr>
                <a:xfrm>
                  <a:off x="10283499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2" name="Google Shape;4602;p29"/>
                <p:cNvSpPr/>
                <p:nvPr/>
              </p:nvSpPr>
              <p:spPr>
                <a:xfrm>
                  <a:off x="103462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3" name="Google Shape;4603;p29"/>
                <p:cNvSpPr/>
                <p:nvPr/>
              </p:nvSpPr>
              <p:spPr>
                <a:xfrm>
                  <a:off x="10419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4" name="Google Shape;4604;p29"/>
                <p:cNvSpPr/>
                <p:nvPr/>
              </p:nvSpPr>
              <p:spPr>
                <a:xfrm>
                  <a:off x="10482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5" name="Google Shape;4605;p29"/>
                <p:cNvSpPr/>
                <p:nvPr/>
              </p:nvSpPr>
              <p:spPr>
                <a:xfrm>
                  <a:off x="105552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6" name="Google Shape;4606;p29"/>
                <p:cNvSpPr/>
                <p:nvPr/>
              </p:nvSpPr>
              <p:spPr>
                <a:xfrm>
                  <a:off x="10617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7" name="Google Shape;4607;p29"/>
                <p:cNvSpPr/>
                <p:nvPr/>
              </p:nvSpPr>
              <p:spPr>
                <a:xfrm>
                  <a:off x="106911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8" name="Google Shape;4608;p29"/>
                <p:cNvSpPr/>
                <p:nvPr/>
              </p:nvSpPr>
              <p:spPr>
                <a:xfrm>
                  <a:off x="107538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9" name="Google Shape;4609;p29"/>
                <p:cNvSpPr/>
                <p:nvPr/>
              </p:nvSpPr>
              <p:spPr>
                <a:xfrm>
                  <a:off x="10826913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0" name="Google Shape;4610;p29"/>
                <p:cNvSpPr/>
                <p:nvPr/>
              </p:nvSpPr>
              <p:spPr>
                <a:xfrm>
                  <a:off x="1088971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1" name="Google Shape;4611;p29"/>
                <p:cNvSpPr/>
                <p:nvPr/>
              </p:nvSpPr>
              <p:spPr>
                <a:xfrm>
                  <a:off x="1096279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2" name="Google Shape;4612;p29"/>
                <p:cNvSpPr/>
                <p:nvPr/>
              </p:nvSpPr>
              <p:spPr>
                <a:xfrm>
                  <a:off x="11025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3" name="Google Shape;4613;p29"/>
                <p:cNvSpPr/>
                <p:nvPr/>
              </p:nvSpPr>
              <p:spPr>
                <a:xfrm>
                  <a:off x="110986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4" name="Google Shape;4614;p29"/>
                <p:cNvSpPr/>
                <p:nvPr/>
              </p:nvSpPr>
              <p:spPr>
                <a:xfrm>
                  <a:off x="1116136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5" name="Google Shape;4615;p29"/>
                <p:cNvSpPr/>
                <p:nvPr/>
              </p:nvSpPr>
              <p:spPr>
                <a:xfrm>
                  <a:off x="1123454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6" name="Google Shape;4616;p29"/>
                <p:cNvSpPr/>
                <p:nvPr/>
              </p:nvSpPr>
              <p:spPr>
                <a:xfrm>
                  <a:off x="1129724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7" name="Google Shape;4617;p29"/>
                <p:cNvSpPr/>
                <p:nvPr/>
              </p:nvSpPr>
              <p:spPr>
                <a:xfrm>
                  <a:off x="11370327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8" name="Google Shape;4618;p29"/>
                <p:cNvSpPr/>
                <p:nvPr/>
              </p:nvSpPr>
              <p:spPr>
                <a:xfrm>
                  <a:off x="1143312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9" name="Google Shape;4619;p29"/>
                <p:cNvSpPr/>
                <p:nvPr/>
              </p:nvSpPr>
              <p:spPr>
                <a:xfrm>
                  <a:off x="1150620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0" name="Google Shape;4620;p29"/>
                <p:cNvSpPr/>
                <p:nvPr/>
              </p:nvSpPr>
              <p:spPr>
                <a:xfrm>
                  <a:off x="1156890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1" name="Google Shape;4621;p29"/>
                <p:cNvSpPr/>
                <p:nvPr/>
              </p:nvSpPr>
              <p:spPr>
                <a:xfrm>
                  <a:off x="1164208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2" name="Google Shape;4622;p29"/>
                <p:cNvSpPr/>
                <p:nvPr/>
              </p:nvSpPr>
              <p:spPr>
                <a:xfrm>
                  <a:off x="1170478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3" name="Google Shape;4623;p29"/>
                <p:cNvSpPr/>
                <p:nvPr/>
              </p:nvSpPr>
              <p:spPr>
                <a:xfrm>
                  <a:off x="1177796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4" name="Google Shape;4624;p29"/>
                <p:cNvSpPr/>
                <p:nvPr/>
              </p:nvSpPr>
              <p:spPr>
                <a:xfrm>
                  <a:off x="1184066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5" name="Google Shape;4625;p29"/>
                <p:cNvSpPr/>
                <p:nvPr/>
              </p:nvSpPr>
              <p:spPr>
                <a:xfrm>
                  <a:off x="1191374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6" name="Google Shape;4626;p29"/>
                <p:cNvSpPr/>
                <p:nvPr/>
              </p:nvSpPr>
              <p:spPr>
                <a:xfrm>
                  <a:off x="11976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7" name="Google Shape;4627;p29"/>
                <p:cNvSpPr/>
                <p:nvPr/>
              </p:nvSpPr>
              <p:spPr>
                <a:xfrm>
                  <a:off x="120496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8" name="Google Shape;4628;p29"/>
                <p:cNvSpPr/>
                <p:nvPr/>
              </p:nvSpPr>
              <p:spPr>
                <a:xfrm>
                  <a:off x="1211231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9" name="Google Shape;4629;p29"/>
                <p:cNvSpPr/>
                <p:nvPr/>
              </p:nvSpPr>
              <p:spPr>
                <a:xfrm>
                  <a:off x="12185498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0" name="Google Shape;4630;p29"/>
                <p:cNvSpPr/>
                <p:nvPr/>
              </p:nvSpPr>
              <p:spPr>
                <a:xfrm>
                  <a:off x="1224819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1" name="Google Shape;4631;p29"/>
                <p:cNvSpPr/>
                <p:nvPr/>
              </p:nvSpPr>
              <p:spPr>
                <a:xfrm>
                  <a:off x="1232137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2" name="Google Shape;4632;p29"/>
                <p:cNvSpPr/>
                <p:nvPr/>
              </p:nvSpPr>
              <p:spPr>
                <a:xfrm>
                  <a:off x="1238407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3" name="Google Shape;4633;p29"/>
                <p:cNvSpPr/>
                <p:nvPr/>
              </p:nvSpPr>
              <p:spPr>
                <a:xfrm>
                  <a:off x="12457156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4" name="Google Shape;4634;p29"/>
                <p:cNvSpPr/>
                <p:nvPr/>
              </p:nvSpPr>
              <p:spPr>
                <a:xfrm>
                  <a:off x="1251995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5" name="Google Shape;4635;p29"/>
                <p:cNvSpPr/>
                <p:nvPr/>
              </p:nvSpPr>
              <p:spPr>
                <a:xfrm>
                  <a:off x="12593034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6" name="Google Shape;4636;p29"/>
                <p:cNvSpPr/>
                <p:nvPr/>
              </p:nvSpPr>
              <p:spPr>
                <a:xfrm>
                  <a:off x="12655732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7" name="Google Shape;4637;p29"/>
                <p:cNvSpPr/>
                <p:nvPr/>
              </p:nvSpPr>
              <p:spPr>
                <a:xfrm>
                  <a:off x="1272891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8" name="Google Shape;4638;p29"/>
                <p:cNvSpPr/>
                <p:nvPr/>
              </p:nvSpPr>
              <p:spPr>
                <a:xfrm>
                  <a:off x="1279161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9" name="Google Shape;4639;p29"/>
                <p:cNvSpPr/>
                <p:nvPr/>
              </p:nvSpPr>
              <p:spPr>
                <a:xfrm>
                  <a:off x="1286479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0" name="Google Shape;4640;p29"/>
                <p:cNvSpPr/>
                <p:nvPr/>
              </p:nvSpPr>
              <p:spPr>
                <a:xfrm>
                  <a:off x="1292748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634" y="0"/>
                      </a:moveTo>
                      <a:lnTo>
                        <a:pt x="0" y="740"/>
                      </a:lnTo>
                      <a:lnTo>
                        <a:pt x="106" y="74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1" name="Google Shape;4641;p29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2" name="Google Shape;4642;p29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3" name="Google Shape;4643;p29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4" name="Google Shape;4644;p29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5" name="Google Shape;4645;p29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6" name="Google Shape;4646;p29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7" name="Google Shape;4647;p29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8" name="Google Shape;4648;p29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9" name="Google Shape;4649;p29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0" name="Google Shape;4650;p29"/>
                <p:cNvSpPr/>
                <p:nvPr/>
              </p:nvSpPr>
              <p:spPr>
                <a:xfrm>
                  <a:off x="136067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1" name="Google Shape;4651;p29"/>
                <p:cNvSpPr/>
                <p:nvPr/>
              </p:nvSpPr>
              <p:spPr>
                <a:xfrm>
                  <a:off x="9017419" y="539512"/>
                  <a:ext cx="5210550" cy="31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318" extrusionOk="0">
                      <a:moveTo>
                        <a:pt x="212" y="1"/>
                      </a:moveTo>
                      <a:cubicBezTo>
                        <a:pt x="1" y="1"/>
                        <a:pt x="1" y="212"/>
                        <a:pt x="212" y="318"/>
                      </a:cubicBezTo>
                      <a:lnTo>
                        <a:pt x="41530" y="318"/>
                      </a:lnTo>
                      <a:cubicBezTo>
                        <a:pt x="41741" y="318"/>
                        <a:pt x="41741" y="1"/>
                        <a:pt x="415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2" name="Google Shape;4652;p29"/>
                <p:cNvSpPr/>
                <p:nvPr/>
              </p:nvSpPr>
              <p:spPr>
                <a:xfrm>
                  <a:off x="9017419" y="717222"/>
                  <a:ext cx="5210550" cy="2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42" h="212" extrusionOk="0">
                      <a:moveTo>
                        <a:pt x="212" y="0"/>
                      </a:moveTo>
                      <a:cubicBezTo>
                        <a:pt x="1" y="0"/>
                        <a:pt x="1" y="211"/>
                        <a:pt x="212" y="211"/>
                      </a:cubicBezTo>
                      <a:lnTo>
                        <a:pt x="41530" y="211"/>
                      </a:lnTo>
                      <a:cubicBezTo>
                        <a:pt x="41741" y="211"/>
                        <a:pt x="41741" y="0"/>
                        <a:pt x="415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53" name="Google Shape;4653;p29"/>
              <p:cNvGrpSpPr/>
              <p:nvPr/>
            </p:nvGrpSpPr>
            <p:grpSpPr>
              <a:xfrm>
                <a:off x="569351" y="371931"/>
                <a:ext cx="831096" cy="73279"/>
                <a:chOff x="9740085" y="612693"/>
                <a:chExt cx="533129" cy="73279"/>
              </a:xfrm>
            </p:grpSpPr>
            <p:sp>
              <p:nvSpPr>
                <p:cNvPr id="4654" name="Google Shape;4654;p29"/>
                <p:cNvSpPr/>
                <p:nvPr/>
              </p:nvSpPr>
              <p:spPr>
                <a:xfrm>
                  <a:off x="9740085" y="612693"/>
                  <a:ext cx="62896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5" name="Google Shape;4655;p29"/>
                <p:cNvSpPr/>
                <p:nvPr/>
              </p:nvSpPr>
              <p:spPr>
                <a:xfrm>
                  <a:off x="980288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6" name="Google Shape;4656;p29"/>
                <p:cNvSpPr/>
                <p:nvPr/>
              </p:nvSpPr>
              <p:spPr>
                <a:xfrm>
                  <a:off x="987596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7" name="Google Shape;4657;p29"/>
                <p:cNvSpPr/>
                <p:nvPr/>
              </p:nvSpPr>
              <p:spPr>
                <a:xfrm>
                  <a:off x="993866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8" name="Google Shape;4658;p29"/>
                <p:cNvSpPr/>
                <p:nvPr/>
              </p:nvSpPr>
              <p:spPr>
                <a:xfrm>
                  <a:off x="10011841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lnTo>
                        <a:pt x="0" y="74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9" name="Google Shape;4659;p29"/>
                <p:cNvSpPr/>
                <p:nvPr/>
              </p:nvSpPr>
              <p:spPr>
                <a:xfrm>
                  <a:off x="1007453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0" name="Google Shape;4660;p29"/>
                <p:cNvSpPr/>
                <p:nvPr/>
              </p:nvSpPr>
              <p:spPr>
                <a:xfrm>
                  <a:off x="1014772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1" name="Google Shape;4661;p29"/>
                <p:cNvSpPr/>
                <p:nvPr/>
              </p:nvSpPr>
              <p:spPr>
                <a:xfrm>
                  <a:off x="1021041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62" name="Google Shape;4662;p29"/>
              <p:cNvGrpSpPr/>
              <p:nvPr/>
            </p:nvGrpSpPr>
            <p:grpSpPr>
              <a:xfrm>
                <a:off x="7658325" y="371931"/>
                <a:ext cx="945022" cy="73279"/>
                <a:chOff x="13000570" y="612693"/>
                <a:chExt cx="606211" cy="73279"/>
              </a:xfrm>
            </p:grpSpPr>
            <p:sp>
              <p:nvSpPr>
                <p:cNvPr id="4663" name="Google Shape;4663;p29"/>
                <p:cNvSpPr/>
                <p:nvPr/>
              </p:nvSpPr>
              <p:spPr>
                <a:xfrm>
                  <a:off x="13000570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4" name="Google Shape;4664;p29"/>
                <p:cNvSpPr/>
                <p:nvPr/>
              </p:nvSpPr>
              <p:spPr>
                <a:xfrm>
                  <a:off x="13073751" y="612693"/>
                  <a:ext cx="52413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0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529" y="0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5" name="Google Shape;4665;p29"/>
                <p:cNvSpPr/>
                <p:nvPr/>
              </p:nvSpPr>
              <p:spPr>
                <a:xfrm>
                  <a:off x="13136449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6" name="Google Shape;4666;p29"/>
                <p:cNvSpPr/>
                <p:nvPr/>
              </p:nvSpPr>
              <p:spPr>
                <a:xfrm>
                  <a:off x="1319914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7" name="Google Shape;4667;p29"/>
                <p:cNvSpPr/>
                <p:nvPr/>
              </p:nvSpPr>
              <p:spPr>
                <a:xfrm>
                  <a:off x="13272327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8" name="Google Shape;4668;p29"/>
                <p:cNvSpPr/>
                <p:nvPr/>
              </p:nvSpPr>
              <p:spPr>
                <a:xfrm>
                  <a:off x="1333502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9" name="Google Shape;4669;p29"/>
                <p:cNvSpPr/>
                <p:nvPr/>
              </p:nvSpPr>
              <p:spPr>
                <a:xfrm>
                  <a:off x="1340820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0" name="Google Shape;4670;p29"/>
                <p:cNvSpPr/>
                <p:nvPr/>
              </p:nvSpPr>
              <p:spPr>
                <a:xfrm>
                  <a:off x="13470903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0" y="740"/>
                      </a:moveTo>
                      <a:lnTo>
                        <a:pt x="0" y="740"/>
                      </a:lnTo>
                      <a:lnTo>
                        <a:pt x="634" y="0"/>
                      </a:lnTo>
                      <a:lnTo>
                        <a:pt x="63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1" name="Google Shape;4671;p29"/>
                <p:cNvSpPr/>
                <p:nvPr/>
              </p:nvSpPr>
              <p:spPr>
                <a:xfrm>
                  <a:off x="13543985" y="612693"/>
                  <a:ext cx="62797" cy="73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" h="741" extrusionOk="0">
                      <a:moveTo>
                        <a:pt x="1" y="740"/>
                      </a:moveTo>
                      <a:lnTo>
                        <a:pt x="1" y="740"/>
                      </a:lnTo>
                      <a:lnTo>
                        <a:pt x="635" y="0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24000">
                      <a:schemeClr val="lt2"/>
                    </a:gs>
                    <a:gs pos="45000">
                      <a:schemeClr val="lt2"/>
                    </a:gs>
                    <a:gs pos="76000">
                      <a:schemeClr val="lt2"/>
                    </a:gs>
                    <a:gs pos="100000">
                      <a:schemeClr val="dk1"/>
                    </a:gs>
                  </a:gsLst>
                  <a:lin ang="5400012" scaled="0"/>
                </a:gra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672" name="Google Shape;4672;p29"/>
          <p:cNvGrpSpPr/>
          <p:nvPr/>
        </p:nvGrpSpPr>
        <p:grpSpPr>
          <a:xfrm rot="10800000" flipH="1">
            <a:off x="371748" y="4648875"/>
            <a:ext cx="3149667" cy="198675"/>
            <a:chOff x="371748" y="295950"/>
            <a:chExt cx="3149667" cy="198675"/>
          </a:xfrm>
        </p:grpSpPr>
        <p:sp>
          <p:nvSpPr>
            <p:cNvPr id="4673" name="Google Shape;4673;p29"/>
            <p:cNvSpPr/>
            <p:nvPr/>
          </p:nvSpPr>
          <p:spPr>
            <a:xfrm>
              <a:off x="37174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74" name="Google Shape;4674;p29"/>
            <p:cNvGrpSpPr/>
            <p:nvPr/>
          </p:nvGrpSpPr>
          <p:grpSpPr>
            <a:xfrm>
              <a:off x="504825" y="295950"/>
              <a:ext cx="3016590" cy="198675"/>
              <a:chOff x="504825" y="295950"/>
              <a:chExt cx="3016590" cy="198675"/>
            </a:xfrm>
          </p:grpSpPr>
          <p:sp>
            <p:nvSpPr>
              <p:cNvPr id="4675" name="Google Shape;4675;p29"/>
              <p:cNvSpPr/>
              <p:nvPr/>
            </p:nvSpPr>
            <p:spPr>
              <a:xfrm>
                <a:off x="569351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6" name="Google Shape;4676;p29"/>
              <p:cNvSpPr/>
              <p:nvPr/>
            </p:nvSpPr>
            <p:spPr>
              <a:xfrm>
                <a:off x="667244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7" name="Google Shape;4677;p29"/>
              <p:cNvSpPr/>
              <p:nvPr/>
            </p:nvSpPr>
            <p:spPr>
              <a:xfrm>
                <a:off x="781171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8" name="Google Shape;4678;p29"/>
              <p:cNvSpPr/>
              <p:nvPr/>
            </p:nvSpPr>
            <p:spPr>
              <a:xfrm>
                <a:off x="878911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9" name="Google Shape;4679;p29"/>
              <p:cNvSpPr/>
              <p:nvPr/>
            </p:nvSpPr>
            <p:spPr>
              <a:xfrm>
                <a:off x="99299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0" name="Google Shape;4680;p29"/>
              <p:cNvSpPr/>
              <p:nvPr/>
            </p:nvSpPr>
            <p:spPr>
              <a:xfrm>
                <a:off x="109073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1" name="Google Shape;4681;p29"/>
              <p:cNvSpPr/>
              <p:nvPr/>
            </p:nvSpPr>
            <p:spPr>
              <a:xfrm>
                <a:off x="1204813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2" name="Google Shape;4682;p29"/>
              <p:cNvSpPr/>
              <p:nvPr/>
            </p:nvSpPr>
            <p:spPr>
              <a:xfrm>
                <a:off x="130255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3" name="Google Shape;4683;p29"/>
              <p:cNvSpPr/>
              <p:nvPr/>
            </p:nvSpPr>
            <p:spPr>
              <a:xfrm>
                <a:off x="529550" y="443225"/>
                <a:ext cx="2962747" cy="12375"/>
              </a:xfrm>
              <a:custGeom>
                <a:avLst/>
                <a:gdLst/>
                <a:ahLst/>
                <a:cxnLst/>
                <a:rect l="l" t="t" r="r" b="b"/>
                <a:pathLst>
                  <a:path w="41320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41319" y="106"/>
                    </a:lnTo>
                    <a:lnTo>
                      <a:pt x="4131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4" name="Google Shape;4684;p29"/>
              <p:cNvSpPr/>
              <p:nvPr/>
            </p:nvSpPr>
            <p:spPr>
              <a:xfrm>
                <a:off x="141972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5" name="Google Shape;4685;p29"/>
              <p:cNvSpPr/>
              <p:nvPr/>
            </p:nvSpPr>
            <p:spPr>
              <a:xfrm>
                <a:off x="153364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6" name="Google Shape;4686;p29"/>
              <p:cNvSpPr/>
              <p:nvPr/>
            </p:nvSpPr>
            <p:spPr>
              <a:xfrm>
                <a:off x="1631388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7" name="Google Shape;4687;p29"/>
              <p:cNvSpPr/>
              <p:nvPr/>
            </p:nvSpPr>
            <p:spPr>
              <a:xfrm>
                <a:off x="172928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8" name="Google Shape;4688;p29"/>
              <p:cNvSpPr/>
              <p:nvPr/>
            </p:nvSpPr>
            <p:spPr>
              <a:xfrm>
                <a:off x="184320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9" name="Google Shape;4689;p29"/>
              <p:cNvSpPr/>
              <p:nvPr/>
            </p:nvSpPr>
            <p:spPr>
              <a:xfrm>
                <a:off x="194094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0" name="Google Shape;4690;p29"/>
              <p:cNvSpPr/>
              <p:nvPr/>
            </p:nvSpPr>
            <p:spPr>
              <a:xfrm>
                <a:off x="205502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1" name="Google Shape;4691;p29"/>
              <p:cNvSpPr/>
              <p:nvPr/>
            </p:nvSpPr>
            <p:spPr>
              <a:xfrm>
                <a:off x="215276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2" name="Google Shape;4692;p29"/>
              <p:cNvSpPr/>
              <p:nvPr/>
            </p:nvSpPr>
            <p:spPr>
              <a:xfrm>
                <a:off x="226685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3" name="Google Shape;4693;p29"/>
              <p:cNvSpPr/>
              <p:nvPr/>
            </p:nvSpPr>
            <p:spPr>
              <a:xfrm>
                <a:off x="236459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4" name="Google Shape;4694;p29"/>
              <p:cNvSpPr/>
              <p:nvPr/>
            </p:nvSpPr>
            <p:spPr>
              <a:xfrm>
                <a:off x="2478517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5" name="Google Shape;4695;p29"/>
              <p:cNvSpPr/>
              <p:nvPr/>
            </p:nvSpPr>
            <p:spPr>
              <a:xfrm>
                <a:off x="257641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6" name="Google Shape;4696;p29"/>
              <p:cNvSpPr/>
              <p:nvPr/>
            </p:nvSpPr>
            <p:spPr>
              <a:xfrm>
                <a:off x="2690337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7" name="Google Shape;4697;p29"/>
              <p:cNvSpPr/>
              <p:nvPr/>
            </p:nvSpPr>
            <p:spPr>
              <a:xfrm>
                <a:off x="2788077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8" name="Google Shape;4698;p29"/>
              <p:cNvSpPr/>
              <p:nvPr/>
            </p:nvSpPr>
            <p:spPr>
              <a:xfrm>
                <a:off x="290215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9" name="Google Shape;4699;p29"/>
              <p:cNvSpPr/>
              <p:nvPr/>
            </p:nvSpPr>
            <p:spPr>
              <a:xfrm>
                <a:off x="299989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0" name="Google Shape;4700;p29"/>
              <p:cNvSpPr/>
              <p:nvPr/>
            </p:nvSpPr>
            <p:spPr>
              <a:xfrm>
                <a:off x="311397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1" name="Google Shape;4701;p29"/>
              <p:cNvSpPr/>
              <p:nvPr/>
            </p:nvSpPr>
            <p:spPr>
              <a:xfrm>
                <a:off x="321171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2" name="Google Shape;4702;p29"/>
              <p:cNvSpPr/>
              <p:nvPr/>
            </p:nvSpPr>
            <p:spPr>
              <a:xfrm>
                <a:off x="3325645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3" name="Google Shape;4703;p29"/>
              <p:cNvSpPr/>
              <p:nvPr/>
            </p:nvSpPr>
            <p:spPr>
              <a:xfrm>
                <a:off x="504825" y="295950"/>
                <a:ext cx="3016590" cy="31448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318" extrusionOk="0">
                    <a:moveTo>
                      <a:pt x="212" y="1"/>
                    </a:moveTo>
                    <a:cubicBezTo>
                      <a:pt x="1" y="1"/>
                      <a:pt x="1" y="212"/>
                      <a:pt x="212" y="318"/>
                    </a:cubicBezTo>
                    <a:lnTo>
                      <a:pt x="41530" y="318"/>
                    </a:lnTo>
                    <a:cubicBezTo>
                      <a:pt x="41741" y="318"/>
                      <a:pt x="41741" y="1"/>
                      <a:pt x="415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4" name="Google Shape;4704;p29"/>
              <p:cNvSpPr/>
              <p:nvPr/>
            </p:nvSpPr>
            <p:spPr>
              <a:xfrm>
                <a:off x="504825" y="473660"/>
                <a:ext cx="3016590" cy="20965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212" extrusionOk="0">
                    <a:moveTo>
                      <a:pt x="212" y="0"/>
                    </a:moveTo>
                    <a:cubicBezTo>
                      <a:pt x="1" y="0"/>
                      <a:pt x="1" y="211"/>
                      <a:pt x="212" y="211"/>
                    </a:cubicBezTo>
                    <a:lnTo>
                      <a:pt x="41530" y="211"/>
                    </a:lnTo>
                    <a:cubicBezTo>
                      <a:pt x="41741" y="211"/>
                      <a:pt x="41741" y="0"/>
                      <a:pt x="415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05" name="Google Shape;4705;p29"/>
          <p:cNvGrpSpPr/>
          <p:nvPr/>
        </p:nvGrpSpPr>
        <p:grpSpPr>
          <a:xfrm rot="10800000" flipH="1">
            <a:off x="5629548" y="4648875"/>
            <a:ext cx="3149667" cy="198675"/>
            <a:chOff x="5629548" y="295950"/>
            <a:chExt cx="3149667" cy="198675"/>
          </a:xfrm>
        </p:grpSpPr>
        <p:sp>
          <p:nvSpPr>
            <p:cNvPr id="4706" name="Google Shape;4706;p29"/>
            <p:cNvSpPr/>
            <p:nvPr/>
          </p:nvSpPr>
          <p:spPr>
            <a:xfrm flipH="1">
              <a:off x="867626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07" name="Google Shape;4707;p29"/>
            <p:cNvGrpSpPr/>
            <p:nvPr/>
          </p:nvGrpSpPr>
          <p:grpSpPr>
            <a:xfrm>
              <a:off x="5629548" y="295950"/>
              <a:ext cx="3016590" cy="198675"/>
              <a:chOff x="504825" y="295950"/>
              <a:chExt cx="3016590" cy="198675"/>
            </a:xfrm>
          </p:grpSpPr>
          <p:sp>
            <p:nvSpPr>
              <p:cNvPr id="4708" name="Google Shape;4708;p29"/>
              <p:cNvSpPr/>
              <p:nvPr/>
            </p:nvSpPr>
            <p:spPr>
              <a:xfrm>
                <a:off x="569351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9" name="Google Shape;4709;p29"/>
              <p:cNvSpPr/>
              <p:nvPr/>
            </p:nvSpPr>
            <p:spPr>
              <a:xfrm>
                <a:off x="667244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0" name="Google Shape;4710;p29"/>
              <p:cNvSpPr/>
              <p:nvPr/>
            </p:nvSpPr>
            <p:spPr>
              <a:xfrm>
                <a:off x="781171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1" name="Google Shape;4711;p29"/>
              <p:cNvSpPr/>
              <p:nvPr/>
            </p:nvSpPr>
            <p:spPr>
              <a:xfrm>
                <a:off x="878911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2" name="Google Shape;4712;p29"/>
              <p:cNvSpPr/>
              <p:nvPr/>
            </p:nvSpPr>
            <p:spPr>
              <a:xfrm>
                <a:off x="99299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3" name="Google Shape;4713;p29"/>
              <p:cNvSpPr/>
              <p:nvPr/>
            </p:nvSpPr>
            <p:spPr>
              <a:xfrm>
                <a:off x="109073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4" name="Google Shape;4714;p29"/>
              <p:cNvSpPr/>
              <p:nvPr/>
            </p:nvSpPr>
            <p:spPr>
              <a:xfrm>
                <a:off x="1204813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5" name="Google Shape;4715;p29"/>
              <p:cNvSpPr/>
              <p:nvPr/>
            </p:nvSpPr>
            <p:spPr>
              <a:xfrm>
                <a:off x="130255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6" name="Google Shape;4716;p29"/>
              <p:cNvSpPr/>
              <p:nvPr/>
            </p:nvSpPr>
            <p:spPr>
              <a:xfrm>
                <a:off x="529550" y="443225"/>
                <a:ext cx="2962747" cy="12375"/>
              </a:xfrm>
              <a:custGeom>
                <a:avLst/>
                <a:gdLst/>
                <a:ahLst/>
                <a:cxnLst/>
                <a:rect l="l" t="t" r="r" b="b"/>
                <a:pathLst>
                  <a:path w="41320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41319" y="106"/>
                    </a:lnTo>
                    <a:lnTo>
                      <a:pt x="4131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7" name="Google Shape;4717;p29"/>
              <p:cNvSpPr/>
              <p:nvPr/>
            </p:nvSpPr>
            <p:spPr>
              <a:xfrm>
                <a:off x="141972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8" name="Google Shape;4718;p29"/>
              <p:cNvSpPr/>
              <p:nvPr/>
            </p:nvSpPr>
            <p:spPr>
              <a:xfrm>
                <a:off x="153364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9" name="Google Shape;4719;p29"/>
              <p:cNvSpPr/>
              <p:nvPr/>
            </p:nvSpPr>
            <p:spPr>
              <a:xfrm>
                <a:off x="1631388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0" name="Google Shape;4720;p29"/>
              <p:cNvSpPr/>
              <p:nvPr/>
            </p:nvSpPr>
            <p:spPr>
              <a:xfrm>
                <a:off x="1729282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1" name="Google Shape;4721;p29"/>
              <p:cNvSpPr/>
              <p:nvPr/>
            </p:nvSpPr>
            <p:spPr>
              <a:xfrm>
                <a:off x="184320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2" name="Google Shape;4722;p29"/>
              <p:cNvSpPr/>
              <p:nvPr/>
            </p:nvSpPr>
            <p:spPr>
              <a:xfrm>
                <a:off x="194094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3" name="Google Shape;4723;p29"/>
              <p:cNvSpPr/>
              <p:nvPr/>
            </p:nvSpPr>
            <p:spPr>
              <a:xfrm>
                <a:off x="205502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4" name="Google Shape;4724;p29"/>
              <p:cNvSpPr/>
              <p:nvPr/>
            </p:nvSpPr>
            <p:spPr>
              <a:xfrm>
                <a:off x="215276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5" name="Google Shape;4725;p29"/>
              <p:cNvSpPr/>
              <p:nvPr/>
            </p:nvSpPr>
            <p:spPr>
              <a:xfrm>
                <a:off x="226685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6" name="Google Shape;4726;p29"/>
              <p:cNvSpPr/>
              <p:nvPr/>
            </p:nvSpPr>
            <p:spPr>
              <a:xfrm>
                <a:off x="236459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7" name="Google Shape;4727;p29"/>
              <p:cNvSpPr/>
              <p:nvPr/>
            </p:nvSpPr>
            <p:spPr>
              <a:xfrm>
                <a:off x="2478517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8" name="Google Shape;4728;p29"/>
              <p:cNvSpPr/>
              <p:nvPr/>
            </p:nvSpPr>
            <p:spPr>
              <a:xfrm>
                <a:off x="2576410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9" name="Google Shape;4729;p29"/>
              <p:cNvSpPr/>
              <p:nvPr/>
            </p:nvSpPr>
            <p:spPr>
              <a:xfrm>
                <a:off x="2690337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0" name="Google Shape;4730;p29"/>
              <p:cNvSpPr/>
              <p:nvPr/>
            </p:nvSpPr>
            <p:spPr>
              <a:xfrm>
                <a:off x="2788077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1" name="Google Shape;4731;p29"/>
              <p:cNvSpPr/>
              <p:nvPr/>
            </p:nvSpPr>
            <p:spPr>
              <a:xfrm>
                <a:off x="290215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2" name="Google Shape;4732;p29"/>
              <p:cNvSpPr/>
              <p:nvPr/>
            </p:nvSpPr>
            <p:spPr>
              <a:xfrm>
                <a:off x="299989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3" name="Google Shape;4733;p29"/>
              <p:cNvSpPr/>
              <p:nvPr/>
            </p:nvSpPr>
            <p:spPr>
              <a:xfrm>
                <a:off x="3113979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4" name="Google Shape;4734;p29"/>
              <p:cNvSpPr/>
              <p:nvPr/>
            </p:nvSpPr>
            <p:spPr>
              <a:xfrm>
                <a:off x="3211718" y="369131"/>
                <a:ext cx="9789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5" name="Google Shape;4735;p29"/>
              <p:cNvSpPr/>
              <p:nvPr/>
            </p:nvSpPr>
            <p:spPr>
              <a:xfrm>
                <a:off x="3325645" y="369131"/>
                <a:ext cx="9804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6" name="Google Shape;4736;p29"/>
              <p:cNvSpPr/>
              <p:nvPr/>
            </p:nvSpPr>
            <p:spPr>
              <a:xfrm>
                <a:off x="504825" y="295950"/>
                <a:ext cx="3016590" cy="31448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318" extrusionOk="0">
                    <a:moveTo>
                      <a:pt x="212" y="1"/>
                    </a:moveTo>
                    <a:cubicBezTo>
                      <a:pt x="1" y="1"/>
                      <a:pt x="1" y="212"/>
                      <a:pt x="212" y="318"/>
                    </a:cubicBezTo>
                    <a:lnTo>
                      <a:pt x="41530" y="318"/>
                    </a:lnTo>
                    <a:cubicBezTo>
                      <a:pt x="41741" y="318"/>
                      <a:pt x="41741" y="1"/>
                      <a:pt x="415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7" name="Google Shape;4737;p29"/>
              <p:cNvSpPr/>
              <p:nvPr/>
            </p:nvSpPr>
            <p:spPr>
              <a:xfrm>
                <a:off x="504825" y="473660"/>
                <a:ext cx="3016590" cy="20965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212" extrusionOk="0">
                    <a:moveTo>
                      <a:pt x="212" y="0"/>
                    </a:moveTo>
                    <a:cubicBezTo>
                      <a:pt x="1" y="0"/>
                      <a:pt x="1" y="211"/>
                      <a:pt x="212" y="211"/>
                    </a:cubicBezTo>
                    <a:lnTo>
                      <a:pt x="41530" y="211"/>
                    </a:lnTo>
                    <a:cubicBezTo>
                      <a:pt x="41741" y="211"/>
                      <a:pt x="41741" y="0"/>
                      <a:pt x="415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38" name="Google Shape;4738;p29"/>
          <p:cNvGrpSpPr/>
          <p:nvPr/>
        </p:nvGrpSpPr>
        <p:grpSpPr>
          <a:xfrm rot="3186435">
            <a:off x="-77893" y="192526"/>
            <a:ext cx="844785" cy="1075646"/>
            <a:chOff x="6519292" y="3218921"/>
            <a:chExt cx="1053033" cy="1341104"/>
          </a:xfrm>
        </p:grpSpPr>
        <p:grpSp>
          <p:nvGrpSpPr>
            <p:cNvPr id="4739" name="Google Shape;4739;p29"/>
            <p:cNvGrpSpPr/>
            <p:nvPr/>
          </p:nvGrpSpPr>
          <p:grpSpPr>
            <a:xfrm>
              <a:off x="6519292" y="3218921"/>
              <a:ext cx="1053033" cy="1341104"/>
              <a:chOff x="6519292" y="3218921"/>
              <a:chExt cx="1053033" cy="1341104"/>
            </a:xfrm>
          </p:grpSpPr>
          <p:sp>
            <p:nvSpPr>
              <p:cNvPr id="4740" name="Google Shape;4740;p29"/>
              <p:cNvSpPr/>
              <p:nvPr/>
            </p:nvSpPr>
            <p:spPr>
              <a:xfrm rot="-6237245">
                <a:off x="6453070" y="3494229"/>
                <a:ext cx="1185476" cy="790487"/>
              </a:xfrm>
              <a:custGeom>
                <a:avLst/>
                <a:gdLst/>
                <a:ahLst/>
                <a:cxnLst/>
                <a:rect l="l" t="t" r="r" b="b"/>
                <a:pathLst>
                  <a:path w="24170" h="16116" extrusionOk="0">
                    <a:moveTo>
                      <a:pt x="16506" y="4863"/>
                    </a:moveTo>
                    <a:cubicBezTo>
                      <a:pt x="16579" y="4863"/>
                      <a:pt x="16652" y="4867"/>
                      <a:pt x="16725" y="4874"/>
                    </a:cubicBezTo>
                    <a:cubicBezTo>
                      <a:pt x="16788" y="4937"/>
                      <a:pt x="16851" y="4987"/>
                      <a:pt x="16914" y="5037"/>
                    </a:cubicBezTo>
                    <a:lnTo>
                      <a:pt x="17052" y="5125"/>
                    </a:lnTo>
                    <a:cubicBezTo>
                      <a:pt x="17102" y="5150"/>
                      <a:pt x="17152" y="5201"/>
                      <a:pt x="17215" y="5251"/>
                    </a:cubicBezTo>
                    <a:lnTo>
                      <a:pt x="17228" y="5263"/>
                    </a:lnTo>
                    <a:cubicBezTo>
                      <a:pt x="17404" y="5414"/>
                      <a:pt x="17567" y="5603"/>
                      <a:pt x="17693" y="5804"/>
                    </a:cubicBezTo>
                    <a:cubicBezTo>
                      <a:pt x="17781" y="5930"/>
                      <a:pt x="17844" y="6056"/>
                      <a:pt x="17894" y="6181"/>
                    </a:cubicBezTo>
                    <a:lnTo>
                      <a:pt x="17970" y="6420"/>
                    </a:lnTo>
                    <a:cubicBezTo>
                      <a:pt x="17982" y="6471"/>
                      <a:pt x="17995" y="6521"/>
                      <a:pt x="18008" y="6584"/>
                    </a:cubicBezTo>
                    <a:lnTo>
                      <a:pt x="18008" y="6596"/>
                    </a:lnTo>
                    <a:lnTo>
                      <a:pt x="18008" y="6622"/>
                    </a:lnTo>
                    <a:cubicBezTo>
                      <a:pt x="18008" y="6647"/>
                      <a:pt x="18008" y="6684"/>
                      <a:pt x="18020" y="6710"/>
                    </a:cubicBezTo>
                    <a:cubicBezTo>
                      <a:pt x="18033" y="6860"/>
                      <a:pt x="18033" y="7011"/>
                      <a:pt x="18020" y="7150"/>
                    </a:cubicBezTo>
                    <a:cubicBezTo>
                      <a:pt x="17995" y="7313"/>
                      <a:pt x="17957" y="7477"/>
                      <a:pt x="17907" y="7628"/>
                    </a:cubicBezTo>
                    <a:cubicBezTo>
                      <a:pt x="17844" y="7778"/>
                      <a:pt x="17769" y="7917"/>
                      <a:pt x="17681" y="8042"/>
                    </a:cubicBezTo>
                    <a:cubicBezTo>
                      <a:pt x="17593" y="8168"/>
                      <a:pt x="17492" y="8281"/>
                      <a:pt x="17379" y="8382"/>
                    </a:cubicBezTo>
                    <a:lnTo>
                      <a:pt x="17316" y="8432"/>
                    </a:lnTo>
                    <a:lnTo>
                      <a:pt x="17303" y="8457"/>
                    </a:lnTo>
                    <a:lnTo>
                      <a:pt x="17178" y="8545"/>
                    </a:lnTo>
                    <a:lnTo>
                      <a:pt x="17077" y="8621"/>
                    </a:lnTo>
                    <a:lnTo>
                      <a:pt x="17002" y="8671"/>
                    </a:lnTo>
                    <a:lnTo>
                      <a:pt x="16951" y="8684"/>
                    </a:lnTo>
                    <a:cubicBezTo>
                      <a:pt x="16825" y="8747"/>
                      <a:pt x="16687" y="8810"/>
                      <a:pt x="16549" y="8847"/>
                    </a:cubicBezTo>
                    <a:cubicBezTo>
                      <a:pt x="16323" y="8898"/>
                      <a:pt x="16096" y="8935"/>
                      <a:pt x="15870" y="8935"/>
                    </a:cubicBezTo>
                    <a:lnTo>
                      <a:pt x="15832" y="8923"/>
                    </a:lnTo>
                    <a:cubicBezTo>
                      <a:pt x="15744" y="8910"/>
                      <a:pt x="15681" y="8910"/>
                      <a:pt x="15631" y="8910"/>
                    </a:cubicBezTo>
                    <a:lnTo>
                      <a:pt x="15467" y="8898"/>
                    </a:lnTo>
                    <a:cubicBezTo>
                      <a:pt x="15405" y="8885"/>
                      <a:pt x="15342" y="8885"/>
                      <a:pt x="15279" y="8885"/>
                    </a:cubicBezTo>
                    <a:lnTo>
                      <a:pt x="15216" y="8885"/>
                    </a:lnTo>
                    <a:cubicBezTo>
                      <a:pt x="13833" y="7892"/>
                      <a:pt x="14034" y="5766"/>
                      <a:pt x="15581" y="5062"/>
                    </a:cubicBezTo>
                    <a:cubicBezTo>
                      <a:pt x="15877" y="4929"/>
                      <a:pt x="16190" y="4863"/>
                      <a:pt x="16506" y="4863"/>
                    </a:cubicBezTo>
                    <a:close/>
                    <a:moveTo>
                      <a:pt x="16513" y="0"/>
                    </a:moveTo>
                    <a:cubicBezTo>
                      <a:pt x="15605" y="0"/>
                      <a:pt x="14690" y="175"/>
                      <a:pt x="13820" y="535"/>
                    </a:cubicBezTo>
                    <a:cubicBezTo>
                      <a:pt x="11167" y="1629"/>
                      <a:pt x="9432" y="4207"/>
                      <a:pt x="9419" y="7074"/>
                    </a:cubicBezTo>
                    <a:lnTo>
                      <a:pt x="1736" y="10583"/>
                    </a:lnTo>
                    <a:cubicBezTo>
                      <a:pt x="529" y="11136"/>
                      <a:pt x="0" y="12544"/>
                      <a:pt x="554" y="13751"/>
                    </a:cubicBezTo>
                    <a:lnTo>
                      <a:pt x="994" y="14720"/>
                    </a:lnTo>
                    <a:cubicBezTo>
                      <a:pt x="1384" y="15562"/>
                      <a:pt x="2226" y="16115"/>
                      <a:pt x="3169" y="16115"/>
                    </a:cubicBezTo>
                    <a:cubicBezTo>
                      <a:pt x="3509" y="16115"/>
                      <a:pt x="3848" y="16040"/>
                      <a:pt x="4163" y="15902"/>
                    </a:cubicBezTo>
                    <a:lnTo>
                      <a:pt x="11821" y="12406"/>
                    </a:lnTo>
                    <a:cubicBezTo>
                      <a:pt x="13116" y="13550"/>
                      <a:pt x="14788" y="14179"/>
                      <a:pt x="16524" y="14192"/>
                    </a:cubicBezTo>
                    <a:cubicBezTo>
                      <a:pt x="19391" y="14179"/>
                      <a:pt x="21969" y="12456"/>
                      <a:pt x="23075" y="9803"/>
                    </a:cubicBezTo>
                    <a:cubicBezTo>
                      <a:pt x="24169" y="7162"/>
                      <a:pt x="23566" y="4107"/>
                      <a:pt x="21541" y="2082"/>
                    </a:cubicBezTo>
                    <a:cubicBezTo>
                      <a:pt x="20183" y="724"/>
                      <a:pt x="18362" y="0"/>
                      <a:pt x="165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42863" dist="9525" dir="5400000" algn="bl" rotWithShape="0">
                  <a:schemeClr val="dk2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1" name="Google Shape;4741;p29"/>
              <p:cNvSpPr/>
              <p:nvPr/>
            </p:nvSpPr>
            <p:spPr>
              <a:xfrm>
                <a:off x="6805625" y="3577075"/>
                <a:ext cx="257100" cy="228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42" name="Google Shape;4742;p29"/>
            <p:cNvGrpSpPr/>
            <p:nvPr/>
          </p:nvGrpSpPr>
          <p:grpSpPr>
            <a:xfrm>
              <a:off x="6598936" y="3290867"/>
              <a:ext cx="885426" cy="1186970"/>
              <a:chOff x="6595451" y="3286988"/>
              <a:chExt cx="885426" cy="1186970"/>
            </a:xfrm>
          </p:grpSpPr>
          <p:sp>
            <p:nvSpPr>
              <p:cNvPr id="4743" name="Google Shape;4743;p29"/>
              <p:cNvSpPr/>
              <p:nvPr/>
            </p:nvSpPr>
            <p:spPr>
              <a:xfrm rot="-6237134">
                <a:off x="6507692" y="3556610"/>
                <a:ext cx="1061262" cy="648351"/>
              </a:xfrm>
              <a:custGeom>
                <a:avLst/>
                <a:gdLst/>
                <a:ahLst/>
                <a:cxnLst/>
                <a:rect l="l" t="t" r="r" b="b"/>
                <a:pathLst>
                  <a:path w="20208" h="12345" extrusionOk="0">
                    <a:moveTo>
                      <a:pt x="14390" y="1103"/>
                    </a:moveTo>
                    <a:cubicBezTo>
                      <a:pt x="15524" y="1103"/>
                      <a:pt x="16666" y="1567"/>
                      <a:pt x="17495" y="2546"/>
                    </a:cubicBezTo>
                    <a:lnTo>
                      <a:pt x="17495" y="2546"/>
                    </a:lnTo>
                    <a:cubicBezTo>
                      <a:pt x="17317" y="2371"/>
                      <a:pt x="17126" y="2207"/>
                      <a:pt x="16913" y="2077"/>
                    </a:cubicBezTo>
                    <a:cubicBezTo>
                      <a:pt x="16737" y="1964"/>
                      <a:pt x="16561" y="1863"/>
                      <a:pt x="16385" y="1788"/>
                    </a:cubicBezTo>
                    <a:cubicBezTo>
                      <a:pt x="16259" y="1738"/>
                      <a:pt x="16146" y="1687"/>
                      <a:pt x="16020" y="1662"/>
                    </a:cubicBezTo>
                    <a:lnTo>
                      <a:pt x="15895" y="1625"/>
                    </a:lnTo>
                    <a:lnTo>
                      <a:pt x="15995" y="1700"/>
                    </a:lnTo>
                    <a:cubicBezTo>
                      <a:pt x="16071" y="1750"/>
                      <a:pt x="16171" y="1826"/>
                      <a:pt x="16297" y="1926"/>
                    </a:cubicBezTo>
                    <a:cubicBezTo>
                      <a:pt x="16624" y="2203"/>
                      <a:pt x="16901" y="2530"/>
                      <a:pt x="17140" y="2895"/>
                    </a:cubicBezTo>
                    <a:cubicBezTo>
                      <a:pt x="17290" y="3121"/>
                      <a:pt x="17416" y="3372"/>
                      <a:pt x="17517" y="3624"/>
                    </a:cubicBezTo>
                    <a:lnTo>
                      <a:pt x="17542" y="3674"/>
                    </a:lnTo>
                    <a:lnTo>
                      <a:pt x="17542" y="3699"/>
                    </a:lnTo>
                    <a:lnTo>
                      <a:pt x="17580" y="3825"/>
                    </a:lnTo>
                    <a:lnTo>
                      <a:pt x="17655" y="4052"/>
                    </a:lnTo>
                    <a:cubicBezTo>
                      <a:pt x="17668" y="4127"/>
                      <a:pt x="17693" y="4202"/>
                      <a:pt x="17705" y="4265"/>
                    </a:cubicBezTo>
                    <a:lnTo>
                      <a:pt x="17731" y="4378"/>
                    </a:lnTo>
                    <a:cubicBezTo>
                      <a:pt x="17731" y="4416"/>
                      <a:pt x="17731" y="4454"/>
                      <a:pt x="17743" y="4492"/>
                    </a:cubicBezTo>
                    <a:cubicBezTo>
                      <a:pt x="17781" y="4806"/>
                      <a:pt x="17793" y="5120"/>
                      <a:pt x="17768" y="5435"/>
                    </a:cubicBezTo>
                    <a:cubicBezTo>
                      <a:pt x="17718" y="5749"/>
                      <a:pt x="17643" y="6076"/>
                      <a:pt x="17542" y="6378"/>
                    </a:cubicBezTo>
                    <a:cubicBezTo>
                      <a:pt x="17416" y="6680"/>
                      <a:pt x="17265" y="6969"/>
                      <a:pt x="17077" y="7233"/>
                    </a:cubicBezTo>
                    <a:cubicBezTo>
                      <a:pt x="16888" y="7497"/>
                      <a:pt x="16674" y="7748"/>
                      <a:pt x="16435" y="7962"/>
                    </a:cubicBezTo>
                    <a:cubicBezTo>
                      <a:pt x="16373" y="8013"/>
                      <a:pt x="16322" y="8063"/>
                      <a:pt x="16259" y="8101"/>
                    </a:cubicBezTo>
                    <a:cubicBezTo>
                      <a:pt x="16196" y="8151"/>
                      <a:pt x="16134" y="8201"/>
                      <a:pt x="16071" y="8239"/>
                    </a:cubicBezTo>
                    <a:lnTo>
                      <a:pt x="16071" y="8251"/>
                    </a:lnTo>
                    <a:cubicBezTo>
                      <a:pt x="15945" y="8327"/>
                      <a:pt x="15819" y="8402"/>
                      <a:pt x="15681" y="8478"/>
                    </a:cubicBezTo>
                    <a:cubicBezTo>
                      <a:pt x="15442" y="8604"/>
                      <a:pt x="15178" y="8704"/>
                      <a:pt x="14914" y="8780"/>
                    </a:cubicBezTo>
                    <a:cubicBezTo>
                      <a:pt x="14552" y="8881"/>
                      <a:pt x="14169" y="8932"/>
                      <a:pt x="13785" y="8932"/>
                    </a:cubicBezTo>
                    <a:cubicBezTo>
                      <a:pt x="13742" y="8932"/>
                      <a:pt x="13699" y="8932"/>
                      <a:pt x="13656" y="8931"/>
                    </a:cubicBezTo>
                    <a:cubicBezTo>
                      <a:pt x="13493" y="8931"/>
                      <a:pt x="13367" y="8918"/>
                      <a:pt x="13279" y="8905"/>
                    </a:cubicBezTo>
                    <a:lnTo>
                      <a:pt x="13141" y="8893"/>
                    </a:lnTo>
                    <a:lnTo>
                      <a:pt x="13141" y="8893"/>
                    </a:lnTo>
                    <a:lnTo>
                      <a:pt x="13267" y="8956"/>
                    </a:lnTo>
                    <a:cubicBezTo>
                      <a:pt x="13380" y="9006"/>
                      <a:pt x="13493" y="9056"/>
                      <a:pt x="13619" y="9094"/>
                    </a:cubicBezTo>
                    <a:cubicBezTo>
                      <a:pt x="13807" y="9157"/>
                      <a:pt x="14008" y="9207"/>
                      <a:pt x="14210" y="9232"/>
                    </a:cubicBezTo>
                    <a:cubicBezTo>
                      <a:pt x="14380" y="9257"/>
                      <a:pt x="14551" y="9271"/>
                      <a:pt x="14721" y="9271"/>
                    </a:cubicBezTo>
                    <a:cubicBezTo>
                      <a:pt x="14815" y="9271"/>
                      <a:pt x="14908" y="9266"/>
                      <a:pt x="15002" y="9257"/>
                    </a:cubicBezTo>
                    <a:lnTo>
                      <a:pt x="15027" y="9257"/>
                    </a:lnTo>
                    <a:cubicBezTo>
                      <a:pt x="14798" y="9294"/>
                      <a:pt x="14572" y="9312"/>
                      <a:pt x="14351" y="9312"/>
                    </a:cubicBezTo>
                    <a:cubicBezTo>
                      <a:pt x="11562" y="9312"/>
                      <a:pt x="9501" y="6488"/>
                      <a:pt x="10538" y="3750"/>
                    </a:cubicBezTo>
                    <a:cubicBezTo>
                      <a:pt x="11195" y="2034"/>
                      <a:pt x="12784" y="1103"/>
                      <a:pt x="14390" y="1103"/>
                    </a:cubicBezTo>
                    <a:close/>
                    <a:moveTo>
                      <a:pt x="14373" y="1"/>
                    </a:moveTo>
                    <a:cubicBezTo>
                      <a:pt x="13856" y="1"/>
                      <a:pt x="13331" y="79"/>
                      <a:pt x="12814" y="241"/>
                    </a:cubicBezTo>
                    <a:cubicBezTo>
                      <a:pt x="10286" y="1034"/>
                      <a:pt x="8752" y="3586"/>
                      <a:pt x="9255" y="6189"/>
                    </a:cubicBezTo>
                    <a:cubicBezTo>
                      <a:pt x="9214" y="6166"/>
                      <a:pt x="9192" y="6156"/>
                      <a:pt x="9172" y="6156"/>
                    </a:cubicBezTo>
                    <a:cubicBezTo>
                      <a:pt x="9148" y="6156"/>
                      <a:pt x="9126" y="6169"/>
                      <a:pt x="9079" y="6189"/>
                    </a:cubicBezTo>
                    <a:lnTo>
                      <a:pt x="8979" y="6240"/>
                    </a:lnTo>
                    <a:cubicBezTo>
                      <a:pt x="8853" y="6302"/>
                      <a:pt x="8777" y="6428"/>
                      <a:pt x="8790" y="6566"/>
                    </a:cubicBezTo>
                    <a:lnTo>
                      <a:pt x="377" y="10402"/>
                    </a:lnTo>
                    <a:cubicBezTo>
                      <a:pt x="113" y="10528"/>
                      <a:pt x="0" y="10829"/>
                      <a:pt x="126" y="11081"/>
                    </a:cubicBezTo>
                    <a:lnTo>
                      <a:pt x="566" y="12049"/>
                    </a:lnTo>
                    <a:cubicBezTo>
                      <a:pt x="649" y="12234"/>
                      <a:pt x="835" y="12344"/>
                      <a:pt x="1028" y="12344"/>
                    </a:cubicBezTo>
                    <a:cubicBezTo>
                      <a:pt x="1096" y="12344"/>
                      <a:pt x="1166" y="12330"/>
                      <a:pt x="1232" y="12301"/>
                    </a:cubicBezTo>
                    <a:lnTo>
                      <a:pt x="9658" y="8453"/>
                    </a:lnTo>
                    <a:cubicBezTo>
                      <a:pt x="9720" y="8507"/>
                      <a:pt x="9793" y="8538"/>
                      <a:pt x="9869" y="8538"/>
                    </a:cubicBezTo>
                    <a:cubicBezTo>
                      <a:pt x="9915" y="8538"/>
                      <a:pt x="9962" y="8527"/>
                      <a:pt x="10010" y="8503"/>
                    </a:cubicBezTo>
                    <a:lnTo>
                      <a:pt x="10110" y="8465"/>
                    </a:lnTo>
                    <a:cubicBezTo>
                      <a:pt x="10198" y="8428"/>
                      <a:pt x="10198" y="8440"/>
                      <a:pt x="10223" y="8365"/>
                    </a:cubicBezTo>
                    <a:cubicBezTo>
                      <a:pt x="11240" y="9701"/>
                      <a:pt x="12796" y="10422"/>
                      <a:pt x="14381" y="10422"/>
                    </a:cubicBezTo>
                    <a:cubicBezTo>
                      <a:pt x="15285" y="10422"/>
                      <a:pt x="16199" y="10187"/>
                      <a:pt x="17026" y="9698"/>
                    </a:cubicBezTo>
                    <a:cubicBezTo>
                      <a:pt x="19302" y="8339"/>
                      <a:pt x="20208" y="5510"/>
                      <a:pt x="19126" y="3083"/>
                    </a:cubicBezTo>
                    <a:cubicBezTo>
                      <a:pt x="18267" y="1165"/>
                      <a:pt x="16376" y="1"/>
                      <a:pt x="143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4" name="Google Shape;4744;p29"/>
              <p:cNvSpPr/>
              <p:nvPr/>
            </p:nvSpPr>
            <p:spPr>
              <a:xfrm rot="-6237134">
                <a:off x="6860786" y="3687644"/>
                <a:ext cx="146627" cy="286335"/>
              </a:xfrm>
              <a:custGeom>
                <a:avLst/>
                <a:gdLst/>
                <a:ahLst/>
                <a:cxnLst/>
                <a:rect l="l" t="t" r="r" b="b"/>
                <a:pathLst>
                  <a:path w="2792" h="5452" extrusionOk="0">
                    <a:moveTo>
                      <a:pt x="2792" y="0"/>
                    </a:moveTo>
                    <a:lnTo>
                      <a:pt x="2792" y="0"/>
                    </a:lnTo>
                    <a:cubicBezTo>
                      <a:pt x="855" y="881"/>
                      <a:pt x="0" y="3169"/>
                      <a:pt x="881" y="5106"/>
                    </a:cubicBezTo>
                    <a:cubicBezTo>
                      <a:pt x="974" y="5305"/>
                      <a:pt x="1163" y="5452"/>
                      <a:pt x="1291" y="5452"/>
                    </a:cubicBezTo>
                    <a:cubicBezTo>
                      <a:pt x="1423" y="5452"/>
                      <a:pt x="1492" y="5299"/>
                      <a:pt x="1333" y="4892"/>
                    </a:cubicBezTo>
                    <a:cubicBezTo>
                      <a:pt x="1019" y="4100"/>
                      <a:pt x="717" y="3270"/>
                      <a:pt x="1170" y="2012"/>
                    </a:cubicBezTo>
                    <a:cubicBezTo>
                      <a:pt x="1497" y="1182"/>
                      <a:pt x="2063" y="491"/>
                      <a:pt x="27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5" name="Google Shape;4745;p29"/>
              <p:cNvSpPr/>
              <p:nvPr/>
            </p:nvSpPr>
            <p:spPr>
              <a:xfrm rot="-6237134">
                <a:off x="7086573" y="3850634"/>
                <a:ext cx="46267" cy="101730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937" extrusionOk="0">
                    <a:moveTo>
                      <a:pt x="0" y="0"/>
                    </a:moveTo>
                    <a:cubicBezTo>
                      <a:pt x="0" y="0"/>
                      <a:pt x="0" y="38"/>
                      <a:pt x="26" y="88"/>
                    </a:cubicBezTo>
                    <a:cubicBezTo>
                      <a:pt x="38" y="138"/>
                      <a:pt x="63" y="226"/>
                      <a:pt x="101" y="315"/>
                    </a:cubicBezTo>
                    <a:cubicBezTo>
                      <a:pt x="164" y="503"/>
                      <a:pt x="264" y="755"/>
                      <a:pt x="378" y="994"/>
                    </a:cubicBezTo>
                    <a:cubicBezTo>
                      <a:pt x="491" y="1232"/>
                      <a:pt x="617" y="1471"/>
                      <a:pt x="705" y="1647"/>
                    </a:cubicBezTo>
                    <a:cubicBezTo>
                      <a:pt x="755" y="1735"/>
                      <a:pt x="805" y="1811"/>
                      <a:pt x="830" y="1861"/>
                    </a:cubicBezTo>
                    <a:cubicBezTo>
                      <a:pt x="855" y="1911"/>
                      <a:pt x="881" y="1937"/>
                      <a:pt x="881" y="1937"/>
                    </a:cubicBezTo>
                    <a:cubicBezTo>
                      <a:pt x="881" y="1937"/>
                      <a:pt x="868" y="1911"/>
                      <a:pt x="855" y="1849"/>
                    </a:cubicBezTo>
                    <a:cubicBezTo>
                      <a:pt x="830" y="1798"/>
                      <a:pt x="805" y="1723"/>
                      <a:pt x="767" y="1622"/>
                    </a:cubicBezTo>
                    <a:cubicBezTo>
                      <a:pt x="705" y="1434"/>
                      <a:pt x="604" y="1182"/>
                      <a:pt x="491" y="943"/>
                    </a:cubicBezTo>
                    <a:cubicBezTo>
                      <a:pt x="378" y="704"/>
                      <a:pt x="264" y="465"/>
                      <a:pt x="164" y="289"/>
                    </a:cubicBezTo>
                    <a:cubicBezTo>
                      <a:pt x="114" y="201"/>
                      <a:pt x="76" y="138"/>
                      <a:pt x="38" y="76"/>
                    </a:cubicBezTo>
                    <a:cubicBezTo>
                      <a:pt x="13" y="2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0D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6" name="Google Shape;4746;p29"/>
              <p:cNvSpPr/>
              <p:nvPr/>
            </p:nvSpPr>
            <p:spPr>
              <a:xfrm rot="-6237134">
                <a:off x="7076025" y="3836907"/>
                <a:ext cx="49576" cy="107034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038" extrusionOk="0">
                    <a:moveTo>
                      <a:pt x="0" y="1"/>
                    </a:moveTo>
                    <a:cubicBezTo>
                      <a:pt x="0" y="1"/>
                      <a:pt x="13" y="38"/>
                      <a:pt x="38" y="89"/>
                    </a:cubicBezTo>
                    <a:cubicBezTo>
                      <a:pt x="50" y="152"/>
                      <a:pt x="88" y="240"/>
                      <a:pt x="126" y="340"/>
                    </a:cubicBezTo>
                    <a:cubicBezTo>
                      <a:pt x="189" y="529"/>
                      <a:pt x="302" y="793"/>
                      <a:pt x="415" y="1044"/>
                    </a:cubicBezTo>
                    <a:cubicBezTo>
                      <a:pt x="528" y="1296"/>
                      <a:pt x="654" y="1547"/>
                      <a:pt x="767" y="1736"/>
                    </a:cubicBezTo>
                    <a:cubicBezTo>
                      <a:pt x="818" y="1824"/>
                      <a:pt x="855" y="1899"/>
                      <a:pt x="893" y="1962"/>
                    </a:cubicBezTo>
                    <a:cubicBezTo>
                      <a:pt x="918" y="2013"/>
                      <a:pt x="943" y="2038"/>
                      <a:pt x="943" y="2038"/>
                    </a:cubicBezTo>
                    <a:cubicBezTo>
                      <a:pt x="943" y="2038"/>
                      <a:pt x="931" y="2013"/>
                      <a:pt x="906" y="1950"/>
                    </a:cubicBezTo>
                    <a:cubicBezTo>
                      <a:pt x="893" y="1887"/>
                      <a:pt x="868" y="1811"/>
                      <a:pt x="830" y="1711"/>
                    </a:cubicBezTo>
                    <a:cubicBezTo>
                      <a:pt x="755" y="1510"/>
                      <a:pt x="641" y="1246"/>
                      <a:pt x="528" y="994"/>
                    </a:cubicBezTo>
                    <a:cubicBezTo>
                      <a:pt x="415" y="743"/>
                      <a:pt x="289" y="491"/>
                      <a:pt x="189" y="302"/>
                    </a:cubicBezTo>
                    <a:cubicBezTo>
                      <a:pt x="126" y="214"/>
                      <a:pt x="88" y="139"/>
                      <a:pt x="50" y="89"/>
                    </a:cubicBezTo>
                    <a:cubicBezTo>
                      <a:pt x="25" y="26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0D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7" name="Google Shape;4747;p29"/>
              <p:cNvSpPr/>
              <p:nvPr/>
            </p:nvSpPr>
            <p:spPr>
              <a:xfrm rot="-6237134">
                <a:off x="7127467" y="4003408"/>
                <a:ext cx="357955" cy="163860"/>
              </a:xfrm>
              <a:custGeom>
                <a:avLst/>
                <a:gdLst/>
                <a:ahLst/>
                <a:cxnLst/>
                <a:rect l="l" t="t" r="r" b="b"/>
                <a:pathLst>
                  <a:path w="6816" h="3120" extrusionOk="0">
                    <a:moveTo>
                      <a:pt x="6816" y="1"/>
                    </a:moveTo>
                    <a:cubicBezTo>
                      <a:pt x="6816" y="1"/>
                      <a:pt x="6375" y="164"/>
                      <a:pt x="5722" y="428"/>
                    </a:cubicBezTo>
                    <a:cubicBezTo>
                      <a:pt x="5395" y="567"/>
                      <a:pt x="5017" y="717"/>
                      <a:pt x="4615" y="906"/>
                    </a:cubicBezTo>
                    <a:cubicBezTo>
                      <a:pt x="4414" y="994"/>
                      <a:pt x="4213" y="1082"/>
                      <a:pt x="3999" y="1170"/>
                    </a:cubicBezTo>
                    <a:lnTo>
                      <a:pt x="3358" y="1459"/>
                    </a:lnTo>
                    <a:lnTo>
                      <a:pt x="2729" y="1749"/>
                    </a:lnTo>
                    <a:cubicBezTo>
                      <a:pt x="2515" y="1849"/>
                      <a:pt x="2314" y="1950"/>
                      <a:pt x="2113" y="2038"/>
                    </a:cubicBezTo>
                    <a:cubicBezTo>
                      <a:pt x="1723" y="2239"/>
                      <a:pt x="1358" y="2415"/>
                      <a:pt x="1044" y="2579"/>
                    </a:cubicBezTo>
                    <a:cubicBezTo>
                      <a:pt x="415" y="2893"/>
                      <a:pt x="0" y="3119"/>
                      <a:pt x="0" y="3119"/>
                    </a:cubicBezTo>
                    <a:cubicBezTo>
                      <a:pt x="0" y="3119"/>
                      <a:pt x="453" y="2968"/>
                      <a:pt x="1107" y="2704"/>
                    </a:cubicBezTo>
                    <a:cubicBezTo>
                      <a:pt x="1434" y="2566"/>
                      <a:pt x="1811" y="2415"/>
                      <a:pt x="2201" y="2226"/>
                    </a:cubicBezTo>
                    <a:cubicBezTo>
                      <a:pt x="2402" y="2138"/>
                      <a:pt x="2616" y="2050"/>
                      <a:pt x="2829" y="1962"/>
                    </a:cubicBezTo>
                    <a:lnTo>
                      <a:pt x="3471" y="1673"/>
                    </a:lnTo>
                    <a:lnTo>
                      <a:pt x="4100" y="1384"/>
                    </a:lnTo>
                    <a:cubicBezTo>
                      <a:pt x="4301" y="1283"/>
                      <a:pt x="4502" y="1183"/>
                      <a:pt x="4703" y="1095"/>
                    </a:cubicBezTo>
                    <a:cubicBezTo>
                      <a:pt x="5106" y="894"/>
                      <a:pt x="5470" y="717"/>
                      <a:pt x="5785" y="554"/>
                    </a:cubicBezTo>
                    <a:cubicBezTo>
                      <a:pt x="6413" y="240"/>
                      <a:pt x="6816" y="1"/>
                      <a:pt x="6816" y="1"/>
                    </a:cubicBezTo>
                    <a:close/>
                  </a:path>
                </a:pathLst>
              </a:custGeom>
              <a:solidFill>
                <a:srgbClr val="F0D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8" name="Google Shape;4748;p29"/>
              <p:cNvSpPr/>
              <p:nvPr/>
            </p:nvSpPr>
            <p:spPr>
              <a:xfrm rot="-6237134">
                <a:off x="7036206" y="3995555"/>
                <a:ext cx="453746" cy="257607"/>
              </a:xfrm>
              <a:custGeom>
                <a:avLst/>
                <a:gdLst/>
                <a:ahLst/>
                <a:cxnLst/>
                <a:rect l="l" t="t" r="r" b="b"/>
                <a:pathLst>
                  <a:path w="8640" h="4905" extrusionOk="0">
                    <a:moveTo>
                      <a:pt x="8614" y="0"/>
                    </a:moveTo>
                    <a:lnTo>
                      <a:pt x="315" y="3785"/>
                    </a:lnTo>
                    <a:cubicBezTo>
                      <a:pt x="63" y="3886"/>
                      <a:pt x="1" y="4062"/>
                      <a:pt x="101" y="4275"/>
                    </a:cubicBezTo>
                    <a:lnTo>
                      <a:pt x="328" y="4766"/>
                    </a:lnTo>
                    <a:cubicBezTo>
                      <a:pt x="328" y="4766"/>
                      <a:pt x="290" y="4590"/>
                      <a:pt x="491" y="4313"/>
                    </a:cubicBezTo>
                    <a:lnTo>
                      <a:pt x="340" y="3835"/>
                    </a:lnTo>
                    <a:lnTo>
                      <a:pt x="969" y="4904"/>
                    </a:lnTo>
                    <a:lnTo>
                      <a:pt x="969" y="4904"/>
                    </a:lnTo>
                    <a:lnTo>
                      <a:pt x="705" y="4074"/>
                    </a:lnTo>
                    <a:cubicBezTo>
                      <a:pt x="981" y="3835"/>
                      <a:pt x="1283" y="3634"/>
                      <a:pt x="1610" y="3483"/>
                    </a:cubicBezTo>
                    <a:cubicBezTo>
                      <a:pt x="2641" y="2955"/>
                      <a:pt x="6087" y="1258"/>
                      <a:pt x="7860" y="377"/>
                    </a:cubicBezTo>
                    <a:lnTo>
                      <a:pt x="8640" y="1874"/>
                    </a:lnTo>
                    <a:lnTo>
                      <a:pt x="8011" y="302"/>
                    </a:lnTo>
                    <a:cubicBezTo>
                      <a:pt x="8262" y="176"/>
                      <a:pt x="8463" y="76"/>
                      <a:pt x="8614" y="0"/>
                    </a:cubicBezTo>
                    <a:close/>
                  </a:path>
                </a:pathLst>
              </a:custGeom>
              <a:solidFill>
                <a:srgbClr val="F0DCC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9" name="Google Shape;4749;p29"/>
              <p:cNvSpPr/>
              <p:nvPr/>
            </p:nvSpPr>
            <p:spPr>
              <a:xfrm rot="-6237134">
                <a:off x="6656968" y="3433813"/>
                <a:ext cx="521125" cy="488535"/>
              </a:xfrm>
              <a:custGeom>
                <a:avLst/>
                <a:gdLst/>
                <a:ahLst/>
                <a:cxnLst/>
                <a:rect l="l" t="t" r="r" b="b"/>
                <a:pathLst>
                  <a:path w="9923" h="9302" extrusionOk="0">
                    <a:moveTo>
                      <a:pt x="4972" y="0"/>
                    </a:moveTo>
                    <a:cubicBezTo>
                      <a:pt x="4820" y="0"/>
                      <a:pt x="4668" y="7"/>
                      <a:pt x="4515" y="21"/>
                    </a:cubicBezTo>
                    <a:cubicBezTo>
                      <a:pt x="4427" y="21"/>
                      <a:pt x="4339" y="21"/>
                      <a:pt x="4251" y="46"/>
                    </a:cubicBezTo>
                    <a:lnTo>
                      <a:pt x="3987" y="97"/>
                    </a:lnTo>
                    <a:cubicBezTo>
                      <a:pt x="3811" y="122"/>
                      <a:pt x="3635" y="172"/>
                      <a:pt x="3471" y="223"/>
                    </a:cubicBezTo>
                    <a:lnTo>
                      <a:pt x="3333" y="260"/>
                    </a:lnTo>
                    <a:lnTo>
                      <a:pt x="3220" y="311"/>
                    </a:lnTo>
                    <a:lnTo>
                      <a:pt x="2981" y="411"/>
                    </a:lnTo>
                    <a:cubicBezTo>
                      <a:pt x="2931" y="424"/>
                      <a:pt x="2906" y="436"/>
                      <a:pt x="2855" y="461"/>
                    </a:cubicBezTo>
                    <a:lnTo>
                      <a:pt x="2742" y="512"/>
                    </a:lnTo>
                    <a:lnTo>
                      <a:pt x="2503" y="638"/>
                    </a:lnTo>
                    <a:cubicBezTo>
                      <a:pt x="1925" y="952"/>
                      <a:pt x="1422" y="1392"/>
                      <a:pt x="1019" y="1920"/>
                    </a:cubicBezTo>
                    <a:cubicBezTo>
                      <a:pt x="667" y="2398"/>
                      <a:pt x="391" y="2926"/>
                      <a:pt x="215" y="3492"/>
                    </a:cubicBezTo>
                    <a:cubicBezTo>
                      <a:pt x="64" y="3957"/>
                      <a:pt x="1" y="4448"/>
                      <a:pt x="13" y="4951"/>
                    </a:cubicBezTo>
                    <a:lnTo>
                      <a:pt x="13" y="5102"/>
                    </a:lnTo>
                    <a:cubicBezTo>
                      <a:pt x="13" y="5164"/>
                      <a:pt x="13" y="5215"/>
                      <a:pt x="26" y="5265"/>
                    </a:cubicBezTo>
                    <a:lnTo>
                      <a:pt x="51" y="5554"/>
                    </a:lnTo>
                    <a:cubicBezTo>
                      <a:pt x="76" y="5743"/>
                      <a:pt x="127" y="5919"/>
                      <a:pt x="152" y="6070"/>
                    </a:cubicBezTo>
                    <a:lnTo>
                      <a:pt x="277" y="6472"/>
                    </a:lnTo>
                    <a:cubicBezTo>
                      <a:pt x="303" y="6598"/>
                      <a:pt x="353" y="6686"/>
                      <a:pt x="391" y="6761"/>
                    </a:cubicBezTo>
                    <a:lnTo>
                      <a:pt x="491" y="7000"/>
                    </a:lnTo>
                    <a:lnTo>
                      <a:pt x="403" y="6761"/>
                    </a:lnTo>
                    <a:cubicBezTo>
                      <a:pt x="378" y="6673"/>
                      <a:pt x="328" y="6585"/>
                      <a:pt x="303" y="6460"/>
                    </a:cubicBezTo>
                    <a:lnTo>
                      <a:pt x="189" y="6057"/>
                    </a:lnTo>
                    <a:cubicBezTo>
                      <a:pt x="164" y="5906"/>
                      <a:pt x="139" y="5743"/>
                      <a:pt x="114" y="5554"/>
                    </a:cubicBezTo>
                    <a:lnTo>
                      <a:pt x="101" y="5265"/>
                    </a:lnTo>
                    <a:cubicBezTo>
                      <a:pt x="101" y="5215"/>
                      <a:pt x="101" y="5152"/>
                      <a:pt x="89" y="5102"/>
                    </a:cubicBezTo>
                    <a:lnTo>
                      <a:pt x="89" y="4951"/>
                    </a:lnTo>
                    <a:cubicBezTo>
                      <a:pt x="114" y="3882"/>
                      <a:pt x="491" y="2863"/>
                      <a:pt x="1158" y="2033"/>
                    </a:cubicBezTo>
                    <a:cubicBezTo>
                      <a:pt x="1548" y="1530"/>
                      <a:pt x="2038" y="1128"/>
                      <a:pt x="2604" y="826"/>
                    </a:cubicBezTo>
                    <a:lnTo>
                      <a:pt x="2818" y="713"/>
                    </a:lnTo>
                    <a:lnTo>
                      <a:pt x="2931" y="650"/>
                    </a:lnTo>
                    <a:lnTo>
                      <a:pt x="3044" y="600"/>
                    </a:lnTo>
                    <a:lnTo>
                      <a:pt x="3283" y="512"/>
                    </a:lnTo>
                    <a:lnTo>
                      <a:pt x="3396" y="461"/>
                    </a:lnTo>
                    <a:lnTo>
                      <a:pt x="3522" y="436"/>
                    </a:lnTo>
                    <a:cubicBezTo>
                      <a:pt x="3685" y="386"/>
                      <a:pt x="3849" y="336"/>
                      <a:pt x="4012" y="311"/>
                    </a:cubicBezTo>
                    <a:lnTo>
                      <a:pt x="4264" y="273"/>
                    </a:lnTo>
                    <a:cubicBezTo>
                      <a:pt x="4352" y="248"/>
                      <a:pt x="4440" y="248"/>
                      <a:pt x="4515" y="248"/>
                    </a:cubicBezTo>
                    <a:cubicBezTo>
                      <a:pt x="4643" y="237"/>
                      <a:pt x="4771" y="232"/>
                      <a:pt x="4899" y="232"/>
                    </a:cubicBezTo>
                    <a:cubicBezTo>
                      <a:pt x="6174" y="232"/>
                      <a:pt x="7410" y="742"/>
                      <a:pt x="8313" y="1656"/>
                    </a:cubicBezTo>
                    <a:cubicBezTo>
                      <a:pt x="8778" y="2146"/>
                      <a:pt x="9155" y="2725"/>
                      <a:pt x="9382" y="3354"/>
                    </a:cubicBezTo>
                    <a:cubicBezTo>
                      <a:pt x="9608" y="3957"/>
                      <a:pt x="9721" y="4586"/>
                      <a:pt x="9696" y="5227"/>
                    </a:cubicBezTo>
                    <a:cubicBezTo>
                      <a:pt x="9658" y="6284"/>
                      <a:pt x="9268" y="7302"/>
                      <a:pt x="8589" y="8119"/>
                    </a:cubicBezTo>
                    <a:lnTo>
                      <a:pt x="8489" y="8245"/>
                    </a:lnTo>
                    <a:cubicBezTo>
                      <a:pt x="8451" y="8283"/>
                      <a:pt x="8413" y="8321"/>
                      <a:pt x="8388" y="8358"/>
                    </a:cubicBezTo>
                    <a:lnTo>
                      <a:pt x="8174" y="8572"/>
                    </a:lnTo>
                    <a:cubicBezTo>
                      <a:pt x="8036" y="8698"/>
                      <a:pt x="7910" y="8799"/>
                      <a:pt x="7785" y="8899"/>
                    </a:cubicBezTo>
                    <a:lnTo>
                      <a:pt x="7445" y="9138"/>
                    </a:lnTo>
                    <a:cubicBezTo>
                      <a:pt x="7344" y="9214"/>
                      <a:pt x="7244" y="9251"/>
                      <a:pt x="7181" y="9302"/>
                    </a:cubicBezTo>
                    <a:cubicBezTo>
                      <a:pt x="7256" y="9264"/>
                      <a:pt x="7357" y="9226"/>
                      <a:pt x="7458" y="9163"/>
                    </a:cubicBezTo>
                    <a:lnTo>
                      <a:pt x="7810" y="8937"/>
                    </a:lnTo>
                    <a:cubicBezTo>
                      <a:pt x="7936" y="8849"/>
                      <a:pt x="8074" y="8736"/>
                      <a:pt x="8225" y="8622"/>
                    </a:cubicBezTo>
                    <a:lnTo>
                      <a:pt x="8438" y="8409"/>
                    </a:lnTo>
                    <a:cubicBezTo>
                      <a:pt x="8476" y="8384"/>
                      <a:pt x="8514" y="8346"/>
                      <a:pt x="8552" y="8308"/>
                    </a:cubicBezTo>
                    <a:lnTo>
                      <a:pt x="8652" y="8182"/>
                    </a:lnTo>
                    <a:cubicBezTo>
                      <a:pt x="8992" y="7818"/>
                      <a:pt x="9256" y="7390"/>
                      <a:pt x="9457" y="6937"/>
                    </a:cubicBezTo>
                    <a:cubicBezTo>
                      <a:pt x="9696" y="6397"/>
                      <a:pt x="9847" y="5818"/>
                      <a:pt x="9885" y="5227"/>
                    </a:cubicBezTo>
                    <a:cubicBezTo>
                      <a:pt x="9922" y="4561"/>
                      <a:pt x="9822" y="3907"/>
                      <a:pt x="9595" y="3278"/>
                    </a:cubicBezTo>
                    <a:cubicBezTo>
                      <a:pt x="9356" y="2612"/>
                      <a:pt x="8979" y="2008"/>
                      <a:pt x="8489" y="1505"/>
                    </a:cubicBezTo>
                    <a:cubicBezTo>
                      <a:pt x="7564" y="535"/>
                      <a:pt x="6295" y="0"/>
                      <a:pt x="49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0" name="Google Shape;4750;p29"/>
              <p:cNvSpPr/>
              <p:nvPr/>
            </p:nvSpPr>
            <p:spPr>
              <a:xfrm rot="-6237134">
                <a:off x="6507192" y="3556219"/>
                <a:ext cx="1061944" cy="648509"/>
              </a:xfrm>
              <a:custGeom>
                <a:avLst/>
                <a:gdLst/>
                <a:ahLst/>
                <a:cxnLst/>
                <a:rect l="l" t="t" r="r" b="b"/>
                <a:pathLst>
                  <a:path w="20221" h="12348" extrusionOk="0">
                    <a:moveTo>
                      <a:pt x="9180" y="6268"/>
                    </a:moveTo>
                    <a:cubicBezTo>
                      <a:pt x="9180" y="6268"/>
                      <a:pt x="9192" y="6305"/>
                      <a:pt x="9230" y="6356"/>
                    </a:cubicBezTo>
                    <a:cubicBezTo>
                      <a:pt x="9255" y="6406"/>
                      <a:pt x="9305" y="6481"/>
                      <a:pt x="9356" y="6582"/>
                    </a:cubicBezTo>
                    <a:cubicBezTo>
                      <a:pt x="9456" y="6758"/>
                      <a:pt x="9582" y="7010"/>
                      <a:pt x="9695" y="7261"/>
                    </a:cubicBezTo>
                    <a:cubicBezTo>
                      <a:pt x="9808" y="7525"/>
                      <a:pt x="9922" y="7777"/>
                      <a:pt x="9997" y="7978"/>
                    </a:cubicBezTo>
                    <a:cubicBezTo>
                      <a:pt x="10035" y="8078"/>
                      <a:pt x="10060" y="8154"/>
                      <a:pt x="10073" y="8217"/>
                    </a:cubicBezTo>
                    <a:cubicBezTo>
                      <a:pt x="10098" y="8280"/>
                      <a:pt x="10110" y="8317"/>
                      <a:pt x="10110" y="8317"/>
                    </a:cubicBezTo>
                    <a:cubicBezTo>
                      <a:pt x="10110" y="8317"/>
                      <a:pt x="10085" y="8280"/>
                      <a:pt x="10060" y="8229"/>
                    </a:cubicBezTo>
                    <a:cubicBezTo>
                      <a:pt x="10022" y="8179"/>
                      <a:pt x="9985" y="8104"/>
                      <a:pt x="9934" y="8003"/>
                    </a:cubicBezTo>
                    <a:cubicBezTo>
                      <a:pt x="9834" y="7827"/>
                      <a:pt x="9708" y="7575"/>
                      <a:pt x="9582" y="7311"/>
                    </a:cubicBezTo>
                    <a:cubicBezTo>
                      <a:pt x="9469" y="7060"/>
                      <a:pt x="9368" y="6808"/>
                      <a:pt x="9293" y="6607"/>
                    </a:cubicBezTo>
                    <a:cubicBezTo>
                      <a:pt x="9255" y="6507"/>
                      <a:pt x="9230" y="6419"/>
                      <a:pt x="9205" y="6368"/>
                    </a:cubicBezTo>
                    <a:cubicBezTo>
                      <a:pt x="9180" y="6305"/>
                      <a:pt x="9180" y="6268"/>
                      <a:pt x="9180" y="6268"/>
                    </a:cubicBezTo>
                    <a:close/>
                    <a:moveTo>
                      <a:pt x="8953" y="6431"/>
                    </a:moveTo>
                    <a:cubicBezTo>
                      <a:pt x="8953" y="6431"/>
                      <a:pt x="8966" y="6469"/>
                      <a:pt x="9004" y="6519"/>
                    </a:cubicBezTo>
                    <a:cubicBezTo>
                      <a:pt x="9029" y="6569"/>
                      <a:pt x="9079" y="6632"/>
                      <a:pt x="9117" y="6720"/>
                    </a:cubicBezTo>
                    <a:cubicBezTo>
                      <a:pt x="9217" y="6896"/>
                      <a:pt x="9343" y="7135"/>
                      <a:pt x="9444" y="7374"/>
                    </a:cubicBezTo>
                    <a:cubicBezTo>
                      <a:pt x="9557" y="7626"/>
                      <a:pt x="9658" y="7865"/>
                      <a:pt x="9733" y="8053"/>
                    </a:cubicBezTo>
                    <a:cubicBezTo>
                      <a:pt x="9758" y="8154"/>
                      <a:pt x="9783" y="8229"/>
                      <a:pt x="9808" y="8292"/>
                    </a:cubicBezTo>
                    <a:cubicBezTo>
                      <a:pt x="9821" y="8342"/>
                      <a:pt x="9834" y="8380"/>
                      <a:pt x="9834" y="8380"/>
                    </a:cubicBezTo>
                    <a:cubicBezTo>
                      <a:pt x="9834" y="8380"/>
                      <a:pt x="9808" y="8342"/>
                      <a:pt x="9783" y="8292"/>
                    </a:cubicBezTo>
                    <a:cubicBezTo>
                      <a:pt x="9758" y="8242"/>
                      <a:pt x="9708" y="8179"/>
                      <a:pt x="9670" y="8091"/>
                    </a:cubicBezTo>
                    <a:cubicBezTo>
                      <a:pt x="9570" y="7915"/>
                      <a:pt x="9444" y="7676"/>
                      <a:pt x="9331" y="7425"/>
                    </a:cubicBezTo>
                    <a:cubicBezTo>
                      <a:pt x="9230" y="7186"/>
                      <a:pt x="9129" y="6947"/>
                      <a:pt x="9054" y="6758"/>
                    </a:cubicBezTo>
                    <a:cubicBezTo>
                      <a:pt x="9016" y="6657"/>
                      <a:pt x="8991" y="6582"/>
                      <a:pt x="8979" y="6519"/>
                    </a:cubicBezTo>
                    <a:cubicBezTo>
                      <a:pt x="8953" y="6469"/>
                      <a:pt x="8953" y="6431"/>
                      <a:pt x="8953" y="6431"/>
                    </a:cubicBezTo>
                    <a:close/>
                    <a:moveTo>
                      <a:pt x="14375" y="1114"/>
                    </a:moveTo>
                    <a:cubicBezTo>
                      <a:pt x="15571" y="1114"/>
                      <a:pt x="16747" y="1635"/>
                      <a:pt x="17555" y="2621"/>
                    </a:cubicBezTo>
                    <a:lnTo>
                      <a:pt x="17517" y="2583"/>
                    </a:lnTo>
                    <a:cubicBezTo>
                      <a:pt x="17341" y="2395"/>
                      <a:pt x="17127" y="2219"/>
                      <a:pt x="16913" y="2080"/>
                    </a:cubicBezTo>
                    <a:cubicBezTo>
                      <a:pt x="16737" y="1967"/>
                      <a:pt x="16561" y="1866"/>
                      <a:pt x="16373" y="1791"/>
                    </a:cubicBezTo>
                    <a:cubicBezTo>
                      <a:pt x="16259" y="1741"/>
                      <a:pt x="16134" y="1703"/>
                      <a:pt x="16020" y="1665"/>
                    </a:cubicBezTo>
                    <a:lnTo>
                      <a:pt x="15882" y="1628"/>
                    </a:lnTo>
                    <a:lnTo>
                      <a:pt x="15995" y="1703"/>
                    </a:lnTo>
                    <a:cubicBezTo>
                      <a:pt x="16071" y="1753"/>
                      <a:pt x="16159" y="1841"/>
                      <a:pt x="16284" y="1942"/>
                    </a:cubicBezTo>
                    <a:cubicBezTo>
                      <a:pt x="16611" y="2219"/>
                      <a:pt x="16901" y="2533"/>
                      <a:pt x="17140" y="2898"/>
                    </a:cubicBezTo>
                    <a:cubicBezTo>
                      <a:pt x="17290" y="3124"/>
                      <a:pt x="17416" y="3375"/>
                      <a:pt x="17517" y="3627"/>
                    </a:cubicBezTo>
                    <a:lnTo>
                      <a:pt x="17529" y="3677"/>
                    </a:lnTo>
                    <a:lnTo>
                      <a:pt x="17542" y="3715"/>
                    </a:lnTo>
                    <a:lnTo>
                      <a:pt x="17580" y="3828"/>
                    </a:lnTo>
                    <a:lnTo>
                      <a:pt x="17655" y="4055"/>
                    </a:lnTo>
                    <a:cubicBezTo>
                      <a:pt x="17668" y="4130"/>
                      <a:pt x="17680" y="4205"/>
                      <a:pt x="17705" y="4268"/>
                    </a:cubicBezTo>
                    <a:lnTo>
                      <a:pt x="17718" y="4381"/>
                    </a:lnTo>
                    <a:cubicBezTo>
                      <a:pt x="17718" y="4419"/>
                      <a:pt x="17731" y="4457"/>
                      <a:pt x="17743" y="4495"/>
                    </a:cubicBezTo>
                    <a:cubicBezTo>
                      <a:pt x="17781" y="4809"/>
                      <a:pt x="17793" y="5123"/>
                      <a:pt x="17756" y="5438"/>
                    </a:cubicBezTo>
                    <a:cubicBezTo>
                      <a:pt x="17718" y="5765"/>
                      <a:pt x="17643" y="6079"/>
                      <a:pt x="17529" y="6381"/>
                    </a:cubicBezTo>
                    <a:cubicBezTo>
                      <a:pt x="17416" y="6683"/>
                      <a:pt x="17265" y="6972"/>
                      <a:pt x="17077" y="7248"/>
                    </a:cubicBezTo>
                    <a:cubicBezTo>
                      <a:pt x="16888" y="7513"/>
                      <a:pt x="16674" y="7751"/>
                      <a:pt x="16435" y="7965"/>
                    </a:cubicBezTo>
                    <a:cubicBezTo>
                      <a:pt x="16373" y="8016"/>
                      <a:pt x="16322" y="8066"/>
                      <a:pt x="16259" y="8104"/>
                    </a:cubicBezTo>
                    <a:cubicBezTo>
                      <a:pt x="16196" y="8154"/>
                      <a:pt x="16134" y="8204"/>
                      <a:pt x="16071" y="8242"/>
                    </a:cubicBezTo>
                    <a:cubicBezTo>
                      <a:pt x="15945" y="8317"/>
                      <a:pt x="15819" y="8405"/>
                      <a:pt x="15681" y="8468"/>
                    </a:cubicBezTo>
                    <a:cubicBezTo>
                      <a:pt x="15442" y="8594"/>
                      <a:pt x="15178" y="8695"/>
                      <a:pt x="14914" y="8770"/>
                    </a:cubicBezTo>
                    <a:cubicBezTo>
                      <a:pt x="14499" y="8883"/>
                      <a:pt x="14071" y="8934"/>
                      <a:pt x="13644" y="8934"/>
                    </a:cubicBezTo>
                    <a:cubicBezTo>
                      <a:pt x="13493" y="8934"/>
                      <a:pt x="13367" y="8921"/>
                      <a:pt x="13279" y="8908"/>
                    </a:cubicBezTo>
                    <a:lnTo>
                      <a:pt x="13141" y="8896"/>
                    </a:lnTo>
                    <a:lnTo>
                      <a:pt x="13141" y="8896"/>
                    </a:lnTo>
                    <a:lnTo>
                      <a:pt x="13267" y="8959"/>
                    </a:lnTo>
                    <a:cubicBezTo>
                      <a:pt x="13380" y="9009"/>
                      <a:pt x="13493" y="9059"/>
                      <a:pt x="13619" y="9097"/>
                    </a:cubicBezTo>
                    <a:cubicBezTo>
                      <a:pt x="13807" y="9160"/>
                      <a:pt x="14008" y="9210"/>
                      <a:pt x="14210" y="9235"/>
                    </a:cubicBezTo>
                    <a:cubicBezTo>
                      <a:pt x="14377" y="9259"/>
                      <a:pt x="14544" y="9268"/>
                      <a:pt x="14712" y="9268"/>
                    </a:cubicBezTo>
                    <a:cubicBezTo>
                      <a:pt x="14809" y="9268"/>
                      <a:pt x="14905" y="9265"/>
                      <a:pt x="15002" y="9260"/>
                    </a:cubicBezTo>
                    <a:lnTo>
                      <a:pt x="15027" y="9260"/>
                    </a:lnTo>
                    <a:cubicBezTo>
                      <a:pt x="14810" y="9295"/>
                      <a:pt x="14593" y="9312"/>
                      <a:pt x="14378" y="9312"/>
                    </a:cubicBezTo>
                    <a:cubicBezTo>
                      <a:pt x="12790" y="9312"/>
                      <a:pt x="11314" y="8393"/>
                      <a:pt x="10638" y="6909"/>
                    </a:cubicBezTo>
                    <a:cubicBezTo>
                      <a:pt x="9796" y="5035"/>
                      <a:pt x="10462" y="2822"/>
                      <a:pt x="12210" y="1728"/>
                    </a:cubicBezTo>
                    <a:cubicBezTo>
                      <a:pt x="12884" y="1314"/>
                      <a:pt x="13633" y="1114"/>
                      <a:pt x="14375" y="1114"/>
                    </a:cubicBezTo>
                    <a:close/>
                    <a:moveTo>
                      <a:pt x="14412" y="223"/>
                    </a:moveTo>
                    <a:cubicBezTo>
                      <a:pt x="15727" y="223"/>
                      <a:pt x="17006" y="758"/>
                      <a:pt x="17919" y="1728"/>
                    </a:cubicBezTo>
                    <a:cubicBezTo>
                      <a:pt x="18422" y="2231"/>
                      <a:pt x="18799" y="2835"/>
                      <a:pt x="19038" y="3501"/>
                    </a:cubicBezTo>
                    <a:cubicBezTo>
                      <a:pt x="19265" y="4130"/>
                      <a:pt x="19365" y="4784"/>
                      <a:pt x="19328" y="5450"/>
                    </a:cubicBezTo>
                    <a:cubicBezTo>
                      <a:pt x="19290" y="6041"/>
                      <a:pt x="19139" y="6620"/>
                      <a:pt x="18900" y="7148"/>
                    </a:cubicBezTo>
                    <a:cubicBezTo>
                      <a:pt x="18699" y="7613"/>
                      <a:pt x="18435" y="8028"/>
                      <a:pt x="18108" y="8393"/>
                    </a:cubicBezTo>
                    <a:lnTo>
                      <a:pt x="17995" y="8531"/>
                    </a:lnTo>
                    <a:cubicBezTo>
                      <a:pt x="17957" y="8569"/>
                      <a:pt x="17919" y="8594"/>
                      <a:pt x="17881" y="8632"/>
                    </a:cubicBezTo>
                    <a:lnTo>
                      <a:pt x="17668" y="8833"/>
                    </a:lnTo>
                    <a:cubicBezTo>
                      <a:pt x="17529" y="8959"/>
                      <a:pt x="17379" y="9059"/>
                      <a:pt x="17265" y="9160"/>
                    </a:cubicBezTo>
                    <a:lnTo>
                      <a:pt x="16913" y="9374"/>
                    </a:lnTo>
                    <a:cubicBezTo>
                      <a:pt x="16800" y="9449"/>
                      <a:pt x="16712" y="9487"/>
                      <a:pt x="16637" y="9525"/>
                    </a:cubicBezTo>
                    <a:lnTo>
                      <a:pt x="16398" y="9638"/>
                    </a:lnTo>
                    <a:lnTo>
                      <a:pt x="16624" y="9512"/>
                    </a:lnTo>
                    <a:cubicBezTo>
                      <a:pt x="16699" y="9462"/>
                      <a:pt x="16800" y="9424"/>
                      <a:pt x="16901" y="9348"/>
                    </a:cubicBezTo>
                    <a:lnTo>
                      <a:pt x="17240" y="9122"/>
                    </a:lnTo>
                    <a:cubicBezTo>
                      <a:pt x="17353" y="9009"/>
                      <a:pt x="17492" y="8908"/>
                      <a:pt x="17630" y="8783"/>
                    </a:cubicBezTo>
                    <a:lnTo>
                      <a:pt x="17831" y="8569"/>
                    </a:lnTo>
                    <a:cubicBezTo>
                      <a:pt x="17869" y="8531"/>
                      <a:pt x="17907" y="8506"/>
                      <a:pt x="17944" y="8456"/>
                    </a:cubicBezTo>
                    <a:lnTo>
                      <a:pt x="18045" y="8342"/>
                    </a:lnTo>
                    <a:cubicBezTo>
                      <a:pt x="18711" y="7513"/>
                      <a:pt x="19101" y="6507"/>
                      <a:pt x="19139" y="5450"/>
                    </a:cubicBezTo>
                    <a:cubicBezTo>
                      <a:pt x="19164" y="4822"/>
                      <a:pt x="19064" y="4180"/>
                      <a:pt x="18850" y="3589"/>
                    </a:cubicBezTo>
                    <a:cubicBezTo>
                      <a:pt x="18611" y="2960"/>
                      <a:pt x="18246" y="2369"/>
                      <a:pt x="17768" y="1892"/>
                    </a:cubicBezTo>
                    <a:cubicBezTo>
                      <a:pt x="16865" y="977"/>
                      <a:pt x="15640" y="468"/>
                      <a:pt x="14367" y="468"/>
                    </a:cubicBezTo>
                    <a:cubicBezTo>
                      <a:pt x="14239" y="468"/>
                      <a:pt x="14111" y="473"/>
                      <a:pt x="13983" y="483"/>
                    </a:cubicBezTo>
                    <a:cubicBezTo>
                      <a:pt x="13895" y="483"/>
                      <a:pt x="13807" y="483"/>
                      <a:pt x="13732" y="496"/>
                    </a:cubicBezTo>
                    <a:lnTo>
                      <a:pt x="13468" y="546"/>
                    </a:lnTo>
                    <a:cubicBezTo>
                      <a:pt x="13304" y="571"/>
                      <a:pt x="13141" y="609"/>
                      <a:pt x="12977" y="659"/>
                    </a:cubicBezTo>
                    <a:lnTo>
                      <a:pt x="12864" y="697"/>
                    </a:lnTo>
                    <a:lnTo>
                      <a:pt x="12738" y="747"/>
                    </a:lnTo>
                    <a:lnTo>
                      <a:pt x="12499" y="835"/>
                    </a:lnTo>
                    <a:lnTo>
                      <a:pt x="12386" y="886"/>
                    </a:lnTo>
                    <a:lnTo>
                      <a:pt x="12286" y="936"/>
                    </a:lnTo>
                    <a:lnTo>
                      <a:pt x="12059" y="1049"/>
                    </a:lnTo>
                    <a:cubicBezTo>
                      <a:pt x="11506" y="1364"/>
                      <a:pt x="11016" y="1766"/>
                      <a:pt x="10613" y="2269"/>
                    </a:cubicBezTo>
                    <a:cubicBezTo>
                      <a:pt x="9959" y="3099"/>
                      <a:pt x="9582" y="4117"/>
                      <a:pt x="9557" y="5174"/>
                    </a:cubicBezTo>
                    <a:lnTo>
                      <a:pt x="9557" y="5337"/>
                    </a:lnTo>
                    <a:cubicBezTo>
                      <a:pt x="9557" y="5387"/>
                      <a:pt x="9557" y="5438"/>
                      <a:pt x="9557" y="5488"/>
                    </a:cubicBezTo>
                    <a:lnTo>
                      <a:pt x="9582" y="5790"/>
                    </a:lnTo>
                    <a:cubicBezTo>
                      <a:pt x="9595" y="5966"/>
                      <a:pt x="9632" y="6142"/>
                      <a:pt x="9658" y="6293"/>
                    </a:cubicBezTo>
                    <a:lnTo>
                      <a:pt x="9758" y="6695"/>
                    </a:lnTo>
                    <a:cubicBezTo>
                      <a:pt x="9783" y="6821"/>
                      <a:pt x="9834" y="6909"/>
                      <a:pt x="9859" y="6984"/>
                    </a:cubicBezTo>
                    <a:lnTo>
                      <a:pt x="9947" y="7236"/>
                    </a:lnTo>
                    <a:lnTo>
                      <a:pt x="9834" y="6984"/>
                    </a:lnTo>
                    <a:cubicBezTo>
                      <a:pt x="9808" y="6909"/>
                      <a:pt x="9758" y="6821"/>
                      <a:pt x="9720" y="6708"/>
                    </a:cubicBezTo>
                    <a:lnTo>
                      <a:pt x="9595" y="6305"/>
                    </a:lnTo>
                    <a:cubicBezTo>
                      <a:pt x="9570" y="6142"/>
                      <a:pt x="9532" y="5978"/>
                      <a:pt x="9494" y="5790"/>
                    </a:cubicBezTo>
                    <a:lnTo>
                      <a:pt x="9469" y="5488"/>
                    </a:lnTo>
                    <a:cubicBezTo>
                      <a:pt x="9469" y="5438"/>
                      <a:pt x="9456" y="5387"/>
                      <a:pt x="9456" y="5337"/>
                    </a:cubicBezTo>
                    <a:cubicBezTo>
                      <a:pt x="9456" y="5287"/>
                      <a:pt x="9456" y="5224"/>
                      <a:pt x="9456" y="5174"/>
                    </a:cubicBezTo>
                    <a:cubicBezTo>
                      <a:pt x="9444" y="4683"/>
                      <a:pt x="9519" y="4180"/>
                      <a:pt x="9670" y="3715"/>
                    </a:cubicBezTo>
                    <a:cubicBezTo>
                      <a:pt x="9834" y="3149"/>
                      <a:pt x="10110" y="2621"/>
                      <a:pt x="10462" y="2143"/>
                    </a:cubicBezTo>
                    <a:cubicBezTo>
                      <a:pt x="10865" y="1615"/>
                      <a:pt x="11368" y="1187"/>
                      <a:pt x="11946" y="861"/>
                    </a:cubicBezTo>
                    <a:lnTo>
                      <a:pt x="12173" y="747"/>
                    </a:lnTo>
                    <a:lnTo>
                      <a:pt x="12286" y="684"/>
                    </a:lnTo>
                    <a:cubicBezTo>
                      <a:pt x="12336" y="659"/>
                      <a:pt x="12374" y="647"/>
                      <a:pt x="12411" y="634"/>
                    </a:cubicBezTo>
                    <a:lnTo>
                      <a:pt x="12650" y="534"/>
                    </a:lnTo>
                    <a:lnTo>
                      <a:pt x="12776" y="483"/>
                    </a:lnTo>
                    <a:lnTo>
                      <a:pt x="12902" y="446"/>
                    </a:lnTo>
                    <a:cubicBezTo>
                      <a:pt x="13078" y="395"/>
                      <a:pt x="13241" y="345"/>
                      <a:pt x="13417" y="320"/>
                    </a:cubicBezTo>
                    <a:lnTo>
                      <a:pt x="13682" y="269"/>
                    </a:lnTo>
                    <a:cubicBezTo>
                      <a:pt x="13770" y="257"/>
                      <a:pt x="13870" y="257"/>
                      <a:pt x="13958" y="244"/>
                    </a:cubicBezTo>
                    <a:cubicBezTo>
                      <a:pt x="14110" y="230"/>
                      <a:pt x="14261" y="223"/>
                      <a:pt x="14412" y="223"/>
                    </a:cubicBezTo>
                    <a:close/>
                    <a:moveTo>
                      <a:pt x="8865" y="6746"/>
                    </a:moveTo>
                    <a:lnTo>
                      <a:pt x="8865" y="6746"/>
                    </a:lnTo>
                    <a:cubicBezTo>
                      <a:pt x="8714" y="6821"/>
                      <a:pt x="8526" y="6934"/>
                      <a:pt x="8287" y="7047"/>
                    </a:cubicBezTo>
                    <a:lnTo>
                      <a:pt x="8916" y="8619"/>
                    </a:lnTo>
                    <a:lnTo>
                      <a:pt x="8123" y="7135"/>
                    </a:lnTo>
                    <a:cubicBezTo>
                      <a:pt x="6350" y="8003"/>
                      <a:pt x="2905" y="9701"/>
                      <a:pt x="1874" y="10229"/>
                    </a:cubicBezTo>
                    <a:cubicBezTo>
                      <a:pt x="1547" y="10392"/>
                      <a:pt x="1245" y="10593"/>
                      <a:pt x="968" y="10832"/>
                    </a:cubicBezTo>
                    <a:lnTo>
                      <a:pt x="1232" y="11650"/>
                    </a:lnTo>
                    <a:lnTo>
                      <a:pt x="604" y="10593"/>
                    </a:lnTo>
                    <a:lnTo>
                      <a:pt x="767" y="11059"/>
                    </a:lnTo>
                    <a:cubicBezTo>
                      <a:pt x="553" y="11348"/>
                      <a:pt x="591" y="11524"/>
                      <a:pt x="591" y="11524"/>
                    </a:cubicBezTo>
                    <a:lnTo>
                      <a:pt x="377" y="11033"/>
                    </a:lnTo>
                    <a:cubicBezTo>
                      <a:pt x="277" y="10820"/>
                      <a:pt x="327" y="10644"/>
                      <a:pt x="579" y="10531"/>
                    </a:cubicBezTo>
                    <a:lnTo>
                      <a:pt x="8865" y="6746"/>
                    </a:lnTo>
                    <a:close/>
                    <a:moveTo>
                      <a:pt x="8501" y="8632"/>
                    </a:moveTo>
                    <a:cubicBezTo>
                      <a:pt x="8501" y="8632"/>
                      <a:pt x="8086" y="8871"/>
                      <a:pt x="7470" y="9185"/>
                    </a:cubicBezTo>
                    <a:cubicBezTo>
                      <a:pt x="7155" y="9348"/>
                      <a:pt x="6778" y="9525"/>
                      <a:pt x="6388" y="9713"/>
                    </a:cubicBezTo>
                    <a:cubicBezTo>
                      <a:pt x="6187" y="9814"/>
                      <a:pt x="5986" y="9914"/>
                      <a:pt x="5772" y="10015"/>
                    </a:cubicBezTo>
                    <a:lnTo>
                      <a:pt x="5143" y="10304"/>
                    </a:lnTo>
                    <a:lnTo>
                      <a:pt x="4514" y="10593"/>
                    </a:lnTo>
                    <a:cubicBezTo>
                      <a:pt x="4301" y="10681"/>
                      <a:pt x="4087" y="10769"/>
                      <a:pt x="3886" y="10857"/>
                    </a:cubicBezTo>
                    <a:cubicBezTo>
                      <a:pt x="3483" y="11033"/>
                      <a:pt x="3106" y="11197"/>
                      <a:pt x="2792" y="11335"/>
                    </a:cubicBezTo>
                    <a:cubicBezTo>
                      <a:pt x="2138" y="11599"/>
                      <a:pt x="1685" y="11750"/>
                      <a:pt x="1685" y="11750"/>
                    </a:cubicBezTo>
                    <a:cubicBezTo>
                      <a:pt x="1685" y="11750"/>
                      <a:pt x="2100" y="11524"/>
                      <a:pt x="2729" y="11210"/>
                    </a:cubicBezTo>
                    <a:cubicBezTo>
                      <a:pt x="3043" y="11046"/>
                      <a:pt x="3408" y="10857"/>
                      <a:pt x="3798" y="10669"/>
                    </a:cubicBezTo>
                    <a:cubicBezTo>
                      <a:pt x="3999" y="10581"/>
                      <a:pt x="4200" y="10480"/>
                      <a:pt x="4414" y="10380"/>
                    </a:cubicBezTo>
                    <a:lnTo>
                      <a:pt x="5043" y="10090"/>
                    </a:lnTo>
                    <a:lnTo>
                      <a:pt x="5684" y="9801"/>
                    </a:lnTo>
                    <a:cubicBezTo>
                      <a:pt x="5885" y="9701"/>
                      <a:pt x="6099" y="9613"/>
                      <a:pt x="6300" y="9525"/>
                    </a:cubicBezTo>
                    <a:cubicBezTo>
                      <a:pt x="6702" y="9361"/>
                      <a:pt x="7080" y="9198"/>
                      <a:pt x="7394" y="9059"/>
                    </a:cubicBezTo>
                    <a:cubicBezTo>
                      <a:pt x="8048" y="8795"/>
                      <a:pt x="8501" y="8632"/>
                      <a:pt x="8501" y="8632"/>
                    </a:cubicBezTo>
                    <a:close/>
                    <a:moveTo>
                      <a:pt x="14365" y="1"/>
                    </a:moveTo>
                    <a:cubicBezTo>
                      <a:pt x="13842" y="1"/>
                      <a:pt x="13311" y="80"/>
                      <a:pt x="12789" y="244"/>
                    </a:cubicBezTo>
                    <a:cubicBezTo>
                      <a:pt x="10286" y="1049"/>
                      <a:pt x="8765" y="3602"/>
                      <a:pt x="9255" y="6192"/>
                    </a:cubicBezTo>
                    <a:cubicBezTo>
                      <a:pt x="9214" y="6169"/>
                      <a:pt x="9195" y="6159"/>
                      <a:pt x="9176" y="6159"/>
                    </a:cubicBezTo>
                    <a:cubicBezTo>
                      <a:pt x="9154" y="6159"/>
                      <a:pt x="9133" y="6172"/>
                      <a:pt x="9079" y="6192"/>
                    </a:cubicBezTo>
                    <a:lnTo>
                      <a:pt x="8979" y="6243"/>
                    </a:lnTo>
                    <a:cubicBezTo>
                      <a:pt x="8853" y="6293"/>
                      <a:pt x="8777" y="6419"/>
                      <a:pt x="8790" y="6557"/>
                    </a:cubicBezTo>
                    <a:lnTo>
                      <a:pt x="377" y="10405"/>
                    </a:lnTo>
                    <a:cubicBezTo>
                      <a:pt x="113" y="10518"/>
                      <a:pt x="0" y="10820"/>
                      <a:pt x="126" y="11071"/>
                    </a:cubicBezTo>
                    <a:lnTo>
                      <a:pt x="566" y="12052"/>
                    </a:lnTo>
                    <a:cubicBezTo>
                      <a:pt x="649" y="12237"/>
                      <a:pt x="835" y="12347"/>
                      <a:pt x="1028" y="12347"/>
                    </a:cubicBezTo>
                    <a:cubicBezTo>
                      <a:pt x="1096" y="12347"/>
                      <a:pt x="1166" y="12333"/>
                      <a:pt x="1232" y="12304"/>
                    </a:cubicBezTo>
                    <a:lnTo>
                      <a:pt x="9658" y="8456"/>
                    </a:lnTo>
                    <a:cubicBezTo>
                      <a:pt x="9720" y="8510"/>
                      <a:pt x="9793" y="8541"/>
                      <a:pt x="9869" y="8541"/>
                    </a:cubicBezTo>
                    <a:cubicBezTo>
                      <a:pt x="9915" y="8541"/>
                      <a:pt x="9962" y="8530"/>
                      <a:pt x="10010" y="8506"/>
                    </a:cubicBezTo>
                    <a:lnTo>
                      <a:pt x="10110" y="8468"/>
                    </a:lnTo>
                    <a:cubicBezTo>
                      <a:pt x="10198" y="8431"/>
                      <a:pt x="10198" y="8443"/>
                      <a:pt x="10223" y="8368"/>
                    </a:cubicBezTo>
                    <a:cubicBezTo>
                      <a:pt x="11237" y="9716"/>
                      <a:pt x="12797" y="10442"/>
                      <a:pt x="14384" y="10442"/>
                    </a:cubicBezTo>
                    <a:cubicBezTo>
                      <a:pt x="15298" y="10442"/>
                      <a:pt x="16220" y="10201"/>
                      <a:pt x="17052" y="9701"/>
                    </a:cubicBezTo>
                    <a:cubicBezTo>
                      <a:pt x="19340" y="8330"/>
                      <a:pt x="20220" y="5463"/>
                      <a:pt x="19114" y="3049"/>
                    </a:cubicBezTo>
                    <a:cubicBezTo>
                      <a:pt x="18237" y="1146"/>
                      <a:pt x="16359" y="1"/>
                      <a:pt x="143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1" name="Google Shape;4751;p29"/>
              <p:cNvSpPr/>
              <p:nvPr/>
            </p:nvSpPr>
            <p:spPr>
              <a:xfrm rot="-6237134">
                <a:off x="6861245" y="3687687"/>
                <a:ext cx="146627" cy="286020"/>
              </a:xfrm>
              <a:custGeom>
                <a:avLst/>
                <a:gdLst/>
                <a:ahLst/>
                <a:cxnLst/>
                <a:rect l="l" t="t" r="r" b="b"/>
                <a:pathLst>
                  <a:path w="2792" h="5446" extrusionOk="0">
                    <a:moveTo>
                      <a:pt x="2792" y="1"/>
                    </a:moveTo>
                    <a:cubicBezTo>
                      <a:pt x="855" y="881"/>
                      <a:pt x="0" y="3157"/>
                      <a:pt x="881" y="5094"/>
                    </a:cubicBezTo>
                    <a:cubicBezTo>
                      <a:pt x="974" y="5299"/>
                      <a:pt x="1163" y="5446"/>
                      <a:pt x="1291" y="5446"/>
                    </a:cubicBezTo>
                    <a:cubicBezTo>
                      <a:pt x="1423" y="5446"/>
                      <a:pt x="1492" y="5293"/>
                      <a:pt x="1333" y="4892"/>
                    </a:cubicBezTo>
                    <a:cubicBezTo>
                      <a:pt x="1019" y="4088"/>
                      <a:pt x="717" y="3258"/>
                      <a:pt x="1170" y="2000"/>
                    </a:cubicBezTo>
                    <a:cubicBezTo>
                      <a:pt x="1497" y="1183"/>
                      <a:pt x="2063" y="479"/>
                      <a:pt x="27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3">
    <p:spTree>
      <p:nvGrpSpPr>
        <p:cNvPr id="1" name="Shape 4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3" name="Google Shape;4753;p30"/>
          <p:cNvPicPr preferRelativeResize="0"/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 rot="10800000" flipH="1">
            <a:off x="-25" y="-390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54" name="Google Shape;4754;p30"/>
          <p:cNvGrpSpPr/>
          <p:nvPr/>
        </p:nvGrpSpPr>
        <p:grpSpPr>
          <a:xfrm>
            <a:off x="371748" y="4639350"/>
            <a:ext cx="8402474" cy="198675"/>
            <a:chOff x="371748" y="295950"/>
            <a:chExt cx="8402474" cy="198675"/>
          </a:xfrm>
        </p:grpSpPr>
        <p:sp>
          <p:nvSpPr>
            <p:cNvPr id="4755" name="Google Shape;4755;p30"/>
            <p:cNvSpPr/>
            <p:nvPr/>
          </p:nvSpPr>
          <p:spPr>
            <a:xfrm flipH="1">
              <a:off x="8671275" y="363841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56" name="Google Shape;4756;p30"/>
            <p:cNvGrpSpPr/>
            <p:nvPr/>
          </p:nvGrpSpPr>
          <p:grpSpPr>
            <a:xfrm>
              <a:off x="371748" y="295950"/>
              <a:ext cx="8255803" cy="198675"/>
              <a:chOff x="371748" y="295950"/>
              <a:chExt cx="8255803" cy="198675"/>
            </a:xfrm>
          </p:grpSpPr>
          <p:sp>
            <p:nvSpPr>
              <p:cNvPr id="4757" name="Google Shape;4757;p30"/>
              <p:cNvSpPr/>
              <p:nvPr/>
            </p:nvSpPr>
            <p:spPr>
              <a:xfrm>
                <a:off x="371748" y="361460"/>
                <a:ext cx="102947" cy="94146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952" extrusionOk="0">
                    <a:moveTo>
                      <a:pt x="406" y="1"/>
                    </a:moveTo>
                    <a:cubicBezTo>
                      <a:pt x="166" y="1"/>
                      <a:pt x="232" y="197"/>
                      <a:pt x="374" y="362"/>
                    </a:cubicBezTo>
                    <a:lnTo>
                      <a:pt x="374" y="362"/>
                    </a:lnTo>
                    <a:cubicBezTo>
                      <a:pt x="473" y="262"/>
                      <a:pt x="590" y="176"/>
                      <a:pt x="698" y="134"/>
                    </a:cubicBezTo>
                    <a:lnTo>
                      <a:pt x="698" y="134"/>
                    </a:lnTo>
                    <a:cubicBezTo>
                      <a:pt x="618" y="54"/>
                      <a:pt x="512" y="1"/>
                      <a:pt x="406" y="1"/>
                    </a:cubicBezTo>
                    <a:close/>
                    <a:moveTo>
                      <a:pt x="832" y="104"/>
                    </a:moveTo>
                    <a:cubicBezTo>
                      <a:pt x="791" y="104"/>
                      <a:pt x="745" y="115"/>
                      <a:pt x="698" y="134"/>
                    </a:cubicBezTo>
                    <a:lnTo>
                      <a:pt x="698" y="134"/>
                    </a:lnTo>
                    <a:cubicBezTo>
                      <a:pt x="776" y="213"/>
                      <a:pt x="829" y="318"/>
                      <a:pt x="829" y="423"/>
                    </a:cubicBezTo>
                    <a:cubicBezTo>
                      <a:pt x="829" y="538"/>
                      <a:pt x="784" y="583"/>
                      <a:pt x="719" y="583"/>
                    </a:cubicBezTo>
                    <a:cubicBezTo>
                      <a:pt x="621" y="583"/>
                      <a:pt x="478" y="481"/>
                      <a:pt x="374" y="362"/>
                    </a:cubicBezTo>
                    <a:lnTo>
                      <a:pt x="374" y="362"/>
                    </a:lnTo>
                    <a:cubicBezTo>
                      <a:pt x="130" y="611"/>
                      <a:pt x="1" y="952"/>
                      <a:pt x="406" y="952"/>
                    </a:cubicBezTo>
                    <a:cubicBezTo>
                      <a:pt x="723" y="952"/>
                      <a:pt x="1040" y="740"/>
                      <a:pt x="1040" y="423"/>
                    </a:cubicBezTo>
                    <a:cubicBezTo>
                      <a:pt x="1040" y="192"/>
                      <a:pt x="953" y="104"/>
                      <a:pt x="832" y="1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58" name="Google Shape;4758;p30"/>
              <p:cNvGrpSpPr/>
              <p:nvPr/>
            </p:nvGrpSpPr>
            <p:grpSpPr>
              <a:xfrm>
                <a:off x="504825" y="295950"/>
                <a:ext cx="8122726" cy="198675"/>
                <a:chOff x="504825" y="298750"/>
                <a:chExt cx="8122726" cy="198675"/>
              </a:xfrm>
            </p:grpSpPr>
            <p:grpSp>
              <p:nvGrpSpPr>
                <p:cNvPr id="4759" name="Google Shape;4759;p30"/>
                <p:cNvGrpSpPr/>
                <p:nvPr/>
              </p:nvGrpSpPr>
              <p:grpSpPr>
                <a:xfrm>
                  <a:off x="504825" y="298750"/>
                  <a:ext cx="8122726" cy="198675"/>
                  <a:chOff x="9017419" y="539512"/>
                  <a:chExt cx="5210550" cy="198675"/>
                </a:xfrm>
              </p:grpSpPr>
              <p:sp>
                <p:nvSpPr>
                  <p:cNvPr id="4760" name="Google Shape;4760;p30"/>
                  <p:cNvSpPr/>
                  <p:nvPr/>
                </p:nvSpPr>
                <p:spPr>
                  <a:xfrm>
                    <a:off x="9038813" y="685962"/>
                    <a:ext cx="5150745" cy="4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320" h="107" extrusionOk="0">
                        <a:moveTo>
                          <a:pt x="1" y="0"/>
                        </a:moveTo>
                        <a:lnTo>
                          <a:pt x="1" y="106"/>
                        </a:lnTo>
                        <a:lnTo>
                          <a:pt x="41319" y="106"/>
                        </a:lnTo>
                        <a:lnTo>
                          <a:pt x="4131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1" name="Google Shape;4761;p30"/>
                  <p:cNvSpPr/>
                  <p:nvPr/>
                </p:nvSpPr>
                <p:spPr>
                  <a:xfrm>
                    <a:off x="96043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2" name="Google Shape;4762;p30"/>
                  <p:cNvSpPr/>
                  <p:nvPr/>
                </p:nvSpPr>
                <p:spPr>
                  <a:xfrm>
                    <a:off x="967738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3" name="Google Shape;4763;p30"/>
                  <p:cNvSpPr/>
                  <p:nvPr/>
                </p:nvSpPr>
                <p:spPr>
                  <a:xfrm>
                    <a:off x="9740085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4" name="Google Shape;4764;p30"/>
                  <p:cNvSpPr/>
                  <p:nvPr/>
                </p:nvSpPr>
                <p:spPr>
                  <a:xfrm>
                    <a:off x="98028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5" name="Google Shape;4765;p30"/>
                  <p:cNvSpPr/>
                  <p:nvPr/>
                </p:nvSpPr>
                <p:spPr>
                  <a:xfrm>
                    <a:off x="987596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6" name="Google Shape;4766;p30"/>
                  <p:cNvSpPr/>
                  <p:nvPr/>
                </p:nvSpPr>
                <p:spPr>
                  <a:xfrm>
                    <a:off x="993866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7" name="Google Shape;4767;p30"/>
                  <p:cNvSpPr/>
                  <p:nvPr/>
                </p:nvSpPr>
                <p:spPr>
                  <a:xfrm>
                    <a:off x="1001184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8" name="Google Shape;4768;p30"/>
                  <p:cNvSpPr/>
                  <p:nvPr/>
                </p:nvSpPr>
                <p:spPr>
                  <a:xfrm>
                    <a:off x="10074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9" name="Google Shape;4769;p30"/>
                  <p:cNvSpPr/>
                  <p:nvPr/>
                </p:nvSpPr>
                <p:spPr>
                  <a:xfrm>
                    <a:off x="101477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0" name="Google Shape;4770;p30"/>
                  <p:cNvSpPr/>
                  <p:nvPr/>
                </p:nvSpPr>
                <p:spPr>
                  <a:xfrm>
                    <a:off x="1021041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1" name="Google Shape;4771;p30"/>
                  <p:cNvSpPr/>
                  <p:nvPr/>
                </p:nvSpPr>
                <p:spPr>
                  <a:xfrm>
                    <a:off x="10283499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2" name="Google Shape;4772;p30"/>
                  <p:cNvSpPr/>
                  <p:nvPr/>
                </p:nvSpPr>
                <p:spPr>
                  <a:xfrm>
                    <a:off x="1034629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3" name="Google Shape;4773;p30"/>
                  <p:cNvSpPr/>
                  <p:nvPr/>
                </p:nvSpPr>
                <p:spPr>
                  <a:xfrm>
                    <a:off x="1041937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4" name="Google Shape;4774;p30"/>
                  <p:cNvSpPr/>
                  <p:nvPr/>
                </p:nvSpPr>
                <p:spPr>
                  <a:xfrm>
                    <a:off x="1048207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5" name="Google Shape;4775;p30"/>
                  <p:cNvSpPr/>
                  <p:nvPr/>
                </p:nvSpPr>
                <p:spPr>
                  <a:xfrm>
                    <a:off x="1055525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6" name="Google Shape;4776;p30"/>
                  <p:cNvSpPr/>
                  <p:nvPr/>
                </p:nvSpPr>
                <p:spPr>
                  <a:xfrm>
                    <a:off x="1061795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7" name="Google Shape;4777;p30"/>
                  <p:cNvSpPr/>
                  <p:nvPr/>
                </p:nvSpPr>
                <p:spPr>
                  <a:xfrm>
                    <a:off x="1069113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8" name="Google Shape;4778;p30"/>
                  <p:cNvSpPr/>
                  <p:nvPr/>
                </p:nvSpPr>
                <p:spPr>
                  <a:xfrm>
                    <a:off x="1075383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9" name="Google Shape;4779;p30"/>
                  <p:cNvSpPr/>
                  <p:nvPr/>
                </p:nvSpPr>
                <p:spPr>
                  <a:xfrm>
                    <a:off x="10826913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0" name="Google Shape;4780;p30"/>
                  <p:cNvSpPr/>
                  <p:nvPr/>
                </p:nvSpPr>
                <p:spPr>
                  <a:xfrm>
                    <a:off x="1088971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1" name="Google Shape;4781;p30"/>
                  <p:cNvSpPr/>
                  <p:nvPr/>
                </p:nvSpPr>
                <p:spPr>
                  <a:xfrm>
                    <a:off x="1096279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2" name="Google Shape;4782;p30"/>
                  <p:cNvSpPr/>
                  <p:nvPr/>
                </p:nvSpPr>
                <p:spPr>
                  <a:xfrm>
                    <a:off x="1102548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3" name="Google Shape;4783;p30"/>
                  <p:cNvSpPr/>
                  <p:nvPr/>
                </p:nvSpPr>
                <p:spPr>
                  <a:xfrm>
                    <a:off x="110986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4" name="Google Shape;4784;p30"/>
                  <p:cNvSpPr/>
                  <p:nvPr/>
                </p:nvSpPr>
                <p:spPr>
                  <a:xfrm>
                    <a:off x="1116136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5" name="Google Shape;4785;p30"/>
                  <p:cNvSpPr/>
                  <p:nvPr/>
                </p:nvSpPr>
                <p:spPr>
                  <a:xfrm>
                    <a:off x="1123454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6" name="Google Shape;4786;p30"/>
                  <p:cNvSpPr/>
                  <p:nvPr/>
                </p:nvSpPr>
                <p:spPr>
                  <a:xfrm>
                    <a:off x="1129724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7" name="Google Shape;4787;p30"/>
                  <p:cNvSpPr/>
                  <p:nvPr/>
                </p:nvSpPr>
                <p:spPr>
                  <a:xfrm>
                    <a:off x="11370327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8" name="Google Shape;4788;p30"/>
                  <p:cNvSpPr/>
                  <p:nvPr/>
                </p:nvSpPr>
                <p:spPr>
                  <a:xfrm>
                    <a:off x="1143312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9" name="Google Shape;4789;p30"/>
                  <p:cNvSpPr/>
                  <p:nvPr/>
                </p:nvSpPr>
                <p:spPr>
                  <a:xfrm>
                    <a:off x="1150620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0" name="Google Shape;4790;p30"/>
                  <p:cNvSpPr/>
                  <p:nvPr/>
                </p:nvSpPr>
                <p:spPr>
                  <a:xfrm>
                    <a:off x="1156890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1" name="Google Shape;4791;p30"/>
                  <p:cNvSpPr/>
                  <p:nvPr/>
                </p:nvSpPr>
                <p:spPr>
                  <a:xfrm>
                    <a:off x="1164208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2" name="Google Shape;4792;p30"/>
                  <p:cNvSpPr/>
                  <p:nvPr/>
                </p:nvSpPr>
                <p:spPr>
                  <a:xfrm>
                    <a:off x="1170478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3" name="Google Shape;4793;p30"/>
                  <p:cNvSpPr/>
                  <p:nvPr/>
                </p:nvSpPr>
                <p:spPr>
                  <a:xfrm>
                    <a:off x="1177796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4" name="Google Shape;4794;p30"/>
                  <p:cNvSpPr/>
                  <p:nvPr/>
                </p:nvSpPr>
                <p:spPr>
                  <a:xfrm>
                    <a:off x="1184066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5" name="Google Shape;4795;p30"/>
                  <p:cNvSpPr/>
                  <p:nvPr/>
                </p:nvSpPr>
                <p:spPr>
                  <a:xfrm>
                    <a:off x="1191374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6" name="Google Shape;4796;p30"/>
                  <p:cNvSpPr/>
                  <p:nvPr/>
                </p:nvSpPr>
                <p:spPr>
                  <a:xfrm>
                    <a:off x="11976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7" name="Google Shape;4797;p30"/>
                  <p:cNvSpPr/>
                  <p:nvPr/>
                </p:nvSpPr>
                <p:spPr>
                  <a:xfrm>
                    <a:off x="120496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8" name="Google Shape;4798;p30"/>
                  <p:cNvSpPr/>
                  <p:nvPr/>
                </p:nvSpPr>
                <p:spPr>
                  <a:xfrm>
                    <a:off x="1211231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9" name="Google Shape;4799;p30"/>
                  <p:cNvSpPr/>
                  <p:nvPr/>
                </p:nvSpPr>
                <p:spPr>
                  <a:xfrm>
                    <a:off x="12185498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0" name="Google Shape;4800;p30"/>
                  <p:cNvSpPr/>
                  <p:nvPr/>
                </p:nvSpPr>
                <p:spPr>
                  <a:xfrm>
                    <a:off x="1224819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1" name="Google Shape;4801;p30"/>
                  <p:cNvSpPr/>
                  <p:nvPr/>
                </p:nvSpPr>
                <p:spPr>
                  <a:xfrm>
                    <a:off x="1232137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2" name="Google Shape;4802;p30"/>
                  <p:cNvSpPr/>
                  <p:nvPr/>
                </p:nvSpPr>
                <p:spPr>
                  <a:xfrm>
                    <a:off x="1238407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3" name="Google Shape;4803;p30"/>
                  <p:cNvSpPr/>
                  <p:nvPr/>
                </p:nvSpPr>
                <p:spPr>
                  <a:xfrm>
                    <a:off x="12457156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4" name="Google Shape;4804;p30"/>
                  <p:cNvSpPr/>
                  <p:nvPr/>
                </p:nvSpPr>
                <p:spPr>
                  <a:xfrm>
                    <a:off x="1251995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5" name="Google Shape;4805;p30"/>
                  <p:cNvSpPr/>
                  <p:nvPr/>
                </p:nvSpPr>
                <p:spPr>
                  <a:xfrm>
                    <a:off x="12593034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6" name="Google Shape;4806;p30"/>
                  <p:cNvSpPr/>
                  <p:nvPr/>
                </p:nvSpPr>
                <p:spPr>
                  <a:xfrm>
                    <a:off x="12655732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7" name="Google Shape;4807;p30"/>
                  <p:cNvSpPr/>
                  <p:nvPr/>
                </p:nvSpPr>
                <p:spPr>
                  <a:xfrm>
                    <a:off x="1272891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8" name="Google Shape;4808;p30"/>
                  <p:cNvSpPr/>
                  <p:nvPr/>
                </p:nvSpPr>
                <p:spPr>
                  <a:xfrm>
                    <a:off x="1279161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9" name="Google Shape;4809;p30"/>
                  <p:cNvSpPr/>
                  <p:nvPr/>
                </p:nvSpPr>
                <p:spPr>
                  <a:xfrm>
                    <a:off x="1286479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0" name="Google Shape;4810;p30"/>
                  <p:cNvSpPr/>
                  <p:nvPr/>
                </p:nvSpPr>
                <p:spPr>
                  <a:xfrm>
                    <a:off x="1292748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634" y="0"/>
                        </a:moveTo>
                        <a:lnTo>
                          <a:pt x="0" y="740"/>
                        </a:lnTo>
                        <a:lnTo>
                          <a:pt x="106" y="74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1" name="Google Shape;4811;p30"/>
                  <p:cNvSpPr/>
                  <p:nvPr/>
                </p:nvSpPr>
                <p:spPr>
                  <a:xfrm>
                    <a:off x="130005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2" name="Google Shape;4812;p30"/>
                  <p:cNvSpPr/>
                  <p:nvPr/>
                </p:nvSpPr>
                <p:spPr>
                  <a:xfrm>
                    <a:off x="13073751" y="612693"/>
                    <a:ext cx="52413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529" y="0"/>
                        </a:lnTo>
                        <a:lnTo>
                          <a:pt x="52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3" name="Google Shape;4813;p30"/>
                  <p:cNvSpPr/>
                  <p:nvPr/>
                </p:nvSpPr>
                <p:spPr>
                  <a:xfrm>
                    <a:off x="1313644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4" name="Google Shape;4814;p30"/>
                  <p:cNvSpPr/>
                  <p:nvPr/>
                </p:nvSpPr>
                <p:spPr>
                  <a:xfrm>
                    <a:off x="1319914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5" name="Google Shape;4815;p30"/>
                  <p:cNvSpPr/>
                  <p:nvPr/>
                </p:nvSpPr>
                <p:spPr>
                  <a:xfrm>
                    <a:off x="1327232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6" name="Google Shape;4816;p30"/>
                  <p:cNvSpPr/>
                  <p:nvPr/>
                </p:nvSpPr>
                <p:spPr>
                  <a:xfrm>
                    <a:off x="1333502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7" name="Google Shape;4817;p30"/>
                  <p:cNvSpPr/>
                  <p:nvPr/>
                </p:nvSpPr>
                <p:spPr>
                  <a:xfrm>
                    <a:off x="134082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8" name="Google Shape;4818;p30"/>
                  <p:cNvSpPr/>
                  <p:nvPr/>
                </p:nvSpPr>
                <p:spPr>
                  <a:xfrm>
                    <a:off x="1347090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9" name="Google Shape;4819;p30"/>
                  <p:cNvSpPr/>
                  <p:nvPr/>
                </p:nvSpPr>
                <p:spPr>
                  <a:xfrm>
                    <a:off x="1354398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0" name="Google Shape;4820;p30"/>
                  <p:cNvSpPr/>
                  <p:nvPr/>
                </p:nvSpPr>
                <p:spPr>
                  <a:xfrm>
                    <a:off x="136067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1" name="Google Shape;4821;p30"/>
                  <p:cNvSpPr/>
                  <p:nvPr/>
                </p:nvSpPr>
                <p:spPr>
                  <a:xfrm>
                    <a:off x="9017419" y="539512"/>
                    <a:ext cx="5210550" cy="3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42" h="318" extrusionOk="0">
                        <a:moveTo>
                          <a:pt x="212" y="1"/>
                        </a:moveTo>
                        <a:cubicBezTo>
                          <a:pt x="1" y="1"/>
                          <a:pt x="1" y="212"/>
                          <a:pt x="212" y="318"/>
                        </a:cubicBezTo>
                        <a:lnTo>
                          <a:pt x="41530" y="318"/>
                        </a:lnTo>
                        <a:cubicBezTo>
                          <a:pt x="41741" y="318"/>
                          <a:pt x="41741" y="1"/>
                          <a:pt x="41530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2" name="Google Shape;4822;p30"/>
                  <p:cNvSpPr/>
                  <p:nvPr/>
                </p:nvSpPr>
                <p:spPr>
                  <a:xfrm>
                    <a:off x="9017419" y="717222"/>
                    <a:ext cx="5210550" cy="20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42" h="212" extrusionOk="0">
                        <a:moveTo>
                          <a:pt x="212" y="0"/>
                        </a:moveTo>
                        <a:cubicBezTo>
                          <a:pt x="1" y="0"/>
                          <a:pt x="1" y="211"/>
                          <a:pt x="212" y="211"/>
                        </a:cubicBezTo>
                        <a:lnTo>
                          <a:pt x="41530" y="211"/>
                        </a:lnTo>
                        <a:cubicBezTo>
                          <a:pt x="41741" y="211"/>
                          <a:pt x="41741" y="0"/>
                          <a:pt x="41530" y="0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10800025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23" name="Google Shape;4823;p30"/>
                <p:cNvGrpSpPr/>
                <p:nvPr/>
              </p:nvGrpSpPr>
              <p:grpSpPr>
                <a:xfrm>
                  <a:off x="569351" y="371931"/>
                  <a:ext cx="831096" cy="73279"/>
                  <a:chOff x="9740085" y="612693"/>
                  <a:chExt cx="533129" cy="73279"/>
                </a:xfrm>
              </p:grpSpPr>
              <p:sp>
                <p:nvSpPr>
                  <p:cNvPr id="4824" name="Google Shape;4824;p30"/>
                  <p:cNvSpPr/>
                  <p:nvPr/>
                </p:nvSpPr>
                <p:spPr>
                  <a:xfrm>
                    <a:off x="9740085" y="612693"/>
                    <a:ext cx="62896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6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5" name="Google Shape;4825;p30"/>
                  <p:cNvSpPr/>
                  <p:nvPr/>
                </p:nvSpPr>
                <p:spPr>
                  <a:xfrm>
                    <a:off x="980288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6" name="Google Shape;4826;p30"/>
                  <p:cNvSpPr/>
                  <p:nvPr/>
                </p:nvSpPr>
                <p:spPr>
                  <a:xfrm>
                    <a:off x="987596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7" name="Google Shape;4827;p30"/>
                  <p:cNvSpPr/>
                  <p:nvPr/>
                </p:nvSpPr>
                <p:spPr>
                  <a:xfrm>
                    <a:off x="993866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8" name="Google Shape;4828;p30"/>
                  <p:cNvSpPr/>
                  <p:nvPr/>
                </p:nvSpPr>
                <p:spPr>
                  <a:xfrm>
                    <a:off x="10011841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lnTo>
                          <a:pt x="0" y="74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9" name="Google Shape;4829;p30"/>
                  <p:cNvSpPr/>
                  <p:nvPr/>
                </p:nvSpPr>
                <p:spPr>
                  <a:xfrm>
                    <a:off x="1007453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0" name="Google Shape;4830;p30"/>
                  <p:cNvSpPr/>
                  <p:nvPr/>
                </p:nvSpPr>
                <p:spPr>
                  <a:xfrm>
                    <a:off x="1014772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1" name="Google Shape;4831;p30"/>
                  <p:cNvSpPr/>
                  <p:nvPr/>
                </p:nvSpPr>
                <p:spPr>
                  <a:xfrm>
                    <a:off x="1021041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832" name="Google Shape;4832;p30"/>
                <p:cNvGrpSpPr/>
                <p:nvPr/>
              </p:nvGrpSpPr>
              <p:grpSpPr>
                <a:xfrm>
                  <a:off x="7658325" y="371931"/>
                  <a:ext cx="945022" cy="73279"/>
                  <a:chOff x="13000570" y="612693"/>
                  <a:chExt cx="606211" cy="73279"/>
                </a:xfrm>
              </p:grpSpPr>
              <p:sp>
                <p:nvSpPr>
                  <p:cNvPr id="4833" name="Google Shape;4833;p30"/>
                  <p:cNvSpPr/>
                  <p:nvPr/>
                </p:nvSpPr>
                <p:spPr>
                  <a:xfrm>
                    <a:off x="13000570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4" name="Google Shape;4834;p30"/>
                  <p:cNvSpPr/>
                  <p:nvPr/>
                </p:nvSpPr>
                <p:spPr>
                  <a:xfrm>
                    <a:off x="13073751" y="612693"/>
                    <a:ext cx="52413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529" y="0"/>
                        </a:lnTo>
                        <a:lnTo>
                          <a:pt x="529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5" name="Google Shape;4835;p30"/>
                  <p:cNvSpPr/>
                  <p:nvPr/>
                </p:nvSpPr>
                <p:spPr>
                  <a:xfrm>
                    <a:off x="13136449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6" name="Google Shape;4836;p30"/>
                  <p:cNvSpPr/>
                  <p:nvPr/>
                </p:nvSpPr>
                <p:spPr>
                  <a:xfrm>
                    <a:off x="1319914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7" name="Google Shape;4837;p30"/>
                  <p:cNvSpPr/>
                  <p:nvPr/>
                </p:nvSpPr>
                <p:spPr>
                  <a:xfrm>
                    <a:off x="13272327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8" name="Google Shape;4838;p30"/>
                  <p:cNvSpPr/>
                  <p:nvPr/>
                </p:nvSpPr>
                <p:spPr>
                  <a:xfrm>
                    <a:off x="1333502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9" name="Google Shape;4839;p30"/>
                  <p:cNvSpPr/>
                  <p:nvPr/>
                </p:nvSpPr>
                <p:spPr>
                  <a:xfrm>
                    <a:off x="1340820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0" name="Google Shape;4840;p30"/>
                  <p:cNvSpPr/>
                  <p:nvPr/>
                </p:nvSpPr>
                <p:spPr>
                  <a:xfrm>
                    <a:off x="13470903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0" y="740"/>
                        </a:moveTo>
                        <a:lnTo>
                          <a:pt x="0" y="740"/>
                        </a:lnTo>
                        <a:lnTo>
                          <a:pt x="634" y="0"/>
                        </a:lnTo>
                        <a:lnTo>
                          <a:pt x="634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1" name="Google Shape;4841;p30"/>
                  <p:cNvSpPr/>
                  <p:nvPr/>
                </p:nvSpPr>
                <p:spPr>
                  <a:xfrm>
                    <a:off x="13543985" y="612693"/>
                    <a:ext cx="62797" cy="73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5" h="741" extrusionOk="0">
                        <a:moveTo>
                          <a:pt x="1" y="740"/>
                        </a:moveTo>
                        <a:lnTo>
                          <a:pt x="1" y="740"/>
                        </a:lnTo>
                        <a:lnTo>
                          <a:pt x="635" y="0"/>
                        </a:lnTo>
                        <a:lnTo>
                          <a:pt x="635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24000">
                        <a:schemeClr val="lt2"/>
                      </a:gs>
                      <a:gs pos="45000">
                        <a:schemeClr val="lt2"/>
                      </a:gs>
                      <a:gs pos="76000">
                        <a:schemeClr val="lt2"/>
                      </a:gs>
                      <a:gs pos="100000">
                        <a:schemeClr val="dk1"/>
                      </a:gs>
                    </a:gsLst>
                    <a:lin ang="5400012" scaled="0"/>
                  </a:gra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4842" name="Google Shape;4842;p30"/>
          <p:cNvGrpSpPr/>
          <p:nvPr/>
        </p:nvGrpSpPr>
        <p:grpSpPr>
          <a:xfrm rot="5400000" flipH="1">
            <a:off x="8105638" y="1301443"/>
            <a:ext cx="1495566" cy="476360"/>
            <a:chOff x="4440625" y="1955050"/>
            <a:chExt cx="825550" cy="262950"/>
          </a:xfrm>
        </p:grpSpPr>
        <p:sp>
          <p:nvSpPr>
            <p:cNvPr id="4843" name="Google Shape;4843;p30"/>
            <p:cNvSpPr/>
            <p:nvPr/>
          </p:nvSpPr>
          <p:spPr>
            <a:xfrm>
              <a:off x="4440625" y="1955050"/>
              <a:ext cx="825550" cy="262950"/>
            </a:xfrm>
            <a:custGeom>
              <a:avLst/>
              <a:gdLst/>
              <a:ahLst/>
              <a:cxnLst/>
              <a:rect l="l" t="t" r="r" b="b"/>
              <a:pathLst>
                <a:path w="33022" h="10518" extrusionOk="0">
                  <a:moveTo>
                    <a:pt x="21149" y="0"/>
                  </a:moveTo>
                  <a:cubicBezTo>
                    <a:pt x="21003" y="0"/>
                    <a:pt x="20856" y="17"/>
                    <a:pt x="20711" y="52"/>
                  </a:cubicBezTo>
                  <a:lnTo>
                    <a:pt x="20560" y="90"/>
                  </a:lnTo>
                  <a:lnTo>
                    <a:pt x="20484" y="103"/>
                  </a:lnTo>
                  <a:cubicBezTo>
                    <a:pt x="20371" y="140"/>
                    <a:pt x="20208" y="191"/>
                    <a:pt x="20019" y="254"/>
                  </a:cubicBezTo>
                  <a:lnTo>
                    <a:pt x="19956" y="279"/>
                  </a:lnTo>
                  <a:cubicBezTo>
                    <a:pt x="19780" y="342"/>
                    <a:pt x="19579" y="430"/>
                    <a:pt x="19365" y="530"/>
                  </a:cubicBezTo>
                  <a:lnTo>
                    <a:pt x="19290" y="568"/>
                  </a:lnTo>
                  <a:cubicBezTo>
                    <a:pt x="19152" y="643"/>
                    <a:pt x="19026" y="706"/>
                    <a:pt x="18887" y="794"/>
                  </a:cubicBezTo>
                  <a:lnTo>
                    <a:pt x="18774" y="794"/>
                  </a:lnTo>
                  <a:cubicBezTo>
                    <a:pt x="18334" y="832"/>
                    <a:pt x="17894" y="882"/>
                    <a:pt x="17454" y="970"/>
                  </a:cubicBezTo>
                  <a:cubicBezTo>
                    <a:pt x="17341" y="945"/>
                    <a:pt x="17240" y="945"/>
                    <a:pt x="17140" y="945"/>
                  </a:cubicBezTo>
                  <a:lnTo>
                    <a:pt x="16762" y="945"/>
                  </a:lnTo>
                  <a:cubicBezTo>
                    <a:pt x="16486" y="970"/>
                    <a:pt x="16209" y="1021"/>
                    <a:pt x="15932" y="1084"/>
                  </a:cubicBezTo>
                  <a:lnTo>
                    <a:pt x="15882" y="1096"/>
                  </a:lnTo>
                  <a:cubicBezTo>
                    <a:pt x="15543" y="1184"/>
                    <a:pt x="15228" y="1285"/>
                    <a:pt x="14901" y="1423"/>
                  </a:cubicBezTo>
                  <a:lnTo>
                    <a:pt x="14864" y="1436"/>
                  </a:lnTo>
                  <a:cubicBezTo>
                    <a:pt x="14612" y="1549"/>
                    <a:pt x="14373" y="1662"/>
                    <a:pt x="14159" y="1775"/>
                  </a:cubicBezTo>
                  <a:cubicBezTo>
                    <a:pt x="14065" y="1764"/>
                    <a:pt x="13971" y="1758"/>
                    <a:pt x="13877" y="1758"/>
                  </a:cubicBezTo>
                  <a:cubicBezTo>
                    <a:pt x="13657" y="1758"/>
                    <a:pt x="13440" y="1789"/>
                    <a:pt x="13229" y="1851"/>
                  </a:cubicBezTo>
                  <a:cubicBezTo>
                    <a:pt x="12927" y="1939"/>
                    <a:pt x="12600" y="1989"/>
                    <a:pt x="12286" y="2002"/>
                  </a:cubicBezTo>
                  <a:lnTo>
                    <a:pt x="12248" y="2002"/>
                  </a:lnTo>
                  <a:cubicBezTo>
                    <a:pt x="11883" y="1939"/>
                    <a:pt x="11506" y="1914"/>
                    <a:pt x="11141" y="1914"/>
                  </a:cubicBezTo>
                  <a:cubicBezTo>
                    <a:pt x="10613" y="1914"/>
                    <a:pt x="10085" y="1989"/>
                    <a:pt x="9582" y="2115"/>
                  </a:cubicBezTo>
                  <a:cubicBezTo>
                    <a:pt x="9392" y="2051"/>
                    <a:pt x="9196" y="2021"/>
                    <a:pt x="9000" y="2021"/>
                  </a:cubicBezTo>
                  <a:cubicBezTo>
                    <a:pt x="8652" y="2021"/>
                    <a:pt x="8308" y="2118"/>
                    <a:pt x="8010" y="2303"/>
                  </a:cubicBezTo>
                  <a:lnTo>
                    <a:pt x="7897" y="2366"/>
                  </a:lnTo>
                  <a:lnTo>
                    <a:pt x="7809" y="2429"/>
                  </a:lnTo>
                  <a:cubicBezTo>
                    <a:pt x="7784" y="2454"/>
                    <a:pt x="7708" y="2492"/>
                    <a:pt x="7620" y="2542"/>
                  </a:cubicBezTo>
                  <a:cubicBezTo>
                    <a:pt x="7583" y="2567"/>
                    <a:pt x="7545" y="2593"/>
                    <a:pt x="7507" y="2605"/>
                  </a:cubicBezTo>
                  <a:cubicBezTo>
                    <a:pt x="7482" y="2630"/>
                    <a:pt x="7394" y="2681"/>
                    <a:pt x="7231" y="2781"/>
                  </a:cubicBezTo>
                  <a:lnTo>
                    <a:pt x="7180" y="2806"/>
                  </a:lnTo>
                  <a:cubicBezTo>
                    <a:pt x="7055" y="2882"/>
                    <a:pt x="6941" y="2945"/>
                    <a:pt x="6841" y="2995"/>
                  </a:cubicBezTo>
                  <a:lnTo>
                    <a:pt x="6753" y="3045"/>
                  </a:lnTo>
                  <a:cubicBezTo>
                    <a:pt x="6627" y="3096"/>
                    <a:pt x="6514" y="3158"/>
                    <a:pt x="6426" y="3196"/>
                  </a:cubicBezTo>
                  <a:cubicBezTo>
                    <a:pt x="6199" y="3158"/>
                    <a:pt x="5973" y="3108"/>
                    <a:pt x="5759" y="3070"/>
                  </a:cubicBezTo>
                  <a:cubicBezTo>
                    <a:pt x="4716" y="2857"/>
                    <a:pt x="3684" y="2618"/>
                    <a:pt x="2892" y="2442"/>
                  </a:cubicBezTo>
                  <a:cubicBezTo>
                    <a:pt x="2741" y="2404"/>
                    <a:pt x="2578" y="2391"/>
                    <a:pt x="2427" y="2391"/>
                  </a:cubicBezTo>
                  <a:cubicBezTo>
                    <a:pt x="1962" y="2391"/>
                    <a:pt x="1509" y="2542"/>
                    <a:pt x="1144" y="2831"/>
                  </a:cubicBezTo>
                  <a:cubicBezTo>
                    <a:pt x="0" y="3737"/>
                    <a:pt x="226" y="5535"/>
                    <a:pt x="1559" y="6126"/>
                  </a:cubicBezTo>
                  <a:cubicBezTo>
                    <a:pt x="2565" y="6579"/>
                    <a:pt x="3622" y="6906"/>
                    <a:pt x="4703" y="7145"/>
                  </a:cubicBezTo>
                  <a:cubicBezTo>
                    <a:pt x="5244" y="7258"/>
                    <a:pt x="5797" y="7371"/>
                    <a:pt x="6388" y="7472"/>
                  </a:cubicBezTo>
                  <a:cubicBezTo>
                    <a:pt x="6476" y="7522"/>
                    <a:pt x="6552" y="7572"/>
                    <a:pt x="6640" y="7622"/>
                  </a:cubicBezTo>
                  <a:lnTo>
                    <a:pt x="6690" y="7660"/>
                  </a:lnTo>
                  <a:cubicBezTo>
                    <a:pt x="6765" y="7710"/>
                    <a:pt x="6841" y="7761"/>
                    <a:pt x="6904" y="7824"/>
                  </a:cubicBezTo>
                  <a:cubicBezTo>
                    <a:pt x="6941" y="7849"/>
                    <a:pt x="6992" y="7887"/>
                    <a:pt x="7029" y="7912"/>
                  </a:cubicBezTo>
                  <a:lnTo>
                    <a:pt x="7105" y="7975"/>
                  </a:lnTo>
                  <a:cubicBezTo>
                    <a:pt x="7130" y="8000"/>
                    <a:pt x="7155" y="8025"/>
                    <a:pt x="7180" y="8050"/>
                  </a:cubicBezTo>
                  <a:lnTo>
                    <a:pt x="7293" y="8151"/>
                  </a:lnTo>
                  <a:cubicBezTo>
                    <a:pt x="7595" y="8415"/>
                    <a:pt x="7960" y="8578"/>
                    <a:pt x="8350" y="8628"/>
                  </a:cubicBezTo>
                  <a:lnTo>
                    <a:pt x="8476" y="8716"/>
                  </a:lnTo>
                  <a:lnTo>
                    <a:pt x="8538" y="8754"/>
                  </a:lnTo>
                  <a:cubicBezTo>
                    <a:pt x="8702" y="8867"/>
                    <a:pt x="8853" y="8955"/>
                    <a:pt x="8978" y="9043"/>
                  </a:cubicBezTo>
                  <a:lnTo>
                    <a:pt x="9041" y="9094"/>
                  </a:lnTo>
                  <a:lnTo>
                    <a:pt x="9393" y="9307"/>
                  </a:lnTo>
                  <a:lnTo>
                    <a:pt x="9456" y="9333"/>
                  </a:lnTo>
                  <a:lnTo>
                    <a:pt x="9595" y="9421"/>
                  </a:lnTo>
                  <a:cubicBezTo>
                    <a:pt x="9834" y="9559"/>
                    <a:pt x="10098" y="9634"/>
                    <a:pt x="10374" y="9660"/>
                  </a:cubicBezTo>
                  <a:cubicBezTo>
                    <a:pt x="10664" y="9798"/>
                    <a:pt x="10940" y="9911"/>
                    <a:pt x="11204" y="9999"/>
                  </a:cubicBezTo>
                  <a:lnTo>
                    <a:pt x="11255" y="10024"/>
                  </a:lnTo>
                  <a:cubicBezTo>
                    <a:pt x="11544" y="10112"/>
                    <a:pt x="11833" y="10188"/>
                    <a:pt x="12135" y="10251"/>
                  </a:cubicBezTo>
                  <a:cubicBezTo>
                    <a:pt x="12223" y="10276"/>
                    <a:pt x="12311" y="10288"/>
                    <a:pt x="12374" y="10288"/>
                  </a:cubicBezTo>
                  <a:lnTo>
                    <a:pt x="12474" y="10313"/>
                  </a:lnTo>
                  <a:cubicBezTo>
                    <a:pt x="12555" y="10323"/>
                    <a:pt x="12636" y="10328"/>
                    <a:pt x="12717" y="10328"/>
                  </a:cubicBezTo>
                  <a:cubicBezTo>
                    <a:pt x="12953" y="10328"/>
                    <a:pt x="13189" y="10288"/>
                    <a:pt x="13405" y="10213"/>
                  </a:cubicBezTo>
                  <a:cubicBezTo>
                    <a:pt x="14637" y="10401"/>
                    <a:pt x="15882" y="10502"/>
                    <a:pt x="17140" y="10515"/>
                  </a:cubicBezTo>
                  <a:cubicBezTo>
                    <a:pt x="17232" y="10517"/>
                    <a:pt x="17325" y="10518"/>
                    <a:pt x="17418" y="10518"/>
                  </a:cubicBezTo>
                  <a:cubicBezTo>
                    <a:pt x="17885" y="10518"/>
                    <a:pt x="18363" y="10492"/>
                    <a:pt x="18825" y="10439"/>
                  </a:cubicBezTo>
                  <a:cubicBezTo>
                    <a:pt x="19013" y="10414"/>
                    <a:pt x="19189" y="10364"/>
                    <a:pt x="19353" y="10301"/>
                  </a:cubicBezTo>
                  <a:lnTo>
                    <a:pt x="19655" y="10351"/>
                  </a:lnTo>
                  <a:lnTo>
                    <a:pt x="19705" y="10351"/>
                  </a:lnTo>
                  <a:cubicBezTo>
                    <a:pt x="20019" y="10389"/>
                    <a:pt x="20296" y="10414"/>
                    <a:pt x="20547" y="10439"/>
                  </a:cubicBezTo>
                  <a:lnTo>
                    <a:pt x="20585" y="10439"/>
                  </a:lnTo>
                  <a:cubicBezTo>
                    <a:pt x="20837" y="10452"/>
                    <a:pt x="21038" y="10464"/>
                    <a:pt x="21189" y="10464"/>
                  </a:cubicBezTo>
                  <a:lnTo>
                    <a:pt x="21465" y="10464"/>
                  </a:lnTo>
                  <a:cubicBezTo>
                    <a:pt x="21993" y="10464"/>
                    <a:pt x="22496" y="10238"/>
                    <a:pt x="22849" y="9861"/>
                  </a:cubicBezTo>
                  <a:cubicBezTo>
                    <a:pt x="23100" y="9773"/>
                    <a:pt x="23352" y="9697"/>
                    <a:pt x="23603" y="9609"/>
                  </a:cubicBezTo>
                  <a:cubicBezTo>
                    <a:pt x="23892" y="9509"/>
                    <a:pt x="24383" y="9345"/>
                    <a:pt x="24559" y="9307"/>
                  </a:cubicBezTo>
                  <a:cubicBezTo>
                    <a:pt x="25313" y="9257"/>
                    <a:pt x="26357" y="9245"/>
                    <a:pt x="26395" y="9245"/>
                  </a:cubicBezTo>
                  <a:cubicBezTo>
                    <a:pt x="26747" y="9245"/>
                    <a:pt x="27099" y="9157"/>
                    <a:pt x="27426" y="9006"/>
                  </a:cubicBezTo>
                  <a:cubicBezTo>
                    <a:pt x="27523" y="9022"/>
                    <a:pt x="27620" y="9029"/>
                    <a:pt x="27716" y="9029"/>
                  </a:cubicBezTo>
                  <a:cubicBezTo>
                    <a:pt x="28309" y="9029"/>
                    <a:pt x="28880" y="8738"/>
                    <a:pt x="29237" y="8251"/>
                  </a:cubicBezTo>
                  <a:cubicBezTo>
                    <a:pt x="29287" y="8226"/>
                    <a:pt x="29337" y="8226"/>
                    <a:pt x="29400" y="8226"/>
                  </a:cubicBezTo>
                  <a:cubicBezTo>
                    <a:pt x="32267" y="7987"/>
                    <a:pt x="32946" y="6554"/>
                    <a:pt x="33009" y="5397"/>
                  </a:cubicBezTo>
                  <a:cubicBezTo>
                    <a:pt x="33022" y="5309"/>
                    <a:pt x="33022" y="5221"/>
                    <a:pt x="33009" y="5133"/>
                  </a:cubicBezTo>
                  <a:cubicBezTo>
                    <a:pt x="32934" y="3687"/>
                    <a:pt x="31726" y="3058"/>
                    <a:pt x="31072" y="2718"/>
                  </a:cubicBezTo>
                  <a:cubicBezTo>
                    <a:pt x="30821" y="2593"/>
                    <a:pt x="30582" y="2454"/>
                    <a:pt x="30356" y="2291"/>
                  </a:cubicBezTo>
                  <a:cubicBezTo>
                    <a:pt x="29928" y="1964"/>
                    <a:pt x="29438" y="1737"/>
                    <a:pt x="28922" y="1624"/>
                  </a:cubicBezTo>
                  <a:cubicBezTo>
                    <a:pt x="28847" y="1536"/>
                    <a:pt x="28759" y="1461"/>
                    <a:pt x="28671" y="1398"/>
                  </a:cubicBezTo>
                  <a:cubicBezTo>
                    <a:pt x="28432" y="1209"/>
                    <a:pt x="27514" y="606"/>
                    <a:pt x="25942" y="354"/>
                  </a:cubicBezTo>
                  <a:cubicBezTo>
                    <a:pt x="25791" y="329"/>
                    <a:pt x="25602" y="304"/>
                    <a:pt x="25389" y="279"/>
                  </a:cubicBezTo>
                  <a:cubicBezTo>
                    <a:pt x="25099" y="115"/>
                    <a:pt x="24772" y="27"/>
                    <a:pt x="24446" y="27"/>
                  </a:cubicBezTo>
                  <a:lnTo>
                    <a:pt x="24207" y="27"/>
                  </a:lnTo>
                  <a:lnTo>
                    <a:pt x="24093" y="40"/>
                  </a:lnTo>
                  <a:cubicBezTo>
                    <a:pt x="23993" y="52"/>
                    <a:pt x="23842" y="78"/>
                    <a:pt x="23666" y="115"/>
                  </a:cubicBezTo>
                  <a:lnTo>
                    <a:pt x="23603" y="128"/>
                  </a:lnTo>
                  <a:cubicBezTo>
                    <a:pt x="23515" y="103"/>
                    <a:pt x="23427" y="90"/>
                    <a:pt x="23352" y="90"/>
                  </a:cubicBezTo>
                  <a:cubicBezTo>
                    <a:pt x="23289" y="78"/>
                    <a:pt x="23100" y="65"/>
                    <a:pt x="22811" y="65"/>
                  </a:cubicBezTo>
                  <a:cubicBezTo>
                    <a:pt x="22559" y="65"/>
                    <a:pt x="22220" y="78"/>
                    <a:pt x="21792" y="115"/>
                  </a:cubicBezTo>
                  <a:cubicBezTo>
                    <a:pt x="21588" y="40"/>
                    <a:pt x="21370" y="0"/>
                    <a:pt x="211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3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30"/>
            <p:cNvSpPr/>
            <p:nvPr/>
          </p:nvSpPr>
          <p:spPr>
            <a:xfrm>
              <a:off x="4497525" y="2001925"/>
              <a:ext cx="721175" cy="168925"/>
            </a:xfrm>
            <a:custGeom>
              <a:avLst/>
              <a:gdLst/>
              <a:ahLst/>
              <a:cxnLst/>
              <a:rect l="l" t="t" r="r" b="b"/>
              <a:pathLst>
                <a:path w="28847" h="6757" extrusionOk="0">
                  <a:moveTo>
                    <a:pt x="18875" y="1"/>
                  </a:moveTo>
                  <a:lnTo>
                    <a:pt x="18724" y="39"/>
                  </a:lnTo>
                  <a:cubicBezTo>
                    <a:pt x="18636" y="64"/>
                    <a:pt x="18510" y="101"/>
                    <a:pt x="18359" y="152"/>
                  </a:cubicBezTo>
                  <a:cubicBezTo>
                    <a:pt x="18208" y="202"/>
                    <a:pt x="18058" y="277"/>
                    <a:pt x="17894" y="353"/>
                  </a:cubicBezTo>
                  <a:cubicBezTo>
                    <a:pt x="17718" y="428"/>
                    <a:pt x="17567" y="541"/>
                    <a:pt x="17404" y="642"/>
                  </a:cubicBezTo>
                  <a:cubicBezTo>
                    <a:pt x="17253" y="730"/>
                    <a:pt x="17127" y="856"/>
                    <a:pt x="17001" y="956"/>
                  </a:cubicBezTo>
                  <a:lnTo>
                    <a:pt x="16976" y="994"/>
                  </a:lnTo>
                  <a:cubicBezTo>
                    <a:pt x="16976" y="944"/>
                    <a:pt x="16938" y="894"/>
                    <a:pt x="16901" y="868"/>
                  </a:cubicBezTo>
                  <a:cubicBezTo>
                    <a:pt x="16828" y="827"/>
                    <a:pt x="16746" y="802"/>
                    <a:pt x="16663" y="802"/>
                  </a:cubicBezTo>
                  <a:cubicBezTo>
                    <a:pt x="16646" y="802"/>
                    <a:pt x="16629" y="803"/>
                    <a:pt x="16611" y="806"/>
                  </a:cubicBezTo>
                  <a:cubicBezTo>
                    <a:pt x="15668" y="868"/>
                    <a:pt x="14750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3" y="1623"/>
                    <a:pt x="13342" y="1522"/>
                    <a:pt x="13518" y="1434"/>
                  </a:cubicBezTo>
                  <a:cubicBezTo>
                    <a:pt x="13719" y="1321"/>
                    <a:pt x="13933" y="1233"/>
                    <a:pt x="14159" y="1145"/>
                  </a:cubicBezTo>
                  <a:cubicBezTo>
                    <a:pt x="14323" y="1082"/>
                    <a:pt x="14486" y="1032"/>
                    <a:pt x="14662" y="994"/>
                  </a:cubicBezTo>
                  <a:cubicBezTo>
                    <a:pt x="14725" y="982"/>
                    <a:pt x="14776" y="969"/>
                    <a:pt x="14813" y="956"/>
                  </a:cubicBezTo>
                  <a:lnTo>
                    <a:pt x="14876" y="944"/>
                  </a:lnTo>
                  <a:lnTo>
                    <a:pt x="14662" y="944"/>
                  </a:lnTo>
                  <a:cubicBezTo>
                    <a:pt x="14461" y="956"/>
                    <a:pt x="14273" y="994"/>
                    <a:pt x="14084" y="1032"/>
                  </a:cubicBezTo>
                  <a:cubicBezTo>
                    <a:pt x="13845" y="1095"/>
                    <a:pt x="13593" y="1183"/>
                    <a:pt x="13355" y="1283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74" y="1761"/>
                    <a:pt x="12160" y="1900"/>
                    <a:pt x="11934" y="2013"/>
                  </a:cubicBezTo>
                  <a:cubicBezTo>
                    <a:pt x="11946" y="2000"/>
                    <a:pt x="11946" y="1975"/>
                    <a:pt x="11946" y="1950"/>
                  </a:cubicBezTo>
                  <a:cubicBezTo>
                    <a:pt x="11946" y="1912"/>
                    <a:pt x="11921" y="1874"/>
                    <a:pt x="11883" y="1849"/>
                  </a:cubicBezTo>
                  <a:cubicBezTo>
                    <a:pt x="11809" y="1791"/>
                    <a:pt x="11713" y="1761"/>
                    <a:pt x="11617" y="1761"/>
                  </a:cubicBezTo>
                  <a:cubicBezTo>
                    <a:pt x="11566" y="1761"/>
                    <a:pt x="11516" y="1769"/>
                    <a:pt x="11468" y="1786"/>
                  </a:cubicBezTo>
                  <a:cubicBezTo>
                    <a:pt x="11219" y="1849"/>
                    <a:pt x="10558" y="1997"/>
                    <a:pt x="10030" y="1997"/>
                  </a:cubicBezTo>
                  <a:cubicBezTo>
                    <a:pt x="9919" y="1997"/>
                    <a:pt x="9814" y="1990"/>
                    <a:pt x="9720" y="1975"/>
                  </a:cubicBezTo>
                  <a:cubicBezTo>
                    <a:pt x="9411" y="1928"/>
                    <a:pt x="9147" y="1900"/>
                    <a:pt x="8882" y="1900"/>
                  </a:cubicBezTo>
                  <a:cubicBezTo>
                    <a:pt x="8374" y="1900"/>
                    <a:pt x="7865" y="2004"/>
                    <a:pt x="7029" y="2277"/>
                  </a:cubicBezTo>
                  <a:cubicBezTo>
                    <a:pt x="6791" y="2352"/>
                    <a:pt x="6501" y="2453"/>
                    <a:pt x="6200" y="2579"/>
                  </a:cubicBezTo>
                  <a:cubicBezTo>
                    <a:pt x="6300" y="2491"/>
                    <a:pt x="6388" y="2415"/>
                    <a:pt x="6464" y="2340"/>
                  </a:cubicBezTo>
                  <a:cubicBezTo>
                    <a:pt x="6552" y="2252"/>
                    <a:pt x="6614" y="2164"/>
                    <a:pt x="6665" y="2113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8" y="2201"/>
                    <a:pt x="6313" y="2277"/>
                  </a:cubicBezTo>
                  <a:cubicBezTo>
                    <a:pt x="6187" y="2352"/>
                    <a:pt x="6049" y="2440"/>
                    <a:pt x="5885" y="2528"/>
                  </a:cubicBezTo>
                  <a:cubicBezTo>
                    <a:pt x="5722" y="2616"/>
                    <a:pt x="5558" y="2717"/>
                    <a:pt x="5382" y="2805"/>
                  </a:cubicBezTo>
                  <a:cubicBezTo>
                    <a:pt x="5206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6" y="3270"/>
                  </a:cubicBezTo>
                  <a:cubicBezTo>
                    <a:pt x="3961" y="3195"/>
                    <a:pt x="3534" y="3119"/>
                    <a:pt x="3119" y="3031"/>
                  </a:cubicBezTo>
                  <a:cubicBezTo>
                    <a:pt x="2138" y="2843"/>
                    <a:pt x="1170" y="2629"/>
                    <a:pt x="201" y="2403"/>
                  </a:cubicBezTo>
                  <a:cubicBezTo>
                    <a:pt x="188" y="2399"/>
                    <a:pt x="174" y="2398"/>
                    <a:pt x="161" y="2398"/>
                  </a:cubicBezTo>
                  <a:cubicBezTo>
                    <a:pt x="124" y="2398"/>
                    <a:pt x="87" y="2409"/>
                    <a:pt x="50" y="2428"/>
                  </a:cubicBezTo>
                  <a:cubicBezTo>
                    <a:pt x="0" y="2465"/>
                    <a:pt x="13" y="2516"/>
                    <a:pt x="63" y="2541"/>
                  </a:cubicBezTo>
                  <a:cubicBezTo>
                    <a:pt x="968" y="2931"/>
                    <a:pt x="1899" y="3232"/>
                    <a:pt x="2855" y="3434"/>
                  </a:cubicBezTo>
                  <a:cubicBezTo>
                    <a:pt x="3458" y="3572"/>
                    <a:pt x="4074" y="3685"/>
                    <a:pt x="4703" y="3786"/>
                  </a:cubicBezTo>
                  <a:lnTo>
                    <a:pt x="4816" y="3849"/>
                  </a:lnTo>
                  <a:cubicBezTo>
                    <a:pt x="5030" y="3937"/>
                    <a:pt x="5231" y="4050"/>
                    <a:pt x="5420" y="4188"/>
                  </a:cubicBezTo>
                  <a:cubicBezTo>
                    <a:pt x="5583" y="4289"/>
                    <a:pt x="5734" y="4389"/>
                    <a:pt x="5873" y="4515"/>
                  </a:cubicBezTo>
                  <a:cubicBezTo>
                    <a:pt x="5948" y="4565"/>
                    <a:pt x="5998" y="4616"/>
                    <a:pt x="6049" y="4666"/>
                  </a:cubicBezTo>
                  <a:cubicBezTo>
                    <a:pt x="6099" y="4691"/>
                    <a:pt x="6137" y="4741"/>
                    <a:pt x="6174" y="4779"/>
                  </a:cubicBezTo>
                  <a:lnTo>
                    <a:pt x="6288" y="4880"/>
                  </a:lnTo>
                  <a:lnTo>
                    <a:pt x="6237" y="4754"/>
                  </a:lnTo>
                  <a:cubicBezTo>
                    <a:pt x="6212" y="4716"/>
                    <a:pt x="6187" y="4666"/>
                    <a:pt x="6162" y="4628"/>
                  </a:cubicBezTo>
                  <a:cubicBezTo>
                    <a:pt x="6124" y="4565"/>
                    <a:pt x="6086" y="4503"/>
                    <a:pt x="6049" y="4452"/>
                  </a:cubicBezTo>
                  <a:cubicBezTo>
                    <a:pt x="5998" y="4389"/>
                    <a:pt x="5948" y="4326"/>
                    <a:pt x="5873" y="4264"/>
                  </a:cubicBezTo>
                  <a:lnTo>
                    <a:pt x="5873" y="4264"/>
                  </a:lnTo>
                  <a:cubicBezTo>
                    <a:pt x="5998" y="4352"/>
                    <a:pt x="6137" y="4452"/>
                    <a:pt x="6275" y="4565"/>
                  </a:cubicBezTo>
                  <a:cubicBezTo>
                    <a:pt x="6413" y="4679"/>
                    <a:pt x="6614" y="4817"/>
                    <a:pt x="6778" y="4943"/>
                  </a:cubicBezTo>
                  <a:cubicBezTo>
                    <a:pt x="6954" y="5068"/>
                    <a:pt x="7143" y="5182"/>
                    <a:pt x="7306" y="5295"/>
                  </a:cubicBezTo>
                  <a:cubicBezTo>
                    <a:pt x="7470" y="5421"/>
                    <a:pt x="7633" y="5521"/>
                    <a:pt x="7771" y="5609"/>
                  </a:cubicBezTo>
                  <a:lnTo>
                    <a:pt x="8123" y="5823"/>
                  </a:lnTo>
                  <a:lnTo>
                    <a:pt x="8262" y="5911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7" y="5546"/>
                  </a:lnTo>
                  <a:cubicBezTo>
                    <a:pt x="8224" y="5710"/>
                    <a:pt x="8501" y="5873"/>
                    <a:pt x="8777" y="6024"/>
                  </a:cubicBezTo>
                  <a:cubicBezTo>
                    <a:pt x="9041" y="6150"/>
                    <a:pt x="9305" y="6263"/>
                    <a:pt x="9582" y="6364"/>
                  </a:cubicBezTo>
                  <a:cubicBezTo>
                    <a:pt x="9796" y="6439"/>
                    <a:pt x="10010" y="6489"/>
                    <a:pt x="10223" y="6540"/>
                  </a:cubicBezTo>
                  <a:cubicBezTo>
                    <a:pt x="10311" y="6552"/>
                    <a:pt x="10374" y="6552"/>
                    <a:pt x="10425" y="6565"/>
                  </a:cubicBezTo>
                  <a:lnTo>
                    <a:pt x="10488" y="6577"/>
                  </a:lnTo>
                  <a:lnTo>
                    <a:pt x="10425" y="6552"/>
                  </a:lnTo>
                  <a:cubicBezTo>
                    <a:pt x="10387" y="6540"/>
                    <a:pt x="10324" y="6527"/>
                    <a:pt x="10261" y="6489"/>
                  </a:cubicBezTo>
                  <a:cubicBezTo>
                    <a:pt x="10060" y="6426"/>
                    <a:pt x="9884" y="6351"/>
                    <a:pt x="9695" y="6263"/>
                  </a:cubicBezTo>
                  <a:cubicBezTo>
                    <a:pt x="9456" y="6150"/>
                    <a:pt x="9230" y="6024"/>
                    <a:pt x="9004" y="5886"/>
                  </a:cubicBezTo>
                  <a:lnTo>
                    <a:pt x="9004" y="5886"/>
                  </a:lnTo>
                  <a:cubicBezTo>
                    <a:pt x="9632" y="6125"/>
                    <a:pt x="10274" y="6288"/>
                    <a:pt x="10940" y="6401"/>
                  </a:cubicBezTo>
                  <a:cubicBezTo>
                    <a:pt x="12600" y="6684"/>
                    <a:pt x="13917" y="6757"/>
                    <a:pt x="14831" y="6757"/>
                  </a:cubicBezTo>
                  <a:cubicBezTo>
                    <a:pt x="15744" y="6757"/>
                    <a:pt x="16253" y="6684"/>
                    <a:pt x="16297" y="6678"/>
                  </a:cubicBezTo>
                  <a:cubicBezTo>
                    <a:pt x="16410" y="6678"/>
                    <a:pt x="16523" y="6615"/>
                    <a:pt x="16574" y="6502"/>
                  </a:cubicBezTo>
                  <a:cubicBezTo>
                    <a:pt x="16574" y="6489"/>
                    <a:pt x="16574" y="6477"/>
                    <a:pt x="16574" y="6452"/>
                  </a:cubicBezTo>
                  <a:cubicBezTo>
                    <a:pt x="16574" y="6426"/>
                    <a:pt x="16561" y="6414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89" y="6502"/>
                    <a:pt x="17379" y="6552"/>
                    <a:pt x="17655" y="6590"/>
                  </a:cubicBezTo>
                  <a:cubicBezTo>
                    <a:pt x="17932" y="6640"/>
                    <a:pt x="18196" y="6653"/>
                    <a:pt x="18422" y="6678"/>
                  </a:cubicBezTo>
                  <a:cubicBezTo>
                    <a:pt x="18649" y="6691"/>
                    <a:pt x="18850" y="6691"/>
                    <a:pt x="18976" y="6691"/>
                  </a:cubicBezTo>
                  <a:lnTo>
                    <a:pt x="19189" y="6691"/>
                  </a:lnTo>
                  <a:lnTo>
                    <a:pt x="18988" y="6653"/>
                  </a:lnTo>
                  <a:cubicBezTo>
                    <a:pt x="18862" y="6628"/>
                    <a:pt x="18686" y="6603"/>
                    <a:pt x="18473" y="6552"/>
                  </a:cubicBezTo>
                  <a:lnTo>
                    <a:pt x="18422" y="6540"/>
                  </a:lnTo>
                  <a:cubicBezTo>
                    <a:pt x="19139" y="6477"/>
                    <a:pt x="19969" y="6188"/>
                    <a:pt x="20723" y="5936"/>
                  </a:cubicBezTo>
                  <a:cubicBezTo>
                    <a:pt x="21264" y="5760"/>
                    <a:pt x="21817" y="5571"/>
                    <a:pt x="22107" y="5546"/>
                  </a:cubicBezTo>
                  <a:cubicBezTo>
                    <a:pt x="22937" y="5483"/>
                    <a:pt x="24093" y="5471"/>
                    <a:pt x="24106" y="5471"/>
                  </a:cubicBezTo>
                  <a:cubicBezTo>
                    <a:pt x="24117" y="5472"/>
                    <a:pt x="24127" y="5472"/>
                    <a:pt x="24138" y="5472"/>
                  </a:cubicBezTo>
                  <a:cubicBezTo>
                    <a:pt x="24253" y="5472"/>
                    <a:pt x="24365" y="5412"/>
                    <a:pt x="24446" y="5320"/>
                  </a:cubicBezTo>
                  <a:cubicBezTo>
                    <a:pt x="24458" y="5295"/>
                    <a:pt x="24471" y="5270"/>
                    <a:pt x="24471" y="5244"/>
                  </a:cubicBezTo>
                  <a:cubicBezTo>
                    <a:pt x="24458" y="5169"/>
                    <a:pt x="24408" y="5106"/>
                    <a:pt x="24332" y="5081"/>
                  </a:cubicBezTo>
                  <a:cubicBezTo>
                    <a:pt x="23980" y="4918"/>
                    <a:pt x="23616" y="4779"/>
                    <a:pt x="23238" y="4653"/>
                  </a:cubicBezTo>
                  <a:lnTo>
                    <a:pt x="23238" y="4653"/>
                  </a:lnTo>
                  <a:cubicBezTo>
                    <a:pt x="23314" y="4666"/>
                    <a:pt x="23389" y="4691"/>
                    <a:pt x="23465" y="4704"/>
                  </a:cubicBezTo>
                  <a:lnTo>
                    <a:pt x="23540" y="4729"/>
                  </a:lnTo>
                  <a:cubicBezTo>
                    <a:pt x="23691" y="4767"/>
                    <a:pt x="23867" y="4817"/>
                    <a:pt x="24031" y="4880"/>
                  </a:cubicBezTo>
                  <a:cubicBezTo>
                    <a:pt x="24194" y="4930"/>
                    <a:pt x="24370" y="4968"/>
                    <a:pt x="24534" y="5018"/>
                  </a:cubicBezTo>
                  <a:cubicBezTo>
                    <a:pt x="24684" y="5068"/>
                    <a:pt x="24848" y="5106"/>
                    <a:pt x="24974" y="5144"/>
                  </a:cubicBezTo>
                  <a:cubicBezTo>
                    <a:pt x="25099" y="5182"/>
                    <a:pt x="25213" y="5207"/>
                    <a:pt x="25288" y="5232"/>
                  </a:cubicBezTo>
                  <a:lnTo>
                    <a:pt x="25414" y="5257"/>
                  </a:lnTo>
                  <a:lnTo>
                    <a:pt x="25326" y="5194"/>
                  </a:lnTo>
                  <a:cubicBezTo>
                    <a:pt x="25263" y="5156"/>
                    <a:pt x="25187" y="5106"/>
                    <a:pt x="25074" y="5043"/>
                  </a:cubicBezTo>
                  <a:lnTo>
                    <a:pt x="25024" y="5018"/>
                  </a:lnTo>
                  <a:lnTo>
                    <a:pt x="25049" y="5006"/>
                  </a:lnTo>
                  <a:cubicBezTo>
                    <a:pt x="25640" y="4716"/>
                    <a:pt x="26281" y="4528"/>
                    <a:pt x="26948" y="4465"/>
                  </a:cubicBezTo>
                  <a:cubicBezTo>
                    <a:pt x="28256" y="4352"/>
                    <a:pt x="28809" y="4037"/>
                    <a:pt x="28847" y="3396"/>
                  </a:cubicBezTo>
                  <a:cubicBezTo>
                    <a:pt x="28847" y="3383"/>
                    <a:pt x="28847" y="3358"/>
                    <a:pt x="28847" y="3346"/>
                  </a:cubicBezTo>
                  <a:cubicBezTo>
                    <a:pt x="28834" y="2968"/>
                    <a:pt x="28419" y="2742"/>
                    <a:pt x="27929" y="2503"/>
                  </a:cubicBezTo>
                  <a:cubicBezTo>
                    <a:pt x="27577" y="2327"/>
                    <a:pt x="27237" y="2126"/>
                    <a:pt x="26923" y="1887"/>
                  </a:cubicBezTo>
                  <a:cubicBezTo>
                    <a:pt x="26470" y="1535"/>
                    <a:pt x="25640" y="1409"/>
                    <a:pt x="24823" y="1384"/>
                  </a:cubicBezTo>
                  <a:lnTo>
                    <a:pt x="24999" y="1371"/>
                  </a:lnTo>
                  <a:cubicBezTo>
                    <a:pt x="25112" y="1371"/>
                    <a:pt x="25225" y="1321"/>
                    <a:pt x="25301" y="1233"/>
                  </a:cubicBezTo>
                  <a:cubicBezTo>
                    <a:pt x="25326" y="1208"/>
                    <a:pt x="25338" y="1170"/>
                    <a:pt x="25338" y="1133"/>
                  </a:cubicBezTo>
                  <a:cubicBezTo>
                    <a:pt x="25338" y="1082"/>
                    <a:pt x="25301" y="1044"/>
                    <a:pt x="25263" y="1019"/>
                  </a:cubicBezTo>
                  <a:cubicBezTo>
                    <a:pt x="25238" y="994"/>
                    <a:pt x="24596" y="529"/>
                    <a:pt x="23377" y="328"/>
                  </a:cubicBezTo>
                  <a:cubicBezTo>
                    <a:pt x="23013" y="255"/>
                    <a:pt x="22649" y="219"/>
                    <a:pt x="22285" y="219"/>
                  </a:cubicBezTo>
                  <a:cubicBezTo>
                    <a:pt x="22083" y="219"/>
                    <a:pt x="21881" y="230"/>
                    <a:pt x="21679" y="252"/>
                  </a:cubicBezTo>
                  <a:cubicBezTo>
                    <a:pt x="21729" y="227"/>
                    <a:pt x="21780" y="202"/>
                    <a:pt x="21817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26"/>
                  </a:lnTo>
                  <a:lnTo>
                    <a:pt x="22044" y="26"/>
                  </a:lnTo>
                  <a:cubicBezTo>
                    <a:pt x="21968" y="39"/>
                    <a:pt x="21868" y="51"/>
                    <a:pt x="21729" y="76"/>
                  </a:cubicBezTo>
                  <a:cubicBezTo>
                    <a:pt x="21604" y="101"/>
                    <a:pt x="21465" y="152"/>
                    <a:pt x="21314" y="202"/>
                  </a:cubicBezTo>
                  <a:lnTo>
                    <a:pt x="21189" y="252"/>
                  </a:lnTo>
                  <a:cubicBezTo>
                    <a:pt x="21138" y="152"/>
                    <a:pt x="21025" y="89"/>
                    <a:pt x="20912" y="89"/>
                  </a:cubicBezTo>
                  <a:cubicBezTo>
                    <a:pt x="20899" y="89"/>
                    <a:pt x="20786" y="81"/>
                    <a:pt x="20581" y="81"/>
                  </a:cubicBezTo>
                  <a:cubicBezTo>
                    <a:pt x="20192" y="81"/>
                    <a:pt x="19474" y="108"/>
                    <a:pt x="18485" y="265"/>
                  </a:cubicBezTo>
                  <a:lnTo>
                    <a:pt x="18447" y="265"/>
                  </a:lnTo>
                  <a:lnTo>
                    <a:pt x="18473" y="240"/>
                  </a:lnTo>
                  <a:cubicBezTo>
                    <a:pt x="18586" y="177"/>
                    <a:pt x="18686" y="114"/>
                    <a:pt x="18762" y="76"/>
                  </a:cubicBezTo>
                  <a:lnTo>
                    <a:pt x="188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30"/>
            <p:cNvSpPr/>
            <p:nvPr/>
          </p:nvSpPr>
          <p:spPr>
            <a:xfrm>
              <a:off x="4511975" y="2067325"/>
              <a:ext cx="607700" cy="37425"/>
            </a:xfrm>
            <a:custGeom>
              <a:avLst/>
              <a:gdLst/>
              <a:ahLst/>
              <a:cxnLst/>
              <a:rect l="l" t="t" r="r" b="b"/>
              <a:pathLst>
                <a:path w="24308" h="1497" extrusionOk="0">
                  <a:moveTo>
                    <a:pt x="1" y="0"/>
                  </a:moveTo>
                  <a:lnTo>
                    <a:pt x="1" y="0"/>
                  </a:lnTo>
                  <a:cubicBezTo>
                    <a:pt x="1874" y="579"/>
                    <a:pt x="3811" y="994"/>
                    <a:pt x="5760" y="1233"/>
                  </a:cubicBezTo>
                  <a:cubicBezTo>
                    <a:pt x="6766" y="1358"/>
                    <a:pt x="7810" y="1434"/>
                    <a:pt x="8841" y="1472"/>
                  </a:cubicBezTo>
                  <a:cubicBezTo>
                    <a:pt x="9356" y="1497"/>
                    <a:pt x="9884" y="1497"/>
                    <a:pt x="10400" y="1497"/>
                  </a:cubicBezTo>
                  <a:cubicBezTo>
                    <a:pt x="10928" y="1484"/>
                    <a:pt x="11444" y="1472"/>
                    <a:pt x="11972" y="1446"/>
                  </a:cubicBezTo>
                  <a:cubicBezTo>
                    <a:pt x="14047" y="1333"/>
                    <a:pt x="16121" y="1094"/>
                    <a:pt x="18171" y="717"/>
                  </a:cubicBezTo>
                  <a:cubicBezTo>
                    <a:pt x="19177" y="541"/>
                    <a:pt x="20183" y="340"/>
                    <a:pt x="21214" y="202"/>
                  </a:cubicBezTo>
                  <a:cubicBezTo>
                    <a:pt x="21784" y="124"/>
                    <a:pt x="22361" y="82"/>
                    <a:pt x="22939" y="82"/>
                  </a:cubicBezTo>
                  <a:cubicBezTo>
                    <a:pt x="23396" y="82"/>
                    <a:pt x="23853" y="108"/>
                    <a:pt x="24308" y="164"/>
                  </a:cubicBezTo>
                  <a:cubicBezTo>
                    <a:pt x="23780" y="93"/>
                    <a:pt x="23249" y="58"/>
                    <a:pt x="22718" y="58"/>
                  </a:cubicBezTo>
                  <a:cubicBezTo>
                    <a:pt x="22211" y="58"/>
                    <a:pt x="21705" y="90"/>
                    <a:pt x="21202" y="151"/>
                  </a:cubicBezTo>
                  <a:cubicBezTo>
                    <a:pt x="20171" y="277"/>
                    <a:pt x="19165" y="466"/>
                    <a:pt x="18133" y="629"/>
                  </a:cubicBezTo>
                  <a:cubicBezTo>
                    <a:pt x="16096" y="994"/>
                    <a:pt x="14034" y="1233"/>
                    <a:pt x="11972" y="1333"/>
                  </a:cubicBezTo>
                  <a:cubicBezTo>
                    <a:pt x="11456" y="1371"/>
                    <a:pt x="10941" y="1384"/>
                    <a:pt x="10413" y="1396"/>
                  </a:cubicBezTo>
                  <a:cubicBezTo>
                    <a:pt x="10274" y="1399"/>
                    <a:pt x="10136" y="1401"/>
                    <a:pt x="9998" y="1401"/>
                  </a:cubicBezTo>
                  <a:cubicBezTo>
                    <a:pt x="9621" y="1401"/>
                    <a:pt x="9243" y="1389"/>
                    <a:pt x="8866" y="1371"/>
                  </a:cubicBezTo>
                  <a:cubicBezTo>
                    <a:pt x="7835" y="1333"/>
                    <a:pt x="6816" y="1258"/>
                    <a:pt x="5810" y="1145"/>
                  </a:cubicBezTo>
                  <a:cubicBezTo>
                    <a:pt x="4804" y="1031"/>
                    <a:pt x="3811" y="868"/>
                    <a:pt x="2830" y="679"/>
                  </a:cubicBezTo>
                  <a:cubicBezTo>
                    <a:pt x="1862" y="491"/>
                    <a:pt x="919" y="26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30"/>
            <p:cNvSpPr/>
            <p:nvPr/>
          </p:nvSpPr>
          <p:spPr>
            <a:xfrm>
              <a:off x="4620425" y="2008975"/>
              <a:ext cx="589475" cy="156250"/>
            </a:xfrm>
            <a:custGeom>
              <a:avLst/>
              <a:gdLst/>
              <a:ahLst/>
              <a:cxnLst/>
              <a:rect l="l" t="t" r="r" b="b"/>
              <a:pathLst>
                <a:path w="23579" h="6250" extrusionOk="0">
                  <a:moveTo>
                    <a:pt x="18876" y="1643"/>
                  </a:moveTo>
                  <a:lnTo>
                    <a:pt x="18775" y="1668"/>
                  </a:lnTo>
                  <a:lnTo>
                    <a:pt x="18498" y="1743"/>
                  </a:lnTo>
                  <a:cubicBezTo>
                    <a:pt x="18385" y="1756"/>
                    <a:pt x="18259" y="1794"/>
                    <a:pt x="18109" y="1831"/>
                  </a:cubicBezTo>
                  <a:cubicBezTo>
                    <a:pt x="17970" y="1856"/>
                    <a:pt x="17819" y="1894"/>
                    <a:pt x="17668" y="1932"/>
                  </a:cubicBezTo>
                  <a:cubicBezTo>
                    <a:pt x="17518" y="1970"/>
                    <a:pt x="17367" y="1995"/>
                    <a:pt x="17228" y="2033"/>
                  </a:cubicBezTo>
                  <a:cubicBezTo>
                    <a:pt x="17103" y="2070"/>
                    <a:pt x="16964" y="2095"/>
                    <a:pt x="16851" y="2133"/>
                  </a:cubicBezTo>
                  <a:lnTo>
                    <a:pt x="16574" y="2196"/>
                  </a:lnTo>
                  <a:lnTo>
                    <a:pt x="16474" y="2221"/>
                  </a:lnTo>
                  <a:lnTo>
                    <a:pt x="16474" y="2221"/>
                  </a:lnTo>
                  <a:lnTo>
                    <a:pt x="16562" y="2171"/>
                  </a:lnTo>
                  <a:cubicBezTo>
                    <a:pt x="16625" y="2146"/>
                    <a:pt x="16700" y="2108"/>
                    <a:pt x="16813" y="2070"/>
                  </a:cubicBezTo>
                  <a:cubicBezTo>
                    <a:pt x="16914" y="2033"/>
                    <a:pt x="17040" y="1995"/>
                    <a:pt x="17178" y="1945"/>
                  </a:cubicBezTo>
                  <a:cubicBezTo>
                    <a:pt x="17316" y="1907"/>
                    <a:pt x="17467" y="1869"/>
                    <a:pt x="17618" y="1831"/>
                  </a:cubicBezTo>
                  <a:cubicBezTo>
                    <a:pt x="17769" y="1794"/>
                    <a:pt x="17933" y="1768"/>
                    <a:pt x="18071" y="1731"/>
                  </a:cubicBezTo>
                  <a:cubicBezTo>
                    <a:pt x="18222" y="1706"/>
                    <a:pt x="18360" y="1693"/>
                    <a:pt x="18486" y="1680"/>
                  </a:cubicBezTo>
                  <a:cubicBezTo>
                    <a:pt x="18599" y="1668"/>
                    <a:pt x="18700" y="1655"/>
                    <a:pt x="18775" y="1655"/>
                  </a:cubicBezTo>
                  <a:lnTo>
                    <a:pt x="18876" y="1643"/>
                  </a:lnTo>
                  <a:close/>
                  <a:moveTo>
                    <a:pt x="17341" y="443"/>
                  </a:moveTo>
                  <a:cubicBezTo>
                    <a:pt x="17396" y="443"/>
                    <a:pt x="17451" y="445"/>
                    <a:pt x="17505" y="448"/>
                  </a:cubicBezTo>
                  <a:cubicBezTo>
                    <a:pt x="17580" y="448"/>
                    <a:pt x="17631" y="461"/>
                    <a:pt x="17656" y="461"/>
                  </a:cubicBezTo>
                  <a:cubicBezTo>
                    <a:pt x="17618" y="461"/>
                    <a:pt x="17568" y="461"/>
                    <a:pt x="17492" y="473"/>
                  </a:cubicBezTo>
                  <a:cubicBezTo>
                    <a:pt x="17304" y="486"/>
                    <a:pt x="17115" y="524"/>
                    <a:pt x="16927" y="574"/>
                  </a:cubicBezTo>
                  <a:cubicBezTo>
                    <a:pt x="16688" y="624"/>
                    <a:pt x="16449" y="712"/>
                    <a:pt x="16235" y="825"/>
                  </a:cubicBezTo>
                  <a:cubicBezTo>
                    <a:pt x="16021" y="926"/>
                    <a:pt x="15820" y="1077"/>
                    <a:pt x="15657" y="1253"/>
                  </a:cubicBezTo>
                  <a:cubicBezTo>
                    <a:pt x="15493" y="1416"/>
                    <a:pt x="15342" y="1592"/>
                    <a:pt x="15204" y="1768"/>
                  </a:cubicBezTo>
                  <a:cubicBezTo>
                    <a:pt x="15078" y="1932"/>
                    <a:pt x="14927" y="2095"/>
                    <a:pt x="14764" y="2234"/>
                  </a:cubicBezTo>
                  <a:cubicBezTo>
                    <a:pt x="14625" y="2347"/>
                    <a:pt x="14487" y="2435"/>
                    <a:pt x="14336" y="2523"/>
                  </a:cubicBezTo>
                  <a:lnTo>
                    <a:pt x="14324" y="2523"/>
                  </a:lnTo>
                  <a:cubicBezTo>
                    <a:pt x="14261" y="2548"/>
                    <a:pt x="14198" y="2573"/>
                    <a:pt x="14122" y="2586"/>
                  </a:cubicBezTo>
                  <a:cubicBezTo>
                    <a:pt x="14185" y="2561"/>
                    <a:pt x="14236" y="2523"/>
                    <a:pt x="14286" y="2485"/>
                  </a:cubicBezTo>
                  <a:cubicBezTo>
                    <a:pt x="14399" y="2410"/>
                    <a:pt x="14512" y="2297"/>
                    <a:pt x="14600" y="2183"/>
                  </a:cubicBezTo>
                  <a:cubicBezTo>
                    <a:pt x="14739" y="2045"/>
                    <a:pt x="14852" y="1882"/>
                    <a:pt x="14940" y="1718"/>
                  </a:cubicBezTo>
                  <a:cubicBezTo>
                    <a:pt x="15065" y="1517"/>
                    <a:pt x="15216" y="1341"/>
                    <a:pt x="15367" y="1165"/>
                  </a:cubicBezTo>
                  <a:cubicBezTo>
                    <a:pt x="15568" y="964"/>
                    <a:pt x="15807" y="800"/>
                    <a:pt x="16071" y="687"/>
                  </a:cubicBezTo>
                  <a:cubicBezTo>
                    <a:pt x="16336" y="586"/>
                    <a:pt x="16612" y="511"/>
                    <a:pt x="16889" y="473"/>
                  </a:cubicBezTo>
                  <a:cubicBezTo>
                    <a:pt x="17036" y="455"/>
                    <a:pt x="17190" y="443"/>
                    <a:pt x="17341" y="443"/>
                  </a:cubicBezTo>
                  <a:close/>
                  <a:moveTo>
                    <a:pt x="3283" y="2322"/>
                  </a:moveTo>
                  <a:lnTo>
                    <a:pt x="3195" y="2359"/>
                  </a:lnTo>
                  <a:lnTo>
                    <a:pt x="2956" y="2435"/>
                  </a:lnTo>
                  <a:cubicBezTo>
                    <a:pt x="2855" y="2460"/>
                    <a:pt x="2742" y="2510"/>
                    <a:pt x="2616" y="2548"/>
                  </a:cubicBezTo>
                  <a:cubicBezTo>
                    <a:pt x="2478" y="2586"/>
                    <a:pt x="2352" y="2624"/>
                    <a:pt x="2227" y="2674"/>
                  </a:cubicBezTo>
                  <a:cubicBezTo>
                    <a:pt x="2088" y="2724"/>
                    <a:pt x="1950" y="2762"/>
                    <a:pt x="1837" y="2800"/>
                  </a:cubicBezTo>
                  <a:lnTo>
                    <a:pt x="1497" y="2913"/>
                  </a:lnTo>
                  <a:lnTo>
                    <a:pt x="1246" y="3001"/>
                  </a:lnTo>
                  <a:lnTo>
                    <a:pt x="1158" y="3026"/>
                  </a:lnTo>
                  <a:lnTo>
                    <a:pt x="1233" y="2976"/>
                  </a:lnTo>
                  <a:cubicBezTo>
                    <a:pt x="1284" y="2950"/>
                    <a:pt x="1359" y="2913"/>
                    <a:pt x="1447" y="2862"/>
                  </a:cubicBezTo>
                  <a:cubicBezTo>
                    <a:pt x="1535" y="2825"/>
                    <a:pt x="1636" y="2774"/>
                    <a:pt x="1761" y="2724"/>
                  </a:cubicBezTo>
                  <a:cubicBezTo>
                    <a:pt x="1875" y="2674"/>
                    <a:pt x="2013" y="2624"/>
                    <a:pt x="2139" y="2586"/>
                  </a:cubicBezTo>
                  <a:cubicBezTo>
                    <a:pt x="2277" y="2536"/>
                    <a:pt x="2415" y="2498"/>
                    <a:pt x="2554" y="2460"/>
                  </a:cubicBezTo>
                  <a:cubicBezTo>
                    <a:pt x="2679" y="2422"/>
                    <a:pt x="2805" y="2397"/>
                    <a:pt x="2918" y="2385"/>
                  </a:cubicBezTo>
                  <a:cubicBezTo>
                    <a:pt x="3019" y="2359"/>
                    <a:pt x="3119" y="2347"/>
                    <a:pt x="3182" y="2334"/>
                  </a:cubicBezTo>
                  <a:lnTo>
                    <a:pt x="3283" y="2322"/>
                  </a:lnTo>
                  <a:close/>
                  <a:moveTo>
                    <a:pt x="9822" y="1454"/>
                  </a:moveTo>
                  <a:cubicBezTo>
                    <a:pt x="9822" y="1454"/>
                    <a:pt x="9759" y="1492"/>
                    <a:pt x="9646" y="1567"/>
                  </a:cubicBezTo>
                  <a:cubicBezTo>
                    <a:pt x="9470" y="1655"/>
                    <a:pt x="9294" y="1743"/>
                    <a:pt x="9118" y="1831"/>
                  </a:cubicBezTo>
                  <a:cubicBezTo>
                    <a:pt x="8891" y="1919"/>
                    <a:pt x="8615" y="2033"/>
                    <a:pt x="8313" y="2133"/>
                  </a:cubicBezTo>
                  <a:cubicBezTo>
                    <a:pt x="7998" y="2234"/>
                    <a:pt x="7659" y="2322"/>
                    <a:pt x="7319" y="2410"/>
                  </a:cubicBezTo>
                  <a:cubicBezTo>
                    <a:pt x="6980" y="2498"/>
                    <a:pt x="6640" y="2573"/>
                    <a:pt x="6313" y="2649"/>
                  </a:cubicBezTo>
                  <a:cubicBezTo>
                    <a:pt x="5999" y="2737"/>
                    <a:pt x="5685" y="2787"/>
                    <a:pt x="5446" y="2850"/>
                  </a:cubicBezTo>
                  <a:cubicBezTo>
                    <a:pt x="5194" y="2913"/>
                    <a:pt x="4968" y="2963"/>
                    <a:pt x="4830" y="3013"/>
                  </a:cubicBezTo>
                  <a:lnTo>
                    <a:pt x="4591" y="3076"/>
                  </a:lnTo>
                  <a:lnTo>
                    <a:pt x="4817" y="2988"/>
                  </a:lnTo>
                  <a:cubicBezTo>
                    <a:pt x="4955" y="2938"/>
                    <a:pt x="5157" y="2875"/>
                    <a:pt x="5408" y="2800"/>
                  </a:cubicBezTo>
                  <a:cubicBezTo>
                    <a:pt x="5660" y="2724"/>
                    <a:pt x="5961" y="2649"/>
                    <a:pt x="6276" y="2561"/>
                  </a:cubicBezTo>
                  <a:cubicBezTo>
                    <a:pt x="6590" y="2485"/>
                    <a:pt x="6930" y="2410"/>
                    <a:pt x="7269" y="2322"/>
                  </a:cubicBezTo>
                  <a:cubicBezTo>
                    <a:pt x="7609" y="2221"/>
                    <a:pt x="7936" y="2146"/>
                    <a:pt x="8250" y="2045"/>
                  </a:cubicBezTo>
                  <a:cubicBezTo>
                    <a:pt x="8552" y="1957"/>
                    <a:pt x="8841" y="1869"/>
                    <a:pt x="9067" y="1781"/>
                  </a:cubicBezTo>
                  <a:cubicBezTo>
                    <a:pt x="9306" y="1693"/>
                    <a:pt x="9495" y="1605"/>
                    <a:pt x="9621" y="1555"/>
                  </a:cubicBezTo>
                  <a:cubicBezTo>
                    <a:pt x="9746" y="1492"/>
                    <a:pt x="9822" y="1454"/>
                    <a:pt x="9822" y="1454"/>
                  </a:cubicBezTo>
                  <a:close/>
                  <a:moveTo>
                    <a:pt x="13242" y="1228"/>
                  </a:moveTo>
                  <a:lnTo>
                    <a:pt x="13129" y="1341"/>
                  </a:lnTo>
                  <a:cubicBezTo>
                    <a:pt x="13054" y="1404"/>
                    <a:pt x="12940" y="1492"/>
                    <a:pt x="12789" y="1605"/>
                  </a:cubicBezTo>
                  <a:cubicBezTo>
                    <a:pt x="12639" y="1731"/>
                    <a:pt x="12463" y="1844"/>
                    <a:pt x="12249" y="1970"/>
                  </a:cubicBezTo>
                  <a:cubicBezTo>
                    <a:pt x="12048" y="2095"/>
                    <a:pt x="11809" y="2221"/>
                    <a:pt x="11570" y="2347"/>
                  </a:cubicBezTo>
                  <a:cubicBezTo>
                    <a:pt x="11331" y="2460"/>
                    <a:pt x="11067" y="2573"/>
                    <a:pt x="10828" y="2661"/>
                  </a:cubicBezTo>
                  <a:cubicBezTo>
                    <a:pt x="10576" y="2762"/>
                    <a:pt x="10337" y="2837"/>
                    <a:pt x="10124" y="2900"/>
                  </a:cubicBezTo>
                  <a:cubicBezTo>
                    <a:pt x="9922" y="2963"/>
                    <a:pt x="9734" y="3013"/>
                    <a:pt x="9608" y="3039"/>
                  </a:cubicBezTo>
                  <a:lnTo>
                    <a:pt x="9419" y="3089"/>
                  </a:lnTo>
                  <a:lnTo>
                    <a:pt x="9595" y="3026"/>
                  </a:lnTo>
                  <a:cubicBezTo>
                    <a:pt x="9721" y="2988"/>
                    <a:pt x="9885" y="2925"/>
                    <a:pt x="10086" y="2850"/>
                  </a:cubicBezTo>
                  <a:cubicBezTo>
                    <a:pt x="10274" y="2774"/>
                    <a:pt x="10501" y="2699"/>
                    <a:pt x="10740" y="2586"/>
                  </a:cubicBezTo>
                  <a:cubicBezTo>
                    <a:pt x="10979" y="2485"/>
                    <a:pt x="11230" y="2385"/>
                    <a:pt x="11469" y="2259"/>
                  </a:cubicBezTo>
                  <a:cubicBezTo>
                    <a:pt x="11708" y="2146"/>
                    <a:pt x="11934" y="2020"/>
                    <a:pt x="12148" y="1907"/>
                  </a:cubicBezTo>
                  <a:cubicBezTo>
                    <a:pt x="12362" y="1781"/>
                    <a:pt x="12563" y="1680"/>
                    <a:pt x="12714" y="1567"/>
                  </a:cubicBezTo>
                  <a:cubicBezTo>
                    <a:pt x="12877" y="1467"/>
                    <a:pt x="13016" y="1391"/>
                    <a:pt x="13104" y="1328"/>
                  </a:cubicBezTo>
                  <a:lnTo>
                    <a:pt x="13242" y="1228"/>
                  </a:lnTo>
                  <a:close/>
                  <a:moveTo>
                    <a:pt x="18071" y="2862"/>
                  </a:moveTo>
                  <a:cubicBezTo>
                    <a:pt x="18297" y="2862"/>
                    <a:pt x="18561" y="2862"/>
                    <a:pt x="18838" y="2875"/>
                  </a:cubicBezTo>
                  <a:cubicBezTo>
                    <a:pt x="19115" y="2875"/>
                    <a:pt x="19416" y="2900"/>
                    <a:pt x="19718" y="2938"/>
                  </a:cubicBezTo>
                  <a:cubicBezTo>
                    <a:pt x="20007" y="2963"/>
                    <a:pt x="20297" y="3013"/>
                    <a:pt x="20573" y="3051"/>
                  </a:cubicBezTo>
                  <a:cubicBezTo>
                    <a:pt x="20837" y="3101"/>
                    <a:pt x="21076" y="3152"/>
                    <a:pt x="21290" y="3202"/>
                  </a:cubicBezTo>
                  <a:cubicBezTo>
                    <a:pt x="21491" y="3252"/>
                    <a:pt x="21667" y="3290"/>
                    <a:pt x="21780" y="3328"/>
                  </a:cubicBezTo>
                  <a:lnTo>
                    <a:pt x="21969" y="3378"/>
                  </a:lnTo>
                  <a:lnTo>
                    <a:pt x="21768" y="3340"/>
                  </a:lnTo>
                  <a:cubicBezTo>
                    <a:pt x="21642" y="3328"/>
                    <a:pt x="21466" y="3290"/>
                    <a:pt x="21252" y="3252"/>
                  </a:cubicBezTo>
                  <a:cubicBezTo>
                    <a:pt x="21039" y="3215"/>
                    <a:pt x="20800" y="3177"/>
                    <a:pt x="20536" y="3139"/>
                  </a:cubicBezTo>
                  <a:lnTo>
                    <a:pt x="20523" y="3139"/>
                  </a:lnTo>
                  <a:cubicBezTo>
                    <a:pt x="20259" y="3101"/>
                    <a:pt x="19970" y="3064"/>
                    <a:pt x="19668" y="3026"/>
                  </a:cubicBezTo>
                  <a:cubicBezTo>
                    <a:pt x="19379" y="3001"/>
                    <a:pt x="19089" y="2976"/>
                    <a:pt x="18813" y="2950"/>
                  </a:cubicBezTo>
                  <a:cubicBezTo>
                    <a:pt x="18536" y="2938"/>
                    <a:pt x="18285" y="2913"/>
                    <a:pt x="18058" y="2913"/>
                  </a:cubicBezTo>
                  <a:cubicBezTo>
                    <a:pt x="17832" y="2900"/>
                    <a:pt x="17643" y="2900"/>
                    <a:pt x="17518" y="2888"/>
                  </a:cubicBezTo>
                  <a:lnTo>
                    <a:pt x="17316" y="2888"/>
                  </a:lnTo>
                  <a:lnTo>
                    <a:pt x="17518" y="2875"/>
                  </a:lnTo>
                  <a:cubicBezTo>
                    <a:pt x="17656" y="2875"/>
                    <a:pt x="17832" y="2862"/>
                    <a:pt x="18071" y="2862"/>
                  </a:cubicBezTo>
                  <a:close/>
                  <a:moveTo>
                    <a:pt x="9885" y="4019"/>
                  </a:moveTo>
                  <a:lnTo>
                    <a:pt x="10186" y="4057"/>
                  </a:lnTo>
                  <a:lnTo>
                    <a:pt x="10337" y="4095"/>
                  </a:lnTo>
                  <a:lnTo>
                    <a:pt x="10526" y="4120"/>
                  </a:lnTo>
                  <a:cubicBezTo>
                    <a:pt x="10664" y="4133"/>
                    <a:pt x="10815" y="4145"/>
                    <a:pt x="10979" y="4158"/>
                  </a:cubicBezTo>
                  <a:cubicBezTo>
                    <a:pt x="11306" y="4195"/>
                    <a:pt x="11695" y="4221"/>
                    <a:pt x="12123" y="4233"/>
                  </a:cubicBezTo>
                  <a:cubicBezTo>
                    <a:pt x="12551" y="4246"/>
                    <a:pt x="12991" y="4258"/>
                    <a:pt x="13456" y="4258"/>
                  </a:cubicBezTo>
                  <a:cubicBezTo>
                    <a:pt x="13909" y="4258"/>
                    <a:pt x="14361" y="4283"/>
                    <a:pt x="14789" y="4309"/>
                  </a:cubicBezTo>
                  <a:cubicBezTo>
                    <a:pt x="15229" y="4334"/>
                    <a:pt x="15619" y="4371"/>
                    <a:pt x="15946" y="4422"/>
                  </a:cubicBezTo>
                  <a:cubicBezTo>
                    <a:pt x="16122" y="4447"/>
                    <a:pt x="16260" y="4485"/>
                    <a:pt x="16398" y="4510"/>
                  </a:cubicBezTo>
                  <a:cubicBezTo>
                    <a:pt x="16524" y="4535"/>
                    <a:pt x="16637" y="4560"/>
                    <a:pt x="16725" y="4585"/>
                  </a:cubicBezTo>
                  <a:lnTo>
                    <a:pt x="17015" y="4661"/>
                  </a:lnTo>
                  <a:lnTo>
                    <a:pt x="16713" y="4623"/>
                  </a:lnTo>
                  <a:cubicBezTo>
                    <a:pt x="16612" y="4610"/>
                    <a:pt x="16499" y="4598"/>
                    <a:pt x="16361" y="4585"/>
                  </a:cubicBezTo>
                  <a:cubicBezTo>
                    <a:pt x="16222" y="4573"/>
                    <a:pt x="16071" y="4547"/>
                    <a:pt x="15908" y="4547"/>
                  </a:cubicBezTo>
                  <a:cubicBezTo>
                    <a:pt x="15568" y="4510"/>
                    <a:pt x="15179" y="4497"/>
                    <a:pt x="14751" y="4497"/>
                  </a:cubicBezTo>
                  <a:cubicBezTo>
                    <a:pt x="14336" y="4485"/>
                    <a:pt x="13883" y="4472"/>
                    <a:pt x="13418" y="4472"/>
                  </a:cubicBezTo>
                  <a:cubicBezTo>
                    <a:pt x="12965" y="4472"/>
                    <a:pt x="12513" y="4447"/>
                    <a:pt x="12085" y="4422"/>
                  </a:cubicBezTo>
                  <a:cubicBezTo>
                    <a:pt x="11645" y="4397"/>
                    <a:pt x="11255" y="4334"/>
                    <a:pt x="10928" y="4283"/>
                  </a:cubicBezTo>
                  <a:cubicBezTo>
                    <a:pt x="10765" y="4246"/>
                    <a:pt x="10614" y="4221"/>
                    <a:pt x="10488" y="4183"/>
                  </a:cubicBezTo>
                  <a:lnTo>
                    <a:pt x="10312" y="4145"/>
                  </a:lnTo>
                  <a:lnTo>
                    <a:pt x="10161" y="4095"/>
                  </a:lnTo>
                  <a:lnTo>
                    <a:pt x="9885" y="4019"/>
                  </a:lnTo>
                  <a:close/>
                  <a:moveTo>
                    <a:pt x="1963" y="3818"/>
                  </a:moveTo>
                  <a:lnTo>
                    <a:pt x="2126" y="3919"/>
                  </a:lnTo>
                  <a:cubicBezTo>
                    <a:pt x="2227" y="3969"/>
                    <a:pt x="2378" y="4057"/>
                    <a:pt x="2566" y="4145"/>
                  </a:cubicBezTo>
                  <a:cubicBezTo>
                    <a:pt x="2742" y="4246"/>
                    <a:pt x="2981" y="4346"/>
                    <a:pt x="3220" y="4459"/>
                  </a:cubicBezTo>
                  <a:cubicBezTo>
                    <a:pt x="3459" y="4573"/>
                    <a:pt x="3723" y="4686"/>
                    <a:pt x="4000" y="4774"/>
                  </a:cubicBezTo>
                  <a:cubicBezTo>
                    <a:pt x="4276" y="4874"/>
                    <a:pt x="4553" y="4975"/>
                    <a:pt x="4830" y="5050"/>
                  </a:cubicBezTo>
                  <a:cubicBezTo>
                    <a:pt x="5106" y="5126"/>
                    <a:pt x="5358" y="5214"/>
                    <a:pt x="5584" y="5252"/>
                  </a:cubicBezTo>
                  <a:cubicBezTo>
                    <a:pt x="5823" y="5302"/>
                    <a:pt x="6012" y="5352"/>
                    <a:pt x="6150" y="5377"/>
                  </a:cubicBezTo>
                  <a:lnTo>
                    <a:pt x="6364" y="5415"/>
                  </a:lnTo>
                  <a:lnTo>
                    <a:pt x="6137" y="5390"/>
                  </a:lnTo>
                  <a:cubicBezTo>
                    <a:pt x="5999" y="5377"/>
                    <a:pt x="5798" y="5352"/>
                    <a:pt x="5559" y="5315"/>
                  </a:cubicBezTo>
                  <a:cubicBezTo>
                    <a:pt x="5320" y="5264"/>
                    <a:pt x="5043" y="5214"/>
                    <a:pt x="4767" y="5139"/>
                  </a:cubicBezTo>
                  <a:cubicBezTo>
                    <a:pt x="4490" y="5063"/>
                    <a:pt x="4201" y="4962"/>
                    <a:pt x="3912" y="4862"/>
                  </a:cubicBezTo>
                  <a:cubicBezTo>
                    <a:pt x="3635" y="4761"/>
                    <a:pt x="3371" y="4648"/>
                    <a:pt x="3132" y="4535"/>
                  </a:cubicBezTo>
                  <a:cubicBezTo>
                    <a:pt x="2881" y="4422"/>
                    <a:pt x="2679" y="4296"/>
                    <a:pt x="2503" y="4195"/>
                  </a:cubicBezTo>
                  <a:cubicBezTo>
                    <a:pt x="2315" y="4082"/>
                    <a:pt x="2189" y="3994"/>
                    <a:pt x="2101" y="3931"/>
                  </a:cubicBezTo>
                  <a:lnTo>
                    <a:pt x="1963" y="3818"/>
                  </a:lnTo>
                  <a:close/>
                  <a:moveTo>
                    <a:pt x="9545" y="4912"/>
                  </a:moveTo>
                  <a:lnTo>
                    <a:pt x="9721" y="4937"/>
                  </a:lnTo>
                  <a:lnTo>
                    <a:pt x="10161" y="5025"/>
                  </a:lnTo>
                  <a:lnTo>
                    <a:pt x="10777" y="5139"/>
                  </a:lnTo>
                  <a:cubicBezTo>
                    <a:pt x="11004" y="5189"/>
                    <a:pt x="11243" y="5239"/>
                    <a:pt x="11482" y="5277"/>
                  </a:cubicBezTo>
                  <a:cubicBezTo>
                    <a:pt x="11721" y="5327"/>
                    <a:pt x="11960" y="5377"/>
                    <a:pt x="12186" y="5415"/>
                  </a:cubicBezTo>
                  <a:lnTo>
                    <a:pt x="12815" y="5553"/>
                  </a:lnTo>
                  <a:lnTo>
                    <a:pt x="13255" y="5629"/>
                  </a:lnTo>
                  <a:lnTo>
                    <a:pt x="13418" y="5667"/>
                  </a:lnTo>
                  <a:lnTo>
                    <a:pt x="13242" y="5654"/>
                  </a:lnTo>
                  <a:cubicBezTo>
                    <a:pt x="13129" y="5641"/>
                    <a:pt x="12978" y="5629"/>
                    <a:pt x="12789" y="5604"/>
                  </a:cubicBezTo>
                  <a:cubicBezTo>
                    <a:pt x="12601" y="5579"/>
                    <a:pt x="12374" y="5553"/>
                    <a:pt x="12148" y="5516"/>
                  </a:cubicBezTo>
                  <a:cubicBezTo>
                    <a:pt x="11909" y="5478"/>
                    <a:pt x="11670" y="5440"/>
                    <a:pt x="11419" y="5390"/>
                  </a:cubicBezTo>
                  <a:cubicBezTo>
                    <a:pt x="11180" y="5352"/>
                    <a:pt x="10941" y="5289"/>
                    <a:pt x="10715" y="5239"/>
                  </a:cubicBezTo>
                  <a:cubicBezTo>
                    <a:pt x="10501" y="5176"/>
                    <a:pt x="10300" y="5126"/>
                    <a:pt x="10124" y="5076"/>
                  </a:cubicBezTo>
                  <a:cubicBezTo>
                    <a:pt x="9948" y="5025"/>
                    <a:pt x="9809" y="4988"/>
                    <a:pt x="9709" y="4962"/>
                  </a:cubicBezTo>
                  <a:lnTo>
                    <a:pt x="9545" y="4912"/>
                  </a:lnTo>
                  <a:close/>
                  <a:moveTo>
                    <a:pt x="5483" y="4346"/>
                  </a:moveTo>
                  <a:lnTo>
                    <a:pt x="5685" y="4409"/>
                  </a:lnTo>
                  <a:cubicBezTo>
                    <a:pt x="5798" y="4459"/>
                    <a:pt x="5974" y="4522"/>
                    <a:pt x="6188" y="4585"/>
                  </a:cubicBezTo>
                  <a:cubicBezTo>
                    <a:pt x="6401" y="4661"/>
                    <a:pt x="6640" y="4749"/>
                    <a:pt x="6892" y="4837"/>
                  </a:cubicBezTo>
                  <a:cubicBezTo>
                    <a:pt x="7156" y="4937"/>
                    <a:pt x="7433" y="5038"/>
                    <a:pt x="7709" y="5126"/>
                  </a:cubicBezTo>
                  <a:cubicBezTo>
                    <a:pt x="7986" y="5227"/>
                    <a:pt x="8250" y="5327"/>
                    <a:pt x="8514" y="5415"/>
                  </a:cubicBezTo>
                  <a:cubicBezTo>
                    <a:pt x="8778" y="5503"/>
                    <a:pt x="9017" y="5604"/>
                    <a:pt x="9231" y="5667"/>
                  </a:cubicBezTo>
                  <a:cubicBezTo>
                    <a:pt x="9432" y="5742"/>
                    <a:pt x="9608" y="5805"/>
                    <a:pt x="9734" y="5855"/>
                  </a:cubicBezTo>
                  <a:lnTo>
                    <a:pt x="9922" y="5918"/>
                  </a:lnTo>
                  <a:lnTo>
                    <a:pt x="9696" y="5893"/>
                  </a:lnTo>
                  <a:cubicBezTo>
                    <a:pt x="9558" y="5868"/>
                    <a:pt x="9369" y="5830"/>
                    <a:pt x="9130" y="5780"/>
                  </a:cubicBezTo>
                  <a:cubicBezTo>
                    <a:pt x="8904" y="5730"/>
                    <a:pt x="8640" y="5654"/>
                    <a:pt x="8363" y="5579"/>
                  </a:cubicBezTo>
                  <a:cubicBezTo>
                    <a:pt x="8086" y="5503"/>
                    <a:pt x="7810" y="5415"/>
                    <a:pt x="7521" y="5315"/>
                  </a:cubicBezTo>
                  <a:cubicBezTo>
                    <a:pt x="7231" y="5227"/>
                    <a:pt x="6980" y="5101"/>
                    <a:pt x="6728" y="5000"/>
                  </a:cubicBezTo>
                  <a:cubicBezTo>
                    <a:pt x="6477" y="4900"/>
                    <a:pt x="6251" y="4786"/>
                    <a:pt x="6075" y="4686"/>
                  </a:cubicBezTo>
                  <a:cubicBezTo>
                    <a:pt x="5898" y="4585"/>
                    <a:pt x="5748" y="4510"/>
                    <a:pt x="5647" y="4447"/>
                  </a:cubicBezTo>
                  <a:lnTo>
                    <a:pt x="5483" y="4346"/>
                  </a:lnTo>
                  <a:close/>
                  <a:moveTo>
                    <a:pt x="15633" y="1"/>
                  </a:moveTo>
                  <a:cubicBezTo>
                    <a:pt x="15273" y="1"/>
                    <a:pt x="14588" y="28"/>
                    <a:pt x="13632" y="184"/>
                  </a:cubicBezTo>
                  <a:cubicBezTo>
                    <a:pt x="12161" y="423"/>
                    <a:pt x="12312" y="1442"/>
                    <a:pt x="10363" y="2246"/>
                  </a:cubicBezTo>
                  <a:cubicBezTo>
                    <a:pt x="10363" y="2246"/>
                    <a:pt x="11381" y="1379"/>
                    <a:pt x="11708" y="725"/>
                  </a:cubicBezTo>
                  <a:lnTo>
                    <a:pt x="11708" y="725"/>
                  </a:lnTo>
                  <a:cubicBezTo>
                    <a:pt x="10815" y="800"/>
                    <a:pt x="9948" y="989"/>
                    <a:pt x="9105" y="1278"/>
                  </a:cubicBezTo>
                  <a:cubicBezTo>
                    <a:pt x="7848" y="1756"/>
                    <a:pt x="5873" y="2598"/>
                    <a:pt x="4201" y="2661"/>
                  </a:cubicBezTo>
                  <a:cubicBezTo>
                    <a:pt x="5081" y="2498"/>
                    <a:pt x="5911" y="2171"/>
                    <a:pt x="6666" y="1706"/>
                  </a:cubicBezTo>
                  <a:lnTo>
                    <a:pt x="6666" y="1706"/>
                  </a:lnTo>
                  <a:cubicBezTo>
                    <a:pt x="6665" y="1706"/>
                    <a:pt x="5788" y="1943"/>
                    <a:pt x="5054" y="1943"/>
                  </a:cubicBezTo>
                  <a:cubicBezTo>
                    <a:pt x="4927" y="1943"/>
                    <a:pt x="4804" y="1936"/>
                    <a:pt x="4691" y="1919"/>
                  </a:cubicBezTo>
                  <a:cubicBezTo>
                    <a:pt x="4409" y="1874"/>
                    <a:pt x="4173" y="1845"/>
                    <a:pt x="3927" y="1845"/>
                  </a:cubicBezTo>
                  <a:cubicBezTo>
                    <a:pt x="3495" y="1845"/>
                    <a:pt x="3033" y="1935"/>
                    <a:pt x="2239" y="2183"/>
                  </a:cubicBezTo>
                  <a:cubicBezTo>
                    <a:pt x="1585" y="2397"/>
                    <a:pt x="516" y="2862"/>
                    <a:pt x="1" y="3089"/>
                  </a:cubicBezTo>
                  <a:cubicBezTo>
                    <a:pt x="391" y="3152"/>
                    <a:pt x="781" y="3215"/>
                    <a:pt x="1170" y="3252"/>
                  </a:cubicBezTo>
                  <a:cubicBezTo>
                    <a:pt x="2189" y="3378"/>
                    <a:pt x="3220" y="3479"/>
                    <a:pt x="4251" y="3516"/>
                  </a:cubicBezTo>
                  <a:lnTo>
                    <a:pt x="4628" y="3529"/>
                  </a:lnTo>
                  <a:lnTo>
                    <a:pt x="5018" y="3529"/>
                  </a:lnTo>
                  <a:lnTo>
                    <a:pt x="5810" y="3542"/>
                  </a:lnTo>
                  <a:lnTo>
                    <a:pt x="6590" y="3529"/>
                  </a:lnTo>
                  <a:cubicBezTo>
                    <a:pt x="6854" y="3529"/>
                    <a:pt x="7118" y="3516"/>
                    <a:pt x="7382" y="3504"/>
                  </a:cubicBezTo>
                  <a:cubicBezTo>
                    <a:pt x="8426" y="3466"/>
                    <a:pt x="9470" y="3378"/>
                    <a:pt x="10513" y="3265"/>
                  </a:cubicBezTo>
                  <a:cubicBezTo>
                    <a:pt x="11557" y="3164"/>
                    <a:pt x="12588" y="3001"/>
                    <a:pt x="13619" y="2825"/>
                  </a:cubicBezTo>
                  <a:cubicBezTo>
                    <a:pt x="14663" y="2661"/>
                    <a:pt x="15694" y="2460"/>
                    <a:pt x="16763" y="2334"/>
                  </a:cubicBezTo>
                  <a:cubicBezTo>
                    <a:pt x="17316" y="2259"/>
                    <a:pt x="17857" y="2221"/>
                    <a:pt x="18410" y="2221"/>
                  </a:cubicBezTo>
                  <a:cubicBezTo>
                    <a:pt x="18951" y="2221"/>
                    <a:pt x="19492" y="2284"/>
                    <a:pt x="20020" y="2397"/>
                  </a:cubicBezTo>
                  <a:cubicBezTo>
                    <a:pt x="20108" y="2410"/>
                    <a:pt x="20146" y="2473"/>
                    <a:pt x="20108" y="2523"/>
                  </a:cubicBezTo>
                  <a:cubicBezTo>
                    <a:pt x="20070" y="2573"/>
                    <a:pt x="19995" y="2598"/>
                    <a:pt x="19932" y="2598"/>
                  </a:cubicBezTo>
                  <a:cubicBezTo>
                    <a:pt x="19610" y="2579"/>
                    <a:pt x="19289" y="2569"/>
                    <a:pt x="18969" y="2569"/>
                  </a:cubicBezTo>
                  <a:cubicBezTo>
                    <a:pt x="18264" y="2569"/>
                    <a:pt x="17564" y="2616"/>
                    <a:pt x="16864" y="2712"/>
                  </a:cubicBezTo>
                  <a:cubicBezTo>
                    <a:pt x="15845" y="2850"/>
                    <a:pt x="14827" y="3051"/>
                    <a:pt x="13770" y="3227"/>
                  </a:cubicBezTo>
                  <a:cubicBezTo>
                    <a:pt x="12727" y="3403"/>
                    <a:pt x="11683" y="3579"/>
                    <a:pt x="10614" y="3692"/>
                  </a:cubicBezTo>
                  <a:cubicBezTo>
                    <a:pt x="10350" y="3730"/>
                    <a:pt x="10086" y="3755"/>
                    <a:pt x="9809" y="3780"/>
                  </a:cubicBezTo>
                  <a:lnTo>
                    <a:pt x="9419" y="3818"/>
                  </a:lnTo>
                  <a:lnTo>
                    <a:pt x="9017" y="3856"/>
                  </a:lnTo>
                  <a:cubicBezTo>
                    <a:pt x="8740" y="3881"/>
                    <a:pt x="8476" y="3906"/>
                    <a:pt x="8212" y="3919"/>
                  </a:cubicBezTo>
                  <a:lnTo>
                    <a:pt x="7395" y="3956"/>
                  </a:lnTo>
                  <a:cubicBezTo>
                    <a:pt x="7131" y="3982"/>
                    <a:pt x="6867" y="3982"/>
                    <a:pt x="6590" y="3994"/>
                  </a:cubicBezTo>
                  <a:lnTo>
                    <a:pt x="5785" y="4007"/>
                  </a:lnTo>
                  <a:lnTo>
                    <a:pt x="4968" y="3994"/>
                  </a:lnTo>
                  <a:lnTo>
                    <a:pt x="4566" y="3994"/>
                  </a:lnTo>
                  <a:lnTo>
                    <a:pt x="4163" y="3969"/>
                  </a:lnTo>
                  <a:cubicBezTo>
                    <a:pt x="3899" y="3956"/>
                    <a:pt x="3635" y="3944"/>
                    <a:pt x="3371" y="3931"/>
                  </a:cubicBezTo>
                  <a:lnTo>
                    <a:pt x="2566" y="3868"/>
                  </a:lnTo>
                  <a:cubicBezTo>
                    <a:pt x="2302" y="3843"/>
                    <a:pt x="2051" y="3818"/>
                    <a:pt x="1786" y="3780"/>
                  </a:cubicBezTo>
                  <a:cubicBezTo>
                    <a:pt x="1522" y="3755"/>
                    <a:pt x="1296" y="3730"/>
                    <a:pt x="1057" y="3692"/>
                  </a:cubicBezTo>
                  <a:lnTo>
                    <a:pt x="1057" y="3692"/>
                  </a:lnTo>
                  <a:cubicBezTo>
                    <a:pt x="3258" y="4636"/>
                    <a:pt x="3346" y="5428"/>
                    <a:pt x="6150" y="5893"/>
                  </a:cubicBezTo>
                  <a:cubicBezTo>
                    <a:pt x="7797" y="6179"/>
                    <a:pt x="9099" y="6250"/>
                    <a:pt x="9985" y="6250"/>
                  </a:cubicBezTo>
                  <a:cubicBezTo>
                    <a:pt x="10851" y="6250"/>
                    <a:pt x="11318" y="6182"/>
                    <a:pt x="11318" y="6182"/>
                  </a:cubicBezTo>
                  <a:lnTo>
                    <a:pt x="8338" y="5088"/>
                  </a:lnTo>
                  <a:lnTo>
                    <a:pt x="8338" y="5088"/>
                  </a:lnTo>
                  <a:cubicBezTo>
                    <a:pt x="8339" y="5088"/>
                    <a:pt x="11897" y="5994"/>
                    <a:pt x="13091" y="6056"/>
                  </a:cubicBezTo>
                  <a:cubicBezTo>
                    <a:pt x="13127" y="6058"/>
                    <a:pt x="13164" y="6059"/>
                    <a:pt x="13201" y="6059"/>
                  </a:cubicBezTo>
                  <a:cubicBezTo>
                    <a:pt x="14396" y="6059"/>
                    <a:pt x="16349" y="5111"/>
                    <a:pt x="17178" y="5038"/>
                  </a:cubicBezTo>
                  <a:cubicBezTo>
                    <a:pt x="18021" y="4975"/>
                    <a:pt x="19190" y="4975"/>
                    <a:pt x="19190" y="4975"/>
                  </a:cubicBezTo>
                  <a:cubicBezTo>
                    <a:pt x="19190" y="4975"/>
                    <a:pt x="17167" y="4032"/>
                    <a:pt x="15316" y="4032"/>
                  </a:cubicBezTo>
                  <a:cubicBezTo>
                    <a:pt x="15304" y="4032"/>
                    <a:pt x="15291" y="4032"/>
                    <a:pt x="15279" y="4032"/>
                  </a:cubicBezTo>
                  <a:cubicBezTo>
                    <a:pt x="15279" y="4032"/>
                    <a:pt x="15686" y="3990"/>
                    <a:pt x="16305" y="3990"/>
                  </a:cubicBezTo>
                  <a:cubicBezTo>
                    <a:pt x="17247" y="3990"/>
                    <a:pt x="18682" y="4087"/>
                    <a:pt x="19919" y="4573"/>
                  </a:cubicBezTo>
                  <a:cubicBezTo>
                    <a:pt x="20573" y="4246"/>
                    <a:pt x="21277" y="4032"/>
                    <a:pt x="22007" y="3969"/>
                  </a:cubicBezTo>
                  <a:cubicBezTo>
                    <a:pt x="23189" y="3868"/>
                    <a:pt x="23553" y="3630"/>
                    <a:pt x="23579" y="3127"/>
                  </a:cubicBezTo>
                  <a:cubicBezTo>
                    <a:pt x="23579" y="3114"/>
                    <a:pt x="23579" y="3089"/>
                    <a:pt x="23579" y="3076"/>
                  </a:cubicBezTo>
                  <a:cubicBezTo>
                    <a:pt x="23553" y="2611"/>
                    <a:pt x="22598" y="2435"/>
                    <a:pt x="21718" y="1743"/>
                  </a:cubicBezTo>
                  <a:cubicBezTo>
                    <a:pt x="21273" y="1397"/>
                    <a:pt x="20312" y="1309"/>
                    <a:pt x="19450" y="1309"/>
                  </a:cubicBezTo>
                  <a:cubicBezTo>
                    <a:pt x="18557" y="1309"/>
                    <a:pt x="17769" y="1404"/>
                    <a:pt x="17769" y="1404"/>
                  </a:cubicBezTo>
                  <a:cubicBezTo>
                    <a:pt x="17769" y="1404"/>
                    <a:pt x="19001" y="939"/>
                    <a:pt x="20070" y="876"/>
                  </a:cubicBezTo>
                  <a:cubicBezTo>
                    <a:pt x="20070" y="876"/>
                    <a:pt x="19479" y="436"/>
                    <a:pt x="18348" y="259"/>
                  </a:cubicBezTo>
                  <a:cubicBezTo>
                    <a:pt x="17991" y="204"/>
                    <a:pt x="17614" y="152"/>
                    <a:pt x="17235" y="152"/>
                  </a:cubicBezTo>
                  <a:cubicBezTo>
                    <a:pt x="16411" y="152"/>
                    <a:pt x="15574" y="397"/>
                    <a:pt x="14902" y="1379"/>
                  </a:cubicBezTo>
                  <a:cubicBezTo>
                    <a:pt x="14952" y="762"/>
                    <a:pt x="15342" y="234"/>
                    <a:pt x="15921" y="8"/>
                  </a:cubicBezTo>
                  <a:cubicBezTo>
                    <a:pt x="15921" y="8"/>
                    <a:pt x="15822" y="1"/>
                    <a:pt x="156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30"/>
            <p:cNvSpPr/>
            <p:nvPr/>
          </p:nvSpPr>
          <p:spPr>
            <a:xfrm>
              <a:off x="4497200" y="2001925"/>
              <a:ext cx="721200" cy="168900"/>
            </a:xfrm>
            <a:custGeom>
              <a:avLst/>
              <a:gdLst/>
              <a:ahLst/>
              <a:cxnLst/>
              <a:rect l="l" t="t" r="r" b="b"/>
              <a:pathLst>
                <a:path w="28848" h="6756" extrusionOk="0">
                  <a:moveTo>
                    <a:pt x="579" y="2616"/>
                  </a:moveTo>
                  <a:lnTo>
                    <a:pt x="579" y="2616"/>
                  </a:lnTo>
                  <a:cubicBezTo>
                    <a:pt x="1497" y="2880"/>
                    <a:pt x="2453" y="3107"/>
                    <a:pt x="3421" y="3295"/>
                  </a:cubicBezTo>
                  <a:cubicBezTo>
                    <a:pt x="4389" y="3484"/>
                    <a:pt x="5383" y="3647"/>
                    <a:pt x="6389" y="3761"/>
                  </a:cubicBezTo>
                  <a:cubicBezTo>
                    <a:pt x="7395" y="3874"/>
                    <a:pt x="8426" y="3949"/>
                    <a:pt x="9457" y="3987"/>
                  </a:cubicBezTo>
                  <a:cubicBezTo>
                    <a:pt x="9972" y="4012"/>
                    <a:pt x="10488" y="4012"/>
                    <a:pt x="11004" y="4012"/>
                  </a:cubicBezTo>
                  <a:cubicBezTo>
                    <a:pt x="11519" y="4012"/>
                    <a:pt x="12035" y="3987"/>
                    <a:pt x="12563" y="3949"/>
                  </a:cubicBezTo>
                  <a:cubicBezTo>
                    <a:pt x="14625" y="3849"/>
                    <a:pt x="16687" y="3610"/>
                    <a:pt x="18724" y="3245"/>
                  </a:cubicBezTo>
                  <a:cubicBezTo>
                    <a:pt x="19743" y="3082"/>
                    <a:pt x="20749" y="2893"/>
                    <a:pt x="21793" y="2767"/>
                  </a:cubicBezTo>
                  <a:cubicBezTo>
                    <a:pt x="22290" y="2706"/>
                    <a:pt x="22793" y="2674"/>
                    <a:pt x="23298" y="2674"/>
                  </a:cubicBezTo>
                  <a:cubicBezTo>
                    <a:pt x="23827" y="2674"/>
                    <a:pt x="24358" y="2709"/>
                    <a:pt x="24886" y="2780"/>
                  </a:cubicBezTo>
                  <a:cubicBezTo>
                    <a:pt x="24431" y="2724"/>
                    <a:pt x="23977" y="2698"/>
                    <a:pt x="23523" y="2698"/>
                  </a:cubicBezTo>
                  <a:cubicBezTo>
                    <a:pt x="22948" y="2698"/>
                    <a:pt x="22375" y="2740"/>
                    <a:pt x="21805" y="2818"/>
                  </a:cubicBezTo>
                  <a:cubicBezTo>
                    <a:pt x="20774" y="2956"/>
                    <a:pt x="19768" y="3157"/>
                    <a:pt x="18750" y="3333"/>
                  </a:cubicBezTo>
                  <a:cubicBezTo>
                    <a:pt x="16712" y="3710"/>
                    <a:pt x="14638" y="3949"/>
                    <a:pt x="12563" y="4062"/>
                  </a:cubicBezTo>
                  <a:cubicBezTo>
                    <a:pt x="12035" y="4088"/>
                    <a:pt x="11519" y="4100"/>
                    <a:pt x="10991" y="4113"/>
                  </a:cubicBezTo>
                  <a:cubicBezTo>
                    <a:pt x="10849" y="4116"/>
                    <a:pt x="10709" y="4118"/>
                    <a:pt x="10569" y="4118"/>
                  </a:cubicBezTo>
                  <a:cubicBezTo>
                    <a:pt x="10186" y="4118"/>
                    <a:pt x="9809" y="4106"/>
                    <a:pt x="9432" y="4088"/>
                  </a:cubicBezTo>
                  <a:cubicBezTo>
                    <a:pt x="8388" y="4050"/>
                    <a:pt x="7357" y="3974"/>
                    <a:pt x="6351" y="3836"/>
                  </a:cubicBezTo>
                  <a:cubicBezTo>
                    <a:pt x="4402" y="3610"/>
                    <a:pt x="2465" y="3195"/>
                    <a:pt x="579" y="2616"/>
                  </a:cubicBezTo>
                  <a:close/>
                  <a:moveTo>
                    <a:pt x="20475" y="291"/>
                  </a:moveTo>
                  <a:cubicBezTo>
                    <a:pt x="20713" y="291"/>
                    <a:pt x="20837" y="303"/>
                    <a:pt x="20837" y="303"/>
                  </a:cubicBezTo>
                  <a:cubicBezTo>
                    <a:pt x="20259" y="516"/>
                    <a:pt x="19856" y="1057"/>
                    <a:pt x="19818" y="1673"/>
                  </a:cubicBezTo>
                  <a:cubicBezTo>
                    <a:pt x="20491" y="681"/>
                    <a:pt x="21330" y="435"/>
                    <a:pt x="22156" y="435"/>
                  </a:cubicBezTo>
                  <a:cubicBezTo>
                    <a:pt x="22534" y="435"/>
                    <a:pt x="22909" y="486"/>
                    <a:pt x="23264" y="541"/>
                  </a:cubicBezTo>
                  <a:cubicBezTo>
                    <a:pt x="24396" y="718"/>
                    <a:pt x="24974" y="1158"/>
                    <a:pt x="24974" y="1158"/>
                  </a:cubicBezTo>
                  <a:cubicBezTo>
                    <a:pt x="23918" y="1221"/>
                    <a:pt x="22686" y="1698"/>
                    <a:pt x="22686" y="1698"/>
                  </a:cubicBezTo>
                  <a:cubicBezTo>
                    <a:pt x="22686" y="1698"/>
                    <a:pt x="23473" y="1604"/>
                    <a:pt x="24366" y="1604"/>
                  </a:cubicBezTo>
                  <a:cubicBezTo>
                    <a:pt x="25229" y="1604"/>
                    <a:pt x="26189" y="1692"/>
                    <a:pt x="26634" y="2038"/>
                  </a:cubicBezTo>
                  <a:cubicBezTo>
                    <a:pt x="27514" y="2717"/>
                    <a:pt x="28470" y="2893"/>
                    <a:pt x="28495" y="3371"/>
                  </a:cubicBezTo>
                  <a:cubicBezTo>
                    <a:pt x="28495" y="3383"/>
                    <a:pt x="28495" y="3396"/>
                    <a:pt x="28495" y="3409"/>
                  </a:cubicBezTo>
                  <a:cubicBezTo>
                    <a:pt x="28470" y="3924"/>
                    <a:pt x="28093" y="4150"/>
                    <a:pt x="26923" y="4251"/>
                  </a:cubicBezTo>
                  <a:cubicBezTo>
                    <a:pt x="26194" y="4326"/>
                    <a:pt x="25490" y="4528"/>
                    <a:pt x="24823" y="4855"/>
                  </a:cubicBezTo>
                  <a:cubicBezTo>
                    <a:pt x="23577" y="4370"/>
                    <a:pt x="22120" y="4276"/>
                    <a:pt x="21175" y="4276"/>
                  </a:cubicBezTo>
                  <a:cubicBezTo>
                    <a:pt x="20576" y="4276"/>
                    <a:pt x="20183" y="4314"/>
                    <a:pt x="20183" y="4314"/>
                  </a:cubicBezTo>
                  <a:cubicBezTo>
                    <a:pt x="20195" y="4314"/>
                    <a:pt x="20208" y="4314"/>
                    <a:pt x="20220" y="4314"/>
                  </a:cubicBezTo>
                  <a:cubicBezTo>
                    <a:pt x="22083" y="4314"/>
                    <a:pt x="24106" y="5257"/>
                    <a:pt x="24106" y="5257"/>
                  </a:cubicBezTo>
                  <a:cubicBezTo>
                    <a:pt x="24106" y="5257"/>
                    <a:pt x="22937" y="5270"/>
                    <a:pt x="22082" y="5332"/>
                  </a:cubicBezTo>
                  <a:cubicBezTo>
                    <a:pt x="21241" y="5393"/>
                    <a:pt x="19311" y="6341"/>
                    <a:pt x="18106" y="6341"/>
                  </a:cubicBezTo>
                  <a:cubicBezTo>
                    <a:pt x="18068" y="6341"/>
                    <a:pt x="18031" y="6340"/>
                    <a:pt x="17995" y="6338"/>
                  </a:cubicBezTo>
                  <a:cubicBezTo>
                    <a:pt x="16813" y="6276"/>
                    <a:pt x="13255" y="5370"/>
                    <a:pt x="13254" y="5370"/>
                  </a:cubicBezTo>
                  <a:lnTo>
                    <a:pt x="13254" y="5370"/>
                  </a:lnTo>
                  <a:lnTo>
                    <a:pt x="16235" y="6477"/>
                  </a:lnTo>
                  <a:cubicBezTo>
                    <a:pt x="16235" y="6477"/>
                    <a:pt x="15767" y="6544"/>
                    <a:pt x="14900" y="6544"/>
                  </a:cubicBezTo>
                  <a:cubicBezTo>
                    <a:pt x="14013" y="6544"/>
                    <a:pt x="12707" y="6474"/>
                    <a:pt x="11054" y="6188"/>
                  </a:cubicBezTo>
                  <a:cubicBezTo>
                    <a:pt x="8262" y="5710"/>
                    <a:pt x="8174" y="4930"/>
                    <a:pt x="5974" y="3987"/>
                  </a:cubicBezTo>
                  <a:lnTo>
                    <a:pt x="5974" y="3987"/>
                  </a:lnTo>
                  <a:cubicBezTo>
                    <a:pt x="6213" y="4025"/>
                    <a:pt x="6451" y="4050"/>
                    <a:pt x="6703" y="4075"/>
                  </a:cubicBezTo>
                  <a:cubicBezTo>
                    <a:pt x="6942" y="4100"/>
                    <a:pt x="7218" y="4138"/>
                    <a:pt x="7483" y="4150"/>
                  </a:cubicBezTo>
                  <a:lnTo>
                    <a:pt x="8275" y="4226"/>
                  </a:lnTo>
                  <a:cubicBezTo>
                    <a:pt x="8539" y="4238"/>
                    <a:pt x="8815" y="4251"/>
                    <a:pt x="9080" y="4264"/>
                  </a:cubicBezTo>
                  <a:lnTo>
                    <a:pt x="9482" y="4276"/>
                  </a:lnTo>
                  <a:lnTo>
                    <a:pt x="9884" y="4276"/>
                  </a:lnTo>
                  <a:lnTo>
                    <a:pt x="10689" y="4289"/>
                  </a:lnTo>
                  <a:lnTo>
                    <a:pt x="11506" y="4276"/>
                  </a:lnTo>
                  <a:cubicBezTo>
                    <a:pt x="11771" y="4276"/>
                    <a:pt x="12047" y="4264"/>
                    <a:pt x="12311" y="4251"/>
                  </a:cubicBezTo>
                  <a:lnTo>
                    <a:pt x="13116" y="4213"/>
                  </a:lnTo>
                  <a:cubicBezTo>
                    <a:pt x="13393" y="4188"/>
                    <a:pt x="13657" y="4163"/>
                    <a:pt x="13921" y="4150"/>
                  </a:cubicBezTo>
                  <a:lnTo>
                    <a:pt x="14323" y="4113"/>
                  </a:lnTo>
                  <a:lnTo>
                    <a:pt x="14726" y="4075"/>
                  </a:lnTo>
                  <a:cubicBezTo>
                    <a:pt x="14990" y="4037"/>
                    <a:pt x="15266" y="4012"/>
                    <a:pt x="15530" y="3987"/>
                  </a:cubicBezTo>
                  <a:cubicBezTo>
                    <a:pt x="16599" y="3861"/>
                    <a:pt x="17643" y="3685"/>
                    <a:pt x="18687" y="3509"/>
                  </a:cubicBezTo>
                  <a:cubicBezTo>
                    <a:pt x="19730" y="3333"/>
                    <a:pt x="20749" y="3132"/>
                    <a:pt x="21780" y="2994"/>
                  </a:cubicBezTo>
                  <a:cubicBezTo>
                    <a:pt x="22508" y="2904"/>
                    <a:pt x="23235" y="2859"/>
                    <a:pt x="23963" y="2859"/>
                  </a:cubicBezTo>
                  <a:cubicBezTo>
                    <a:pt x="24254" y="2859"/>
                    <a:pt x="24545" y="2866"/>
                    <a:pt x="24836" y="2880"/>
                  </a:cubicBezTo>
                  <a:cubicBezTo>
                    <a:pt x="24849" y="2883"/>
                    <a:pt x="24861" y="2884"/>
                    <a:pt x="24874" y="2884"/>
                  </a:cubicBezTo>
                  <a:cubicBezTo>
                    <a:pt x="24932" y="2884"/>
                    <a:pt x="24983" y="2859"/>
                    <a:pt x="25024" y="2818"/>
                  </a:cubicBezTo>
                  <a:cubicBezTo>
                    <a:pt x="25062" y="2767"/>
                    <a:pt x="25024" y="2704"/>
                    <a:pt x="24936" y="2679"/>
                  </a:cubicBezTo>
                  <a:cubicBezTo>
                    <a:pt x="24408" y="2566"/>
                    <a:pt x="23868" y="2516"/>
                    <a:pt x="23327" y="2516"/>
                  </a:cubicBezTo>
                  <a:cubicBezTo>
                    <a:pt x="22774" y="2516"/>
                    <a:pt x="22220" y="2553"/>
                    <a:pt x="21680" y="2616"/>
                  </a:cubicBezTo>
                  <a:cubicBezTo>
                    <a:pt x="20611" y="2755"/>
                    <a:pt x="19567" y="2943"/>
                    <a:pt x="18536" y="3119"/>
                  </a:cubicBezTo>
                  <a:cubicBezTo>
                    <a:pt x="17505" y="3283"/>
                    <a:pt x="16474" y="3446"/>
                    <a:pt x="15430" y="3559"/>
                  </a:cubicBezTo>
                  <a:cubicBezTo>
                    <a:pt x="14386" y="3673"/>
                    <a:pt x="13342" y="3748"/>
                    <a:pt x="12299" y="3798"/>
                  </a:cubicBezTo>
                  <a:cubicBezTo>
                    <a:pt x="12035" y="3811"/>
                    <a:pt x="11771" y="3811"/>
                    <a:pt x="11506" y="3824"/>
                  </a:cubicBezTo>
                  <a:lnTo>
                    <a:pt x="10727" y="3836"/>
                  </a:lnTo>
                  <a:lnTo>
                    <a:pt x="9935" y="3824"/>
                  </a:lnTo>
                  <a:lnTo>
                    <a:pt x="9545" y="3824"/>
                  </a:lnTo>
                  <a:lnTo>
                    <a:pt x="9155" y="3798"/>
                  </a:lnTo>
                  <a:cubicBezTo>
                    <a:pt x="8124" y="3761"/>
                    <a:pt x="7093" y="3673"/>
                    <a:pt x="6087" y="3547"/>
                  </a:cubicBezTo>
                  <a:cubicBezTo>
                    <a:pt x="5697" y="3497"/>
                    <a:pt x="5295" y="3434"/>
                    <a:pt x="4917" y="3383"/>
                  </a:cubicBezTo>
                  <a:cubicBezTo>
                    <a:pt x="5420" y="3157"/>
                    <a:pt x="6489" y="2679"/>
                    <a:pt x="7156" y="2478"/>
                  </a:cubicBezTo>
                  <a:cubicBezTo>
                    <a:pt x="7952" y="2220"/>
                    <a:pt x="8414" y="2133"/>
                    <a:pt x="8848" y="2133"/>
                  </a:cubicBezTo>
                  <a:cubicBezTo>
                    <a:pt x="9092" y="2133"/>
                    <a:pt x="9327" y="2161"/>
                    <a:pt x="9608" y="2201"/>
                  </a:cubicBezTo>
                  <a:cubicBezTo>
                    <a:pt x="9721" y="2218"/>
                    <a:pt x="9844" y="2225"/>
                    <a:pt x="9971" y="2225"/>
                  </a:cubicBezTo>
                  <a:cubicBezTo>
                    <a:pt x="10705" y="2225"/>
                    <a:pt x="11582" y="1988"/>
                    <a:pt x="11582" y="1988"/>
                  </a:cubicBezTo>
                  <a:lnTo>
                    <a:pt x="11582" y="1988"/>
                  </a:lnTo>
                  <a:cubicBezTo>
                    <a:pt x="10827" y="2453"/>
                    <a:pt x="9985" y="2780"/>
                    <a:pt x="9117" y="2956"/>
                  </a:cubicBezTo>
                  <a:cubicBezTo>
                    <a:pt x="10790" y="2893"/>
                    <a:pt x="12764" y="2038"/>
                    <a:pt x="14021" y="1573"/>
                  </a:cubicBezTo>
                  <a:cubicBezTo>
                    <a:pt x="14851" y="1271"/>
                    <a:pt x="15732" y="1082"/>
                    <a:pt x="16612" y="1019"/>
                  </a:cubicBezTo>
                  <a:lnTo>
                    <a:pt x="16612" y="1019"/>
                  </a:lnTo>
                  <a:cubicBezTo>
                    <a:pt x="16297" y="1673"/>
                    <a:pt x="15266" y="2528"/>
                    <a:pt x="15266" y="2528"/>
                  </a:cubicBezTo>
                  <a:cubicBezTo>
                    <a:pt x="17215" y="1736"/>
                    <a:pt x="17077" y="705"/>
                    <a:pt x="18536" y="466"/>
                  </a:cubicBezTo>
                  <a:cubicBezTo>
                    <a:pt x="19438" y="320"/>
                    <a:pt x="20098" y="291"/>
                    <a:pt x="20475" y="291"/>
                  </a:cubicBezTo>
                  <a:close/>
                  <a:moveTo>
                    <a:pt x="18863" y="1"/>
                  </a:moveTo>
                  <a:lnTo>
                    <a:pt x="18724" y="39"/>
                  </a:lnTo>
                  <a:cubicBezTo>
                    <a:pt x="18636" y="64"/>
                    <a:pt x="18511" y="101"/>
                    <a:pt x="18360" y="152"/>
                  </a:cubicBezTo>
                  <a:cubicBezTo>
                    <a:pt x="18209" y="202"/>
                    <a:pt x="18058" y="277"/>
                    <a:pt x="17882" y="353"/>
                  </a:cubicBezTo>
                  <a:cubicBezTo>
                    <a:pt x="17718" y="428"/>
                    <a:pt x="17568" y="529"/>
                    <a:pt x="17404" y="630"/>
                  </a:cubicBezTo>
                  <a:cubicBezTo>
                    <a:pt x="17241" y="730"/>
                    <a:pt x="17127" y="856"/>
                    <a:pt x="17002" y="956"/>
                  </a:cubicBezTo>
                  <a:lnTo>
                    <a:pt x="16977" y="994"/>
                  </a:lnTo>
                  <a:cubicBezTo>
                    <a:pt x="16964" y="944"/>
                    <a:pt x="16939" y="894"/>
                    <a:pt x="16901" y="868"/>
                  </a:cubicBezTo>
                  <a:cubicBezTo>
                    <a:pt x="16825" y="825"/>
                    <a:pt x="16739" y="791"/>
                    <a:pt x="16652" y="791"/>
                  </a:cubicBezTo>
                  <a:cubicBezTo>
                    <a:pt x="16638" y="791"/>
                    <a:pt x="16625" y="791"/>
                    <a:pt x="16612" y="793"/>
                  </a:cubicBezTo>
                  <a:cubicBezTo>
                    <a:pt x="15669" y="868"/>
                    <a:pt x="14738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4" y="1623"/>
                    <a:pt x="13330" y="1522"/>
                    <a:pt x="13518" y="1434"/>
                  </a:cubicBezTo>
                  <a:cubicBezTo>
                    <a:pt x="13720" y="1321"/>
                    <a:pt x="13933" y="1221"/>
                    <a:pt x="14160" y="1145"/>
                  </a:cubicBezTo>
                  <a:cubicBezTo>
                    <a:pt x="14323" y="1082"/>
                    <a:pt x="14487" y="1032"/>
                    <a:pt x="14663" y="994"/>
                  </a:cubicBezTo>
                  <a:cubicBezTo>
                    <a:pt x="14726" y="969"/>
                    <a:pt x="14776" y="969"/>
                    <a:pt x="14814" y="956"/>
                  </a:cubicBezTo>
                  <a:lnTo>
                    <a:pt x="14864" y="944"/>
                  </a:lnTo>
                  <a:lnTo>
                    <a:pt x="14650" y="944"/>
                  </a:lnTo>
                  <a:cubicBezTo>
                    <a:pt x="14462" y="956"/>
                    <a:pt x="14273" y="982"/>
                    <a:pt x="14084" y="1032"/>
                  </a:cubicBezTo>
                  <a:cubicBezTo>
                    <a:pt x="13833" y="1095"/>
                    <a:pt x="13594" y="1183"/>
                    <a:pt x="13355" y="1271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62" y="1761"/>
                    <a:pt x="12148" y="1900"/>
                    <a:pt x="11934" y="2013"/>
                  </a:cubicBezTo>
                  <a:cubicBezTo>
                    <a:pt x="11947" y="1988"/>
                    <a:pt x="11947" y="1975"/>
                    <a:pt x="11947" y="1950"/>
                  </a:cubicBezTo>
                  <a:cubicBezTo>
                    <a:pt x="11947" y="1912"/>
                    <a:pt x="11921" y="1874"/>
                    <a:pt x="11884" y="1849"/>
                  </a:cubicBezTo>
                  <a:cubicBezTo>
                    <a:pt x="11805" y="1788"/>
                    <a:pt x="11701" y="1757"/>
                    <a:pt x="11598" y="1757"/>
                  </a:cubicBezTo>
                  <a:cubicBezTo>
                    <a:pt x="11554" y="1757"/>
                    <a:pt x="11510" y="1763"/>
                    <a:pt x="11469" y="1774"/>
                  </a:cubicBezTo>
                  <a:cubicBezTo>
                    <a:pt x="11219" y="1847"/>
                    <a:pt x="10557" y="1997"/>
                    <a:pt x="10029" y="1997"/>
                  </a:cubicBezTo>
                  <a:cubicBezTo>
                    <a:pt x="9919" y="1997"/>
                    <a:pt x="9814" y="1990"/>
                    <a:pt x="9721" y="1975"/>
                  </a:cubicBezTo>
                  <a:cubicBezTo>
                    <a:pt x="9408" y="1927"/>
                    <a:pt x="9142" y="1899"/>
                    <a:pt x="8876" y="1899"/>
                  </a:cubicBezTo>
                  <a:cubicBezTo>
                    <a:pt x="8370" y="1899"/>
                    <a:pt x="7862" y="2001"/>
                    <a:pt x="7030" y="2264"/>
                  </a:cubicBezTo>
                  <a:cubicBezTo>
                    <a:pt x="6791" y="2340"/>
                    <a:pt x="6502" y="2453"/>
                    <a:pt x="6200" y="2566"/>
                  </a:cubicBezTo>
                  <a:cubicBezTo>
                    <a:pt x="6301" y="2491"/>
                    <a:pt x="6389" y="2415"/>
                    <a:pt x="6464" y="2340"/>
                  </a:cubicBezTo>
                  <a:cubicBezTo>
                    <a:pt x="6552" y="2252"/>
                    <a:pt x="6615" y="2164"/>
                    <a:pt x="6665" y="2101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9" y="2201"/>
                    <a:pt x="6313" y="2277"/>
                  </a:cubicBezTo>
                  <a:cubicBezTo>
                    <a:pt x="6175" y="2352"/>
                    <a:pt x="6049" y="2440"/>
                    <a:pt x="5886" y="2528"/>
                  </a:cubicBezTo>
                  <a:cubicBezTo>
                    <a:pt x="5722" y="2616"/>
                    <a:pt x="5559" y="2717"/>
                    <a:pt x="5383" y="2805"/>
                  </a:cubicBezTo>
                  <a:cubicBezTo>
                    <a:pt x="5207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7" y="3270"/>
                  </a:cubicBezTo>
                  <a:cubicBezTo>
                    <a:pt x="3962" y="3195"/>
                    <a:pt x="3534" y="3119"/>
                    <a:pt x="3119" y="3031"/>
                  </a:cubicBezTo>
                  <a:cubicBezTo>
                    <a:pt x="2138" y="2830"/>
                    <a:pt x="1170" y="2616"/>
                    <a:pt x="202" y="2403"/>
                  </a:cubicBezTo>
                  <a:cubicBezTo>
                    <a:pt x="188" y="2399"/>
                    <a:pt x="174" y="2398"/>
                    <a:pt x="159" y="2398"/>
                  </a:cubicBezTo>
                  <a:cubicBezTo>
                    <a:pt x="120" y="2398"/>
                    <a:pt x="78" y="2409"/>
                    <a:pt x="51" y="2428"/>
                  </a:cubicBezTo>
                  <a:cubicBezTo>
                    <a:pt x="1" y="2465"/>
                    <a:pt x="13" y="2516"/>
                    <a:pt x="63" y="2541"/>
                  </a:cubicBezTo>
                  <a:cubicBezTo>
                    <a:pt x="969" y="2931"/>
                    <a:pt x="1899" y="3220"/>
                    <a:pt x="2855" y="3434"/>
                  </a:cubicBezTo>
                  <a:cubicBezTo>
                    <a:pt x="3459" y="3572"/>
                    <a:pt x="4075" y="3685"/>
                    <a:pt x="4704" y="3786"/>
                  </a:cubicBezTo>
                  <a:lnTo>
                    <a:pt x="4817" y="3849"/>
                  </a:lnTo>
                  <a:cubicBezTo>
                    <a:pt x="5018" y="3937"/>
                    <a:pt x="5219" y="4050"/>
                    <a:pt x="5420" y="4176"/>
                  </a:cubicBezTo>
                  <a:cubicBezTo>
                    <a:pt x="5571" y="4276"/>
                    <a:pt x="5735" y="4389"/>
                    <a:pt x="5873" y="4515"/>
                  </a:cubicBezTo>
                  <a:cubicBezTo>
                    <a:pt x="5948" y="4565"/>
                    <a:pt x="5999" y="4616"/>
                    <a:pt x="6049" y="4653"/>
                  </a:cubicBezTo>
                  <a:cubicBezTo>
                    <a:pt x="6099" y="4691"/>
                    <a:pt x="6137" y="4729"/>
                    <a:pt x="6175" y="4779"/>
                  </a:cubicBezTo>
                  <a:lnTo>
                    <a:pt x="6288" y="4880"/>
                  </a:lnTo>
                  <a:lnTo>
                    <a:pt x="6288" y="4880"/>
                  </a:lnTo>
                  <a:lnTo>
                    <a:pt x="6238" y="4754"/>
                  </a:lnTo>
                  <a:cubicBezTo>
                    <a:pt x="6213" y="4704"/>
                    <a:pt x="6187" y="4666"/>
                    <a:pt x="6162" y="4616"/>
                  </a:cubicBezTo>
                  <a:cubicBezTo>
                    <a:pt x="6124" y="4565"/>
                    <a:pt x="6087" y="4503"/>
                    <a:pt x="6049" y="4452"/>
                  </a:cubicBezTo>
                  <a:cubicBezTo>
                    <a:pt x="5999" y="4389"/>
                    <a:pt x="5936" y="4326"/>
                    <a:pt x="5873" y="4264"/>
                  </a:cubicBezTo>
                  <a:lnTo>
                    <a:pt x="5873" y="4264"/>
                  </a:lnTo>
                  <a:cubicBezTo>
                    <a:pt x="5999" y="4352"/>
                    <a:pt x="6124" y="4452"/>
                    <a:pt x="6275" y="4565"/>
                  </a:cubicBezTo>
                  <a:cubicBezTo>
                    <a:pt x="6414" y="4679"/>
                    <a:pt x="6602" y="4804"/>
                    <a:pt x="6778" y="4930"/>
                  </a:cubicBezTo>
                  <a:cubicBezTo>
                    <a:pt x="6942" y="5068"/>
                    <a:pt x="7143" y="5182"/>
                    <a:pt x="7307" y="5295"/>
                  </a:cubicBezTo>
                  <a:cubicBezTo>
                    <a:pt x="7470" y="5408"/>
                    <a:pt x="7633" y="5521"/>
                    <a:pt x="7772" y="5609"/>
                  </a:cubicBezTo>
                  <a:lnTo>
                    <a:pt x="8124" y="5823"/>
                  </a:lnTo>
                  <a:lnTo>
                    <a:pt x="8262" y="5898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8" y="5546"/>
                  </a:lnTo>
                  <a:cubicBezTo>
                    <a:pt x="8224" y="5697"/>
                    <a:pt x="8501" y="5861"/>
                    <a:pt x="8778" y="6012"/>
                  </a:cubicBezTo>
                  <a:cubicBezTo>
                    <a:pt x="9029" y="6150"/>
                    <a:pt x="9306" y="6263"/>
                    <a:pt x="9583" y="6364"/>
                  </a:cubicBezTo>
                  <a:cubicBezTo>
                    <a:pt x="9796" y="6426"/>
                    <a:pt x="10010" y="6489"/>
                    <a:pt x="10224" y="6527"/>
                  </a:cubicBezTo>
                  <a:cubicBezTo>
                    <a:pt x="10312" y="6552"/>
                    <a:pt x="10375" y="6552"/>
                    <a:pt x="10425" y="6565"/>
                  </a:cubicBezTo>
                  <a:lnTo>
                    <a:pt x="10488" y="6565"/>
                  </a:lnTo>
                  <a:lnTo>
                    <a:pt x="10425" y="6552"/>
                  </a:lnTo>
                  <a:cubicBezTo>
                    <a:pt x="10387" y="6540"/>
                    <a:pt x="10324" y="6515"/>
                    <a:pt x="10262" y="6489"/>
                  </a:cubicBezTo>
                  <a:cubicBezTo>
                    <a:pt x="10060" y="6426"/>
                    <a:pt x="9872" y="6351"/>
                    <a:pt x="9696" y="6263"/>
                  </a:cubicBezTo>
                  <a:cubicBezTo>
                    <a:pt x="9457" y="6150"/>
                    <a:pt x="9218" y="6024"/>
                    <a:pt x="9004" y="5886"/>
                  </a:cubicBezTo>
                  <a:lnTo>
                    <a:pt x="9004" y="5886"/>
                  </a:lnTo>
                  <a:cubicBezTo>
                    <a:pt x="9633" y="6112"/>
                    <a:pt x="10274" y="6288"/>
                    <a:pt x="10941" y="6389"/>
                  </a:cubicBezTo>
                  <a:cubicBezTo>
                    <a:pt x="12612" y="6681"/>
                    <a:pt x="13940" y="6755"/>
                    <a:pt x="14856" y="6755"/>
                  </a:cubicBezTo>
                  <a:cubicBezTo>
                    <a:pt x="15752" y="6755"/>
                    <a:pt x="16254" y="6684"/>
                    <a:pt x="16297" y="6678"/>
                  </a:cubicBezTo>
                  <a:cubicBezTo>
                    <a:pt x="16411" y="6678"/>
                    <a:pt x="16511" y="6603"/>
                    <a:pt x="16574" y="6502"/>
                  </a:cubicBezTo>
                  <a:cubicBezTo>
                    <a:pt x="16574" y="6489"/>
                    <a:pt x="16574" y="6464"/>
                    <a:pt x="16574" y="6452"/>
                  </a:cubicBezTo>
                  <a:cubicBezTo>
                    <a:pt x="16574" y="6426"/>
                    <a:pt x="16562" y="6401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90" y="6502"/>
                    <a:pt x="17379" y="6552"/>
                    <a:pt x="17656" y="6590"/>
                  </a:cubicBezTo>
                  <a:cubicBezTo>
                    <a:pt x="17932" y="6628"/>
                    <a:pt x="18196" y="6653"/>
                    <a:pt x="18423" y="6665"/>
                  </a:cubicBezTo>
                  <a:cubicBezTo>
                    <a:pt x="18649" y="6691"/>
                    <a:pt x="18838" y="6691"/>
                    <a:pt x="18976" y="6691"/>
                  </a:cubicBezTo>
                  <a:lnTo>
                    <a:pt x="19190" y="6691"/>
                  </a:lnTo>
                  <a:lnTo>
                    <a:pt x="18989" y="6653"/>
                  </a:lnTo>
                  <a:cubicBezTo>
                    <a:pt x="18875" y="6628"/>
                    <a:pt x="18699" y="6590"/>
                    <a:pt x="18486" y="6552"/>
                  </a:cubicBezTo>
                  <a:lnTo>
                    <a:pt x="18423" y="6540"/>
                  </a:lnTo>
                  <a:cubicBezTo>
                    <a:pt x="19152" y="6464"/>
                    <a:pt x="19982" y="6188"/>
                    <a:pt x="20724" y="5936"/>
                  </a:cubicBezTo>
                  <a:cubicBezTo>
                    <a:pt x="21277" y="5747"/>
                    <a:pt x="21830" y="5559"/>
                    <a:pt x="22120" y="5546"/>
                  </a:cubicBezTo>
                  <a:cubicBezTo>
                    <a:pt x="22950" y="5483"/>
                    <a:pt x="24094" y="5471"/>
                    <a:pt x="24106" y="5471"/>
                  </a:cubicBezTo>
                  <a:cubicBezTo>
                    <a:pt x="24245" y="5471"/>
                    <a:pt x="24371" y="5421"/>
                    <a:pt x="24446" y="5320"/>
                  </a:cubicBezTo>
                  <a:cubicBezTo>
                    <a:pt x="24459" y="5295"/>
                    <a:pt x="24471" y="5270"/>
                    <a:pt x="24471" y="5232"/>
                  </a:cubicBezTo>
                  <a:cubicBezTo>
                    <a:pt x="24459" y="5156"/>
                    <a:pt x="24408" y="5106"/>
                    <a:pt x="24345" y="5081"/>
                  </a:cubicBezTo>
                  <a:cubicBezTo>
                    <a:pt x="23981" y="4918"/>
                    <a:pt x="23616" y="4779"/>
                    <a:pt x="23239" y="4653"/>
                  </a:cubicBezTo>
                  <a:lnTo>
                    <a:pt x="23239" y="4653"/>
                  </a:lnTo>
                  <a:cubicBezTo>
                    <a:pt x="23314" y="4666"/>
                    <a:pt x="23402" y="4679"/>
                    <a:pt x="23478" y="4691"/>
                  </a:cubicBezTo>
                  <a:lnTo>
                    <a:pt x="23541" y="4716"/>
                  </a:lnTo>
                  <a:cubicBezTo>
                    <a:pt x="23704" y="4767"/>
                    <a:pt x="23880" y="4817"/>
                    <a:pt x="24044" y="4867"/>
                  </a:cubicBezTo>
                  <a:cubicBezTo>
                    <a:pt x="24207" y="4918"/>
                    <a:pt x="24383" y="4968"/>
                    <a:pt x="24534" y="5018"/>
                  </a:cubicBezTo>
                  <a:cubicBezTo>
                    <a:pt x="24697" y="5068"/>
                    <a:pt x="24848" y="5094"/>
                    <a:pt x="24974" y="5144"/>
                  </a:cubicBezTo>
                  <a:cubicBezTo>
                    <a:pt x="25100" y="5182"/>
                    <a:pt x="25226" y="5207"/>
                    <a:pt x="25288" y="5219"/>
                  </a:cubicBezTo>
                  <a:lnTo>
                    <a:pt x="25414" y="5257"/>
                  </a:lnTo>
                  <a:lnTo>
                    <a:pt x="25414" y="5257"/>
                  </a:lnTo>
                  <a:lnTo>
                    <a:pt x="25339" y="5194"/>
                  </a:lnTo>
                  <a:cubicBezTo>
                    <a:pt x="25276" y="5156"/>
                    <a:pt x="25188" y="5106"/>
                    <a:pt x="25087" y="5031"/>
                  </a:cubicBezTo>
                  <a:lnTo>
                    <a:pt x="25037" y="5006"/>
                  </a:lnTo>
                  <a:lnTo>
                    <a:pt x="25050" y="5006"/>
                  </a:lnTo>
                  <a:cubicBezTo>
                    <a:pt x="25653" y="4704"/>
                    <a:pt x="26294" y="4515"/>
                    <a:pt x="26961" y="4452"/>
                  </a:cubicBezTo>
                  <a:cubicBezTo>
                    <a:pt x="28269" y="4339"/>
                    <a:pt x="28822" y="4037"/>
                    <a:pt x="28847" y="3396"/>
                  </a:cubicBezTo>
                  <a:cubicBezTo>
                    <a:pt x="28847" y="3371"/>
                    <a:pt x="28847" y="3358"/>
                    <a:pt x="28847" y="3333"/>
                  </a:cubicBezTo>
                  <a:cubicBezTo>
                    <a:pt x="28835" y="2968"/>
                    <a:pt x="28420" y="2755"/>
                    <a:pt x="27929" y="2503"/>
                  </a:cubicBezTo>
                  <a:cubicBezTo>
                    <a:pt x="27577" y="2327"/>
                    <a:pt x="27238" y="2113"/>
                    <a:pt x="26911" y="1887"/>
                  </a:cubicBezTo>
                  <a:cubicBezTo>
                    <a:pt x="26471" y="1535"/>
                    <a:pt x="25641" y="1409"/>
                    <a:pt x="24823" y="1384"/>
                  </a:cubicBezTo>
                  <a:lnTo>
                    <a:pt x="24999" y="1359"/>
                  </a:lnTo>
                  <a:cubicBezTo>
                    <a:pt x="25112" y="1359"/>
                    <a:pt x="25226" y="1309"/>
                    <a:pt x="25301" y="1233"/>
                  </a:cubicBezTo>
                  <a:cubicBezTo>
                    <a:pt x="25326" y="1208"/>
                    <a:pt x="25339" y="1170"/>
                    <a:pt x="25339" y="1133"/>
                  </a:cubicBezTo>
                  <a:cubicBezTo>
                    <a:pt x="25326" y="1082"/>
                    <a:pt x="25301" y="1032"/>
                    <a:pt x="25263" y="1007"/>
                  </a:cubicBezTo>
                  <a:cubicBezTo>
                    <a:pt x="25238" y="994"/>
                    <a:pt x="24597" y="516"/>
                    <a:pt x="23377" y="328"/>
                  </a:cubicBezTo>
                  <a:cubicBezTo>
                    <a:pt x="22995" y="251"/>
                    <a:pt x="22613" y="215"/>
                    <a:pt x="22227" y="215"/>
                  </a:cubicBezTo>
                  <a:cubicBezTo>
                    <a:pt x="22041" y="215"/>
                    <a:pt x="21855" y="223"/>
                    <a:pt x="21667" y="240"/>
                  </a:cubicBezTo>
                  <a:cubicBezTo>
                    <a:pt x="21717" y="215"/>
                    <a:pt x="21768" y="202"/>
                    <a:pt x="21818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13"/>
                  </a:lnTo>
                  <a:lnTo>
                    <a:pt x="22170" y="13"/>
                  </a:lnTo>
                  <a:lnTo>
                    <a:pt x="22044" y="26"/>
                  </a:lnTo>
                  <a:cubicBezTo>
                    <a:pt x="21969" y="39"/>
                    <a:pt x="21868" y="51"/>
                    <a:pt x="21730" y="76"/>
                  </a:cubicBezTo>
                  <a:cubicBezTo>
                    <a:pt x="21604" y="101"/>
                    <a:pt x="21466" y="139"/>
                    <a:pt x="21315" y="189"/>
                  </a:cubicBezTo>
                  <a:lnTo>
                    <a:pt x="21189" y="252"/>
                  </a:lnTo>
                  <a:cubicBezTo>
                    <a:pt x="21126" y="152"/>
                    <a:pt x="21026" y="89"/>
                    <a:pt x="20912" y="89"/>
                  </a:cubicBezTo>
                  <a:cubicBezTo>
                    <a:pt x="20898" y="89"/>
                    <a:pt x="20766" y="78"/>
                    <a:pt x="20525" y="78"/>
                  </a:cubicBezTo>
                  <a:cubicBezTo>
                    <a:pt x="20124" y="78"/>
                    <a:pt x="19424" y="108"/>
                    <a:pt x="18473" y="265"/>
                  </a:cubicBezTo>
                  <a:lnTo>
                    <a:pt x="18435" y="265"/>
                  </a:lnTo>
                  <a:lnTo>
                    <a:pt x="18473" y="240"/>
                  </a:lnTo>
                  <a:cubicBezTo>
                    <a:pt x="18586" y="164"/>
                    <a:pt x="18687" y="114"/>
                    <a:pt x="18762" y="64"/>
                  </a:cubicBezTo>
                  <a:lnTo>
                    <a:pt x="188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30"/>
            <p:cNvSpPr/>
            <p:nvPr/>
          </p:nvSpPr>
          <p:spPr>
            <a:xfrm>
              <a:off x="4757825" y="2117625"/>
              <a:ext cx="110675" cy="39325"/>
            </a:xfrm>
            <a:custGeom>
              <a:avLst/>
              <a:gdLst/>
              <a:ahLst/>
              <a:cxnLst/>
              <a:rect l="l" t="t" r="r" b="b"/>
              <a:pathLst>
                <a:path w="4427" h="1573" extrusionOk="0">
                  <a:moveTo>
                    <a:pt x="0" y="0"/>
                  </a:moveTo>
                  <a:lnTo>
                    <a:pt x="151" y="101"/>
                  </a:lnTo>
                  <a:cubicBezTo>
                    <a:pt x="252" y="164"/>
                    <a:pt x="402" y="239"/>
                    <a:pt x="579" y="340"/>
                  </a:cubicBezTo>
                  <a:cubicBezTo>
                    <a:pt x="767" y="440"/>
                    <a:pt x="993" y="541"/>
                    <a:pt x="1232" y="654"/>
                  </a:cubicBezTo>
                  <a:cubicBezTo>
                    <a:pt x="1471" y="767"/>
                    <a:pt x="1761" y="868"/>
                    <a:pt x="2025" y="969"/>
                  </a:cubicBezTo>
                  <a:cubicBezTo>
                    <a:pt x="2301" y="1069"/>
                    <a:pt x="2603" y="1157"/>
                    <a:pt x="2880" y="1233"/>
                  </a:cubicBezTo>
                  <a:cubicBezTo>
                    <a:pt x="3144" y="1321"/>
                    <a:pt x="3420" y="1384"/>
                    <a:pt x="3647" y="1434"/>
                  </a:cubicBezTo>
                  <a:cubicBezTo>
                    <a:pt x="3873" y="1484"/>
                    <a:pt x="4074" y="1522"/>
                    <a:pt x="4213" y="1547"/>
                  </a:cubicBezTo>
                  <a:lnTo>
                    <a:pt x="4426" y="1572"/>
                  </a:lnTo>
                  <a:lnTo>
                    <a:pt x="4426" y="1572"/>
                  </a:lnTo>
                  <a:lnTo>
                    <a:pt x="4238" y="1497"/>
                  </a:lnTo>
                  <a:cubicBezTo>
                    <a:pt x="4112" y="1459"/>
                    <a:pt x="3949" y="1396"/>
                    <a:pt x="3735" y="1321"/>
                  </a:cubicBezTo>
                  <a:cubicBezTo>
                    <a:pt x="3534" y="1245"/>
                    <a:pt x="3282" y="1170"/>
                    <a:pt x="3031" y="1069"/>
                  </a:cubicBezTo>
                  <a:cubicBezTo>
                    <a:pt x="2767" y="981"/>
                    <a:pt x="2490" y="881"/>
                    <a:pt x="2226" y="780"/>
                  </a:cubicBezTo>
                  <a:cubicBezTo>
                    <a:pt x="1949" y="679"/>
                    <a:pt x="1673" y="591"/>
                    <a:pt x="1408" y="491"/>
                  </a:cubicBezTo>
                  <a:cubicBezTo>
                    <a:pt x="1157" y="403"/>
                    <a:pt x="905" y="315"/>
                    <a:pt x="704" y="239"/>
                  </a:cubicBezTo>
                  <a:cubicBezTo>
                    <a:pt x="490" y="176"/>
                    <a:pt x="314" y="113"/>
                    <a:pt x="189" y="6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30"/>
            <p:cNvSpPr/>
            <p:nvPr/>
          </p:nvSpPr>
          <p:spPr>
            <a:xfrm>
              <a:off x="4867525" y="2109450"/>
              <a:ext cx="178275" cy="16375"/>
            </a:xfrm>
            <a:custGeom>
              <a:avLst/>
              <a:gdLst/>
              <a:ahLst/>
              <a:cxnLst/>
              <a:rect l="l" t="t" r="r" b="b"/>
              <a:pathLst>
                <a:path w="7131" h="655" extrusionOk="0">
                  <a:moveTo>
                    <a:pt x="1" y="0"/>
                  </a:moveTo>
                  <a:lnTo>
                    <a:pt x="277" y="88"/>
                  </a:lnTo>
                  <a:lnTo>
                    <a:pt x="428" y="126"/>
                  </a:lnTo>
                  <a:lnTo>
                    <a:pt x="604" y="176"/>
                  </a:lnTo>
                  <a:cubicBezTo>
                    <a:pt x="743" y="202"/>
                    <a:pt x="881" y="239"/>
                    <a:pt x="1044" y="264"/>
                  </a:cubicBezTo>
                  <a:cubicBezTo>
                    <a:pt x="1371" y="327"/>
                    <a:pt x="1774" y="365"/>
                    <a:pt x="2201" y="403"/>
                  </a:cubicBezTo>
                  <a:cubicBezTo>
                    <a:pt x="2629" y="440"/>
                    <a:pt x="3081" y="440"/>
                    <a:pt x="3547" y="453"/>
                  </a:cubicBezTo>
                  <a:cubicBezTo>
                    <a:pt x="3999" y="466"/>
                    <a:pt x="4452" y="453"/>
                    <a:pt x="4880" y="478"/>
                  </a:cubicBezTo>
                  <a:cubicBezTo>
                    <a:pt x="5295" y="503"/>
                    <a:pt x="5697" y="503"/>
                    <a:pt x="6024" y="528"/>
                  </a:cubicBezTo>
                  <a:cubicBezTo>
                    <a:pt x="6187" y="541"/>
                    <a:pt x="6338" y="554"/>
                    <a:pt x="6477" y="566"/>
                  </a:cubicBezTo>
                  <a:cubicBezTo>
                    <a:pt x="6628" y="579"/>
                    <a:pt x="6728" y="591"/>
                    <a:pt x="6829" y="617"/>
                  </a:cubicBezTo>
                  <a:lnTo>
                    <a:pt x="7131" y="654"/>
                  </a:lnTo>
                  <a:lnTo>
                    <a:pt x="6854" y="566"/>
                  </a:lnTo>
                  <a:cubicBezTo>
                    <a:pt x="6766" y="541"/>
                    <a:pt x="6653" y="516"/>
                    <a:pt x="6514" y="491"/>
                  </a:cubicBezTo>
                  <a:cubicBezTo>
                    <a:pt x="6389" y="466"/>
                    <a:pt x="6238" y="440"/>
                    <a:pt x="6074" y="415"/>
                  </a:cubicBezTo>
                  <a:cubicBezTo>
                    <a:pt x="5735" y="365"/>
                    <a:pt x="5345" y="327"/>
                    <a:pt x="4917" y="290"/>
                  </a:cubicBezTo>
                  <a:cubicBezTo>
                    <a:pt x="4490" y="264"/>
                    <a:pt x="4025" y="252"/>
                    <a:pt x="3572" y="239"/>
                  </a:cubicBezTo>
                  <a:cubicBezTo>
                    <a:pt x="3119" y="227"/>
                    <a:pt x="2667" y="239"/>
                    <a:pt x="2239" y="214"/>
                  </a:cubicBezTo>
                  <a:cubicBezTo>
                    <a:pt x="1824" y="202"/>
                    <a:pt x="1434" y="189"/>
                    <a:pt x="1095" y="151"/>
                  </a:cubicBezTo>
                  <a:cubicBezTo>
                    <a:pt x="931" y="139"/>
                    <a:pt x="780" y="114"/>
                    <a:pt x="642" y="101"/>
                  </a:cubicBezTo>
                  <a:lnTo>
                    <a:pt x="453" y="76"/>
                  </a:lnTo>
                  <a:lnTo>
                    <a:pt x="302" y="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30"/>
            <p:cNvSpPr/>
            <p:nvPr/>
          </p:nvSpPr>
          <p:spPr>
            <a:xfrm>
              <a:off x="4974100" y="2020350"/>
              <a:ext cx="88375" cy="53900"/>
            </a:xfrm>
            <a:custGeom>
              <a:avLst/>
              <a:gdLst/>
              <a:ahLst/>
              <a:cxnLst/>
              <a:rect l="l" t="t" r="r" b="b"/>
              <a:pathLst>
                <a:path w="3535" h="2156" extrusionOk="0">
                  <a:moveTo>
                    <a:pt x="3209" y="1"/>
                  </a:moveTo>
                  <a:cubicBezTo>
                    <a:pt x="3062" y="1"/>
                    <a:pt x="2914" y="12"/>
                    <a:pt x="2767" y="31"/>
                  </a:cubicBezTo>
                  <a:cubicBezTo>
                    <a:pt x="2478" y="69"/>
                    <a:pt x="2201" y="144"/>
                    <a:pt x="1937" y="257"/>
                  </a:cubicBezTo>
                  <a:cubicBezTo>
                    <a:pt x="1686" y="370"/>
                    <a:pt x="1447" y="521"/>
                    <a:pt x="1233" y="722"/>
                  </a:cubicBezTo>
                  <a:cubicBezTo>
                    <a:pt x="1082" y="898"/>
                    <a:pt x="944" y="1087"/>
                    <a:pt x="818" y="1276"/>
                  </a:cubicBezTo>
                  <a:cubicBezTo>
                    <a:pt x="717" y="1439"/>
                    <a:pt x="604" y="1603"/>
                    <a:pt x="478" y="1754"/>
                  </a:cubicBezTo>
                  <a:cubicBezTo>
                    <a:pt x="390" y="1867"/>
                    <a:pt x="277" y="1967"/>
                    <a:pt x="151" y="2055"/>
                  </a:cubicBezTo>
                  <a:cubicBezTo>
                    <a:pt x="101" y="2093"/>
                    <a:pt x="51" y="2118"/>
                    <a:pt x="1" y="2156"/>
                  </a:cubicBezTo>
                  <a:cubicBezTo>
                    <a:pt x="63" y="2131"/>
                    <a:pt x="139" y="2106"/>
                    <a:pt x="202" y="2081"/>
                  </a:cubicBezTo>
                  <a:cubicBezTo>
                    <a:pt x="353" y="2005"/>
                    <a:pt x="504" y="1917"/>
                    <a:pt x="642" y="1804"/>
                  </a:cubicBezTo>
                  <a:cubicBezTo>
                    <a:pt x="805" y="1666"/>
                    <a:pt x="944" y="1502"/>
                    <a:pt x="1082" y="1326"/>
                  </a:cubicBezTo>
                  <a:cubicBezTo>
                    <a:pt x="1220" y="1150"/>
                    <a:pt x="1359" y="974"/>
                    <a:pt x="1522" y="810"/>
                  </a:cubicBezTo>
                  <a:cubicBezTo>
                    <a:pt x="1686" y="634"/>
                    <a:pt x="1887" y="484"/>
                    <a:pt x="2113" y="383"/>
                  </a:cubicBezTo>
                  <a:cubicBezTo>
                    <a:pt x="2327" y="270"/>
                    <a:pt x="2553" y="182"/>
                    <a:pt x="2805" y="131"/>
                  </a:cubicBezTo>
                  <a:cubicBezTo>
                    <a:pt x="2981" y="81"/>
                    <a:pt x="3169" y="56"/>
                    <a:pt x="3358" y="43"/>
                  </a:cubicBezTo>
                  <a:cubicBezTo>
                    <a:pt x="3433" y="31"/>
                    <a:pt x="3484" y="31"/>
                    <a:pt x="3521" y="31"/>
                  </a:cubicBezTo>
                  <a:lnTo>
                    <a:pt x="3534" y="31"/>
                  </a:lnTo>
                  <a:cubicBezTo>
                    <a:pt x="3496" y="31"/>
                    <a:pt x="3433" y="18"/>
                    <a:pt x="3371" y="6"/>
                  </a:cubicBezTo>
                  <a:cubicBezTo>
                    <a:pt x="3317" y="2"/>
                    <a:pt x="3263" y="1"/>
                    <a:pt x="3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30"/>
            <p:cNvSpPr/>
            <p:nvPr/>
          </p:nvSpPr>
          <p:spPr>
            <a:xfrm>
              <a:off x="5053325" y="2080200"/>
              <a:ext cx="116350" cy="13250"/>
            </a:xfrm>
            <a:custGeom>
              <a:avLst/>
              <a:gdLst/>
              <a:ahLst/>
              <a:cxnLst/>
              <a:rect l="l" t="t" r="r" b="b"/>
              <a:pathLst>
                <a:path w="4654" h="530" extrusionOk="0">
                  <a:moveTo>
                    <a:pt x="755" y="1"/>
                  </a:moveTo>
                  <a:cubicBezTo>
                    <a:pt x="529" y="1"/>
                    <a:pt x="340" y="13"/>
                    <a:pt x="214" y="26"/>
                  </a:cubicBezTo>
                  <a:lnTo>
                    <a:pt x="0" y="39"/>
                  </a:lnTo>
                  <a:lnTo>
                    <a:pt x="202" y="39"/>
                  </a:lnTo>
                  <a:cubicBezTo>
                    <a:pt x="340" y="39"/>
                    <a:pt x="516" y="51"/>
                    <a:pt x="742" y="51"/>
                  </a:cubicBezTo>
                  <a:cubicBezTo>
                    <a:pt x="981" y="64"/>
                    <a:pt x="1233" y="76"/>
                    <a:pt x="1509" y="101"/>
                  </a:cubicBezTo>
                  <a:cubicBezTo>
                    <a:pt x="1786" y="114"/>
                    <a:pt x="2075" y="139"/>
                    <a:pt x="2364" y="177"/>
                  </a:cubicBezTo>
                  <a:cubicBezTo>
                    <a:pt x="2654" y="202"/>
                    <a:pt x="2943" y="240"/>
                    <a:pt x="3220" y="278"/>
                  </a:cubicBezTo>
                  <a:cubicBezTo>
                    <a:pt x="3484" y="315"/>
                    <a:pt x="3735" y="353"/>
                    <a:pt x="3949" y="391"/>
                  </a:cubicBezTo>
                  <a:cubicBezTo>
                    <a:pt x="4163" y="428"/>
                    <a:pt x="4339" y="466"/>
                    <a:pt x="4464" y="491"/>
                  </a:cubicBezTo>
                  <a:lnTo>
                    <a:pt x="4653" y="529"/>
                  </a:lnTo>
                  <a:lnTo>
                    <a:pt x="4477" y="466"/>
                  </a:lnTo>
                  <a:cubicBezTo>
                    <a:pt x="4351" y="441"/>
                    <a:pt x="4188" y="391"/>
                    <a:pt x="3974" y="340"/>
                  </a:cubicBezTo>
                  <a:cubicBezTo>
                    <a:pt x="3773" y="290"/>
                    <a:pt x="3521" y="240"/>
                    <a:pt x="3257" y="202"/>
                  </a:cubicBezTo>
                  <a:cubicBezTo>
                    <a:pt x="2993" y="152"/>
                    <a:pt x="2704" y="114"/>
                    <a:pt x="2402" y="76"/>
                  </a:cubicBezTo>
                  <a:cubicBezTo>
                    <a:pt x="2113" y="39"/>
                    <a:pt x="1811" y="26"/>
                    <a:pt x="1535" y="13"/>
                  </a:cubicBezTo>
                  <a:cubicBezTo>
                    <a:pt x="1245" y="1"/>
                    <a:pt x="981" y="1"/>
                    <a:pt x="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30"/>
            <p:cNvSpPr/>
            <p:nvPr/>
          </p:nvSpPr>
          <p:spPr>
            <a:xfrm>
              <a:off x="5032575" y="2050350"/>
              <a:ext cx="60075" cy="14175"/>
            </a:xfrm>
            <a:custGeom>
              <a:avLst/>
              <a:gdLst/>
              <a:ahLst/>
              <a:cxnLst/>
              <a:rect l="l" t="t" r="r" b="b"/>
              <a:pathLst>
                <a:path w="2403" h="567" extrusionOk="0">
                  <a:moveTo>
                    <a:pt x="2289" y="0"/>
                  </a:moveTo>
                  <a:cubicBezTo>
                    <a:pt x="2226" y="0"/>
                    <a:pt x="2126" y="0"/>
                    <a:pt x="2000" y="25"/>
                  </a:cubicBezTo>
                  <a:cubicBezTo>
                    <a:pt x="1887" y="38"/>
                    <a:pt x="1736" y="51"/>
                    <a:pt x="1597" y="88"/>
                  </a:cubicBezTo>
                  <a:cubicBezTo>
                    <a:pt x="1447" y="113"/>
                    <a:pt x="1296" y="139"/>
                    <a:pt x="1145" y="176"/>
                  </a:cubicBezTo>
                  <a:cubicBezTo>
                    <a:pt x="981" y="214"/>
                    <a:pt x="843" y="252"/>
                    <a:pt x="705" y="290"/>
                  </a:cubicBezTo>
                  <a:cubicBezTo>
                    <a:pt x="566" y="340"/>
                    <a:pt x="441" y="378"/>
                    <a:pt x="340" y="415"/>
                  </a:cubicBezTo>
                  <a:cubicBezTo>
                    <a:pt x="227" y="466"/>
                    <a:pt x="151" y="503"/>
                    <a:pt x="88" y="528"/>
                  </a:cubicBezTo>
                  <a:lnTo>
                    <a:pt x="0" y="566"/>
                  </a:lnTo>
                  <a:lnTo>
                    <a:pt x="101" y="541"/>
                  </a:lnTo>
                  <a:lnTo>
                    <a:pt x="378" y="478"/>
                  </a:lnTo>
                  <a:cubicBezTo>
                    <a:pt x="491" y="440"/>
                    <a:pt x="617" y="415"/>
                    <a:pt x="755" y="378"/>
                  </a:cubicBezTo>
                  <a:cubicBezTo>
                    <a:pt x="893" y="340"/>
                    <a:pt x="1044" y="315"/>
                    <a:pt x="1195" y="277"/>
                  </a:cubicBezTo>
                  <a:cubicBezTo>
                    <a:pt x="1346" y="239"/>
                    <a:pt x="1497" y="201"/>
                    <a:pt x="1635" y="176"/>
                  </a:cubicBezTo>
                  <a:cubicBezTo>
                    <a:pt x="1773" y="139"/>
                    <a:pt x="1912" y="113"/>
                    <a:pt x="2025" y="88"/>
                  </a:cubicBezTo>
                  <a:lnTo>
                    <a:pt x="2302" y="2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30"/>
            <p:cNvSpPr/>
            <p:nvPr/>
          </p:nvSpPr>
          <p:spPr>
            <a:xfrm>
              <a:off x="4859350" y="2132075"/>
              <a:ext cx="96850" cy="18900"/>
            </a:xfrm>
            <a:custGeom>
              <a:avLst/>
              <a:gdLst/>
              <a:ahLst/>
              <a:cxnLst/>
              <a:rect l="l" t="t" r="r" b="b"/>
              <a:pathLst>
                <a:path w="3874" h="756" extrusionOk="0">
                  <a:moveTo>
                    <a:pt x="1" y="1"/>
                  </a:moveTo>
                  <a:lnTo>
                    <a:pt x="152" y="51"/>
                  </a:lnTo>
                  <a:cubicBezTo>
                    <a:pt x="252" y="76"/>
                    <a:pt x="391" y="126"/>
                    <a:pt x="567" y="164"/>
                  </a:cubicBezTo>
                  <a:cubicBezTo>
                    <a:pt x="743" y="215"/>
                    <a:pt x="944" y="277"/>
                    <a:pt x="1170" y="328"/>
                  </a:cubicBezTo>
                  <a:cubicBezTo>
                    <a:pt x="1397" y="378"/>
                    <a:pt x="1635" y="428"/>
                    <a:pt x="1874" y="479"/>
                  </a:cubicBezTo>
                  <a:cubicBezTo>
                    <a:pt x="2113" y="541"/>
                    <a:pt x="2365" y="567"/>
                    <a:pt x="2591" y="604"/>
                  </a:cubicBezTo>
                  <a:cubicBezTo>
                    <a:pt x="2830" y="642"/>
                    <a:pt x="3044" y="667"/>
                    <a:pt x="3232" y="692"/>
                  </a:cubicBezTo>
                  <a:cubicBezTo>
                    <a:pt x="3421" y="717"/>
                    <a:pt x="3585" y="730"/>
                    <a:pt x="3698" y="743"/>
                  </a:cubicBezTo>
                  <a:lnTo>
                    <a:pt x="3874" y="755"/>
                  </a:lnTo>
                  <a:lnTo>
                    <a:pt x="3698" y="717"/>
                  </a:lnTo>
                  <a:lnTo>
                    <a:pt x="3270" y="642"/>
                  </a:lnTo>
                  <a:lnTo>
                    <a:pt x="2641" y="516"/>
                  </a:lnTo>
                  <a:cubicBezTo>
                    <a:pt x="2415" y="479"/>
                    <a:pt x="2176" y="428"/>
                    <a:pt x="1937" y="378"/>
                  </a:cubicBezTo>
                  <a:cubicBezTo>
                    <a:pt x="1698" y="340"/>
                    <a:pt x="1459" y="277"/>
                    <a:pt x="1220" y="227"/>
                  </a:cubicBezTo>
                  <a:lnTo>
                    <a:pt x="604" y="114"/>
                  </a:lnTo>
                  <a:lnTo>
                    <a:pt x="164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30"/>
            <p:cNvSpPr/>
            <p:nvPr/>
          </p:nvSpPr>
          <p:spPr>
            <a:xfrm>
              <a:off x="4669150" y="2104425"/>
              <a:ext cx="110375" cy="39950"/>
            </a:xfrm>
            <a:custGeom>
              <a:avLst/>
              <a:gdLst/>
              <a:ahLst/>
              <a:cxnLst/>
              <a:rect l="l" t="t" r="r" b="b"/>
              <a:pathLst>
                <a:path w="4415" h="1598" extrusionOk="0">
                  <a:moveTo>
                    <a:pt x="1" y="0"/>
                  </a:moveTo>
                  <a:lnTo>
                    <a:pt x="152" y="101"/>
                  </a:lnTo>
                  <a:cubicBezTo>
                    <a:pt x="240" y="176"/>
                    <a:pt x="378" y="264"/>
                    <a:pt x="542" y="365"/>
                  </a:cubicBezTo>
                  <a:cubicBezTo>
                    <a:pt x="718" y="478"/>
                    <a:pt x="932" y="591"/>
                    <a:pt x="1170" y="704"/>
                  </a:cubicBezTo>
                  <a:cubicBezTo>
                    <a:pt x="1422" y="830"/>
                    <a:pt x="1686" y="943"/>
                    <a:pt x="1963" y="1044"/>
                  </a:cubicBezTo>
                  <a:cubicBezTo>
                    <a:pt x="2239" y="1144"/>
                    <a:pt x="2541" y="1245"/>
                    <a:pt x="2818" y="1308"/>
                  </a:cubicBezTo>
                  <a:cubicBezTo>
                    <a:pt x="3107" y="1383"/>
                    <a:pt x="3371" y="1446"/>
                    <a:pt x="3610" y="1484"/>
                  </a:cubicBezTo>
                  <a:cubicBezTo>
                    <a:pt x="3836" y="1534"/>
                    <a:pt x="4050" y="1559"/>
                    <a:pt x="4188" y="1572"/>
                  </a:cubicBezTo>
                  <a:lnTo>
                    <a:pt x="4415" y="1597"/>
                  </a:lnTo>
                  <a:lnTo>
                    <a:pt x="4201" y="1559"/>
                  </a:lnTo>
                  <a:cubicBezTo>
                    <a:pt x="4063" y="1534"/>
                    <a:pt x="3861" y="1484"/>
                    <a:pt x="3635" y="1434"/>
                  </a:cubicBezTo>
                  <a:cubicBezTo>
                    <a:pt x="3409" y="1383"/>
                    <a:pt x="3157" y="1308"/>
                    <a:pt x="2881" y="1232"/>
                  </a:cubicBezTo>
                  <a:cubicBezTo>
                    <a:pt x="2604" y="1157"/>
                    <a:pt x="2327" y="1056"/>
                    <a:pt x="2051" y="956"/>
                  </a:cubicBezTo>
                  <a:cubicBezTo>
                    <a:pt x="1774" y="855"/>
                    <a:pt x="1510" y="742"/>
                    <a:pt x="1258" y="641"/>
                  </a:cubicBezTo>
                  <a:cubicBezTo>
                    <a:pt x="1020" y="541"/>
                    <a:pt x="793" y="428"/>
                    <a:pt x="617" y="327"/>
                  </a:cubicBezTo>
                  <a:cubicBezTo>
                    <a:pt x="441" y="226"/>
                    <a:pt x="278" y="151"/>
                    <a:pt x="177" y="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30"/>
            <p:cNvSpPr/>
            <p:nvPr/>
          </p:nvSpPr>
          <p:spPr>
            <a:xfrm>
              <a:off x="4649675" y="2067000"/>
              <a:ext cx="53150" cy="17625"/>
            </a:xfrm>
            <a:custGeom>
              <a:avLst/>
              <a:gdLst/>
              <a:ahLst/>
              <a:cxnLst/>
              <a:rect l="l" t="t" r="r" b="b"/>
              <a:pathLst>
                <a:path w="2126" h="705" extrusionOk="0">
                  <a:moveTo>
                    <a:pt x="2125" y="1"/>
                  </a:moveTo>
                  <a:lnTo>
                    <a:pt x="2012" y="13"/>
                  </a:lnTo>
                  <a:cubicBezTo>
                    <a:pt x="1949" y="26"/>
                    <a:pt x="1861" y="26"/>
                    <a:pt x="1748" y="51"/>
                  </a:cubicBezTo>
                  <a:cubicBezTo>
                    <a:pt x="1648" y="76"/>
                    <a:pt x="1522" y="101"/>
                    <a:pt x="1384" y="139"/>
                  </a:cubicBezTo>
                  <a:cubicBezTo>
                    <a:pt x="1258" y="177"/>
                    <a:pt x="1119" y="215"/>
                    <a:pt x="981" y="252"/>
                  </a:cubicBezTo>
                  <a:cubicBezTo>
                    <a:pt x="843" y="303"/>
                    <a:pt x="717" y="353"/>
                    <a:pt x="591" y="403"/>
                  </a:cubicBezTo>
                  <a:cubicBezTo>
                    <a:pt x="478" y="441"/>
                    <a:pt x="365" y="504"/>
                    <a:pt x="277" y="541"/>
                  </a:cubicBezTo>
                  <a:cubicBezTo>
                    <a:pt x="189" y="592"/>
                    <a:pt x="126" y="629"/>
                    <a:pt x="76" y="655"/>
                  </a:cubicBezTo>
                  <a:lnTo>
                    <a:pt x="0" y="705"/>
                  </a:lnTo>
                  <a:lnTo>
                    <a:pt x="0" y="705"/>
                  </a:lnTo>
                  <a:lnTo>
                    <a:pt x="88" y="667"/>
                  </a:lnTo>
                  <a:lnTo>
                    <a:pt x="327" y="592"/>
                  </a:lnTo>
                  <a:lnTo>
                    <a:pt x="667" y="479"/>
                  </a:lnTo>
                  <a:cubicBezTo>
                    <a:pt x="793" y="441"/>
                    <a:pt x="918" y="391"/>
                    <a:pt x="1057" y="353"/>
                  </a:cubicBezTo>
                  <a:cubicBezTo>
                    <a:pt x="1195" y="303"/>
                    <a:pt x="1321" y="265"/>
                    <a:pt x="1446" y="227"/>
                  </a:cubicBezTo>
                  <a:cubicBezTo>
                    <a:pt x="1572" y="177"/>
                    <a:pt x="1685" y="139"/>
                    <a:pt x="1786" y="114"/>
                  </a:cubicBezTo>
                  <a:lnTo>
                    <a:pt x="2025" y="26"/>
                  </a:lnTo>
                  <a:lnTo>
                    <a:pt x="21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30"/>
            <p:cNvSpPr/>
            <p:nvPr/>
          </p:nvSpPr>
          <p:spPr>
            <a:xfrm>
              <a:off x="4735500" y="2045325"/>
              <a:ext cx="130800" cy="40575"/>
            </a:xfrm>
            <a:custGeom>
              <a:avLst/>
              <a:gdLst/>
              <a:ahLst/>
              <a:cxnLst/>
              <a:rect l="l" t="t" r="r" b="b"/>
              <a:pathLst>
                <a:path w="5232" h="1623" extrusionOk="0">
                  <a:moveTo>
                    <a:pt x="5231" y="0"/>
                  </a:moveTo>
                  <a:cubicBezTo>
                    <a:pt x="5231" y="0"/>
                    <a:pt x="5156" y="38"/>
                    <a:pt x="5030" y="101"/>
                  </a:cubicBezTo>
                  <a:cubicBezTo>
                    <a:pt x="4892" y="151"/>
                    <a:pt x="4716" y="239"/>
                    <a:pt x="4477" y="327"/>
                  </a:cubicBezTo>
                  <a:cubicBezTo>
                    <a:pt x="4238" y="415"/>
                    <a:pt x="3961" y="503"/>
                    <a:pt x="3647" y="591"/>
                  </a:cubicBezTo>
                  <a:cubicBezTo>
                    <a:pt x="3345" y="692"/>
                    <a:pt x="3006" y="780"/>
                    <a:pt x="2666" y="868"/>
                  </a:cubicBezTo>
                  <a:cubicBezTo>
                    <a:pt x="2339" y="943"/>
                    <a:pt x="2000" y="1031"/>
                    <a:pt x="1673" y="1107"/>
                  </a:cubicBezTo>
                  <a:cubicBezTo>
                    <a:pt x="1358" y="1195"/>
                    <a:pt x="1069" y="1270"/>
                    <a:pt x="818" y="1346"/>
                  </a:cubicBezTo>
                  <a:cubicBezTo>
                    <a:pt x="566" y="1421"/>
                    <a:pt x="365" y="1484"/>
                    <a:pt x="227" y="1534"/>
                  </a:cubicBezTo>
                  <a:lnTo>
                    <a:pt x="0" y="1622"/>
                  </a:lnTo>
                  <a:lnTo>
                    <a:pt x="239" y="1559"/>
                  </a:lnTo>
                  <a:cubicBezTo>
                    <a:pt x="377" y="1509"/>
                    <a:pt x="591" y="1459"/>
                    <a:pt x="843" y="1396"/>
                  </a:cubicBezTo>
                  <a:cubicBezTo>
                    <a:pt x="1094" y="1333"/>
                    <a:pt x="1396" y="1270"/>
                    <a:pt x="1723" y="1195"/>
                  </a:cubicBezTo>
                  <a:cubicBezTo>
                    <a:pt x="2037" y="1119"/>
                    <a:pt x="2389" y="1044"/>
                    <a:pt x="2729" y="956"/>
                  </a:cubicBezTo>
                  <a:cubicBezTo>
                    <a:pt x="3069" y="880"/>
                    <a:pt x="3408" y="780"/>
                    <a:pt x="3710" y="679"/>
                  </a:cubicBezTo>
                  <a:cubicBezTo>
                    <a:pt x="4024" y="579"/>
                    <a:pt x="4288" y="465"/>
                    <a:pt x="4527" y="377"/>
                  </a:cubicBezTo>
                  <a:cubicBezTo>
                    <a:pt x="4703" y="289"/>
                    <a:pt x="4879" y="201"/>
                    <a:pt x="5043" y="113"/>
                  </a:cubicBezTo>
                  <a:cubicBezTo>
                    <a:pt x="5168" y="38"/>
                    <a:pt x="5231" y="0"/>
                    <a:pt x="5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30"/>
            <p:cNvSpPr/>
            <p:nvPr/>
          </p:nvSpPr>
          <p:spPr>
            <a:xfrm>
              <a:off x="4855900" y="2039650"/>
              <a:ext cx="95600" cy="46550"/>
            </a:xfrm>
            <a:custGeom>
              <a:avLst/>
              <a:gdLst/>
              <a:ahLst/>
              <a:cxnLst/>
              <a:rect l="l" t="t" r="r" b="b"/>
              <a:pathLst>
                <a:path w="3824" h="1862" extrusionOk="0">
                  <a:moveTo>
                    <a:pt x="3823" y="1"/>
                  </a:moveTo>
                  <a:lnTo>
                    <a:pt x="3685" y="101"/>
                  </a:lnTo>
                  <a:cubicBezTo>
                    <a:pt x="3597" y="164"/>
                    <a:pt x="3458" y="240"/>
                    <a:pt x="3295" y="340"/>
                  </a:cubicBezTo>
                  <a:cubicBezTo>
                    <a:pt x="3132" y="441"/>
                    <a:pt x="2943" y="554"/>
                    <a:pt x="2729" y="680"/>
                  </a:cubicBezTo>
                  <a:cubicBezTo>
                    <a:pt x="2528" y="806"/>
                    <a:pt x="2289" y="919"/>
                    <a:pt x="2050" y="1032"/>
                  </a:cubicBezTo>
                  <a:cubicBezTo>
                    <a:pt x="1799" y="1145"/>
                    <a:pt x="1560" y="1271"/>
                    <a:pt x="1321" y="1359"/>
                  </a:cubicBezTo>
                  <a:cubicBezTo>
                    <a:pt x="1082" y="1459"/>
                    <a:pt x="868" y="1560"/>
                    <a:pt x="667" y="1623"/>
                  </a:cubicBezTo>
                  <a:cubicBezTo>
                    <a:pt x="466" y="1698"/>
                    <a:pt x="302" y="1761"/>
                    <a:pt x="176" y="1799"/>
                  </a:cubicBezTo>
                  <a:lnTo>
                    <a:pt x="0" y="1862"/>
                  </a:lnTo>
                  <a:lnTo>
                    <a:pt x="189" y="1812"/>
                  </a:lnTo>
                  <a:cubicBezTo>
                    <a:pt x="315" y="1786"/>
                    <a:pt x="503" y="1736"/>
                    <a:pt x="705" y="1673"/>
                  </a:cubicBezTo>
                  <a:cubicBezTo>
                    <a:pt x="918" y="1610"/>
                    <a:pt x="1157" y="1535"/>
                    <a:pt x="1396" y="1447"/>
                  </a:cubicBezTo>
                  <a:cubicBezTo>
                    <a:pt x="1648" y="1346"/>
                    <a:pt x="1912" y="1233"/>
                    <a:pt x="2151" y="1120"/>
                  </a:cubicBezTo>
                  <a:cubicBezTo>
                    <a:pt x="2390" y="994"/>
                    <a:pt x="2616" y="868"/>
                    <a:pt x="2830" y="743"/>
                  </a:cubicBezTo>
                  <a:cubicBezTo>
                    <a:pt x="3044" y="617"/>
                    <a:pt x="3220" y="491"/>
                    <a:pt x="3370" y="378"/>
                  </a:cubicBezTo>
                  <a:cubicBezTo>
                    <a:pt x="3521" y="277"/>
                    <a:pt x="3635" y="177"/>
                    <a:pt x="3710" y="114"/>
                  </a:cubicBezTo>
                  <a:lnTo>
                    <a:pt x="38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8" name="Google Shape;4858;p30"/>
          <p:cNvGrpSpPr/>
          <p:nvPr/>
        </p:nvGrpSpPr>
        <p:grpSpPr>
          <a:xfrm>
            <a:off x="146558" y="163207"/>
            <a:ext cx="1133331" cy="573993"/>
            <a:chOff x="6893875" y="2013700"/>
            <a:chExt cx="396325" cy="200725"/>
          </a:xfrm>
        </p:grpSpPr>
        <p:sp>
          <p:nvSpPr>
            <p:cNvPr id="4859" name="Google Shape;4859;p30"/>
            <p:cNvSpPr/>
            <p:nvPr/>
          </p:nvSpPr>
          <p:spPr>
            <a:xfrm>
              <a:off x="6893875" y="2013700"/>
              <a:ext cx="396325" cy="200725"/>
            </a:xfrm>
            <a:custGeom>
              <a:avLst/>
              <a:gdLst/>
              <a:ahLst/>
              <a:cxnLst/>
              <a:rect l="l" t="t" r="r" b="b"/>
              <a:pathLst>
                <a:path w="15853" h="8029" extrusionOk="0">
                  <a:moveTo>
                    <a:pt x="8928" y="0"/>
                  </a:moveTo>
                  <a:cubicBezTo>
                    <a:pt x="8909" y="0"/>
                    <a:pt x="8890" y="0"/>
                    <a:pt x="8872" y="1"/>
                  </a:cubicBezTo>
                  <a:cubicBezTo>
                    <a:pt x="8490" y="8"/>
                    <a:pt x="8117" y="54"/>
                    <a:pt x="7744" y="123"/>
                  </a:cubicBezTo>
                  <a:lnTo>
                    <a:pt x="7385" y="184"/>
                  </a:lnTo>
                  <a:lnTo>
                    <a:pt x="7340" y="191"/>
                  </a:lnTo>
                  <a:cubicBezTo>
                    <a:pt x="7210" y="153"/>
                    <a:pt x="7081" y="130"/>
                    <a:pt x="6943" y="130"/>
                  </a:cubicBezTo>
                  <a:cubicBezTo>
                    <a:pt x="6898" y="130"/>
                    <a:pt x="6852" y="138"/>
                    <a:pt x="6814" y="138"/>
                  </a:cubicBezTo>
                  <a:lnTo>
                    <a:pt x="6753" y="153"/>
                  </a:lnTo>
                  <a:lnTo>
                    <a:pt x="6738" y="153"/>
                  </a:lnTo>
                  <a:cubicBezTo>
                    <a:pt x="6707" y="153"/>
                    <a:pt x="6677" y="161"/>
                    <a:pt x="6654" y="168"/>
                  </a:cubicBezTo>
                  <a:cubicBezTo>
                    <a:pt x="5960" y="351"/>
                    <a:pt x="5427" y="664"/>
                    <a:pt x="4954" y="953"/>
                  </a:cubicBezTo>
                  <a:lnTo>
                    <a:pt x="4947" y="953"/>
                  </a:lnTo>
                  <a:cubicBezTo>
                    <a:pt x="4604" y="1159"/>
                    <a:pt x="4306" y="1342"/>
                    <a:pt x="3994" y="1434"/>
                  </a:cubicBezTo>
                  <a:lnTo>
                    <a:pt x="3841" y="1487"/>
                  </a:lnTo>
                  <a:cubicBezTo>
                    <a:pt x="3659" y="1540"/>
                    <a:pt x="3498" y="1655"/>
                    <a:pt x="3384" y="1807"/>
                  </a:cubicBezTo>
                  <a:cubicBezTo>
                    <a:pt x="2957" y="1982"/>
                    <a:pt x="1121" y="2843"/>
                    <a:pt x="130" y="4795"/>
                  </a:cubicBezTo>
                  <a:cubicBezTo>
                    <a:pt x="38" y="4970"/>
                    <a:pt x="0" y="5176"/>
                    <a:pt x="23" y="5374"/>
                  </a:cubicBezTo>
                  <a:cubicBezTo>
                    <a:pt x="92" y="5999"/>
                    <a:pt x="663" y="6311"/>
                    <a:pt x="1197" y="6555"/>
                  </a:cubicBezTo>
                  <a:cubicBezTo>
                    <a:pt x="1540" y="6715"/>
                    <a:pt x="1890" y="6845"/>
                    <a:pt x="2256" y="6951"/>
                  </a:cubicBezTo>
                  <a:cubicBezTo>
                    <a:pt x="2355" y="7332"/>
                    <a:pt x="2691" y="7622"/>
                    <a:pt x="3087" y="7660"/>
                  </a:cubicBezTo>
                  <a:lnTo>
                    <a:pt x="3377" y="7683"/>
                  </a:lnTo>
                  <a:cubicBezTo>
                    <a:pt x="3552" y="7698"/>
                    <a:pt x="3727" y="7706"/>
                    <a:pt x="3895" y="7706"/>
                  </a:cubicBezTo>
                  <a:cubicBezTo>
                    <a:pt x="3986" y="7706"/>
                    <a:pt x="4078" y="7706"/>
                    <a:pt x="4162" y="7698"/>
                  </a:cubicBezTo>
                  <a:cubicBezTo>
                    <a:pt x="4337" y="7851"/>
                    <a:pt x="4558" y="7935"/>
                    <a:pt x="4794" y="7942"/>
                  </a:cubicBezTo>
                  <a:lnTo>
                    <a:pt x="4863" y="7942"/>
                  </a:lnTo>
                  <a:lnTo>
                    <a:pt x="5107" y="7957"/>
                  </a:lnTo>
                  <a:cubicBezTo>
                    <a:pt x="5450" y="7988"/>
                    <a:pt x="5922" y="8026"/>
                    <a:pt x="6456" y="8026"/>
                  </a:cubicBezTo>
                  <a:cubicBezTo>
                    <a:pt x="6510" y="8027"/>
                    <a:pt x="6564" y="8028"/>
                    <a:pt x="6619" y="8028"/>
                  </a:cubicBezTo>
                  <a:cubicBezTo>
                    <a:pt x="7160" y="8028"/>
                    <a:pt x="7705" y="7959"/>
                    <a:pt x="8231" y="7828"/>
                  </a:cubicBezTo>
                  <a:cubicBezTo>
                    <a:pt x="8361" y="7884"/>
                    <a:pt x="8504" y="7916"/>
                    <a:pt x="8647" y="7916"/>
                  </a:cubicBezTo>
                  <a:cubicBezTo>
                    <a:pt x="8696" y="7916"/>
                    <a:pt x="8746" y="7912"/>
                    <a:pt x="8795" y="7904"/>
                  </a:cubicBezTo>
                  <a:lnTo>
                    <a:pt x="9070" y="7858"/>
                  </a:lnTo>
                  <a:cubicBezTo>
                    <a:pt x="10739" y="7576"/>
                    <a:pt x="11409" y="6723"/>
                    <a:pt x="11752" y="5862"/>
                  </a:cubicBezTo>
                  <a:cubicBezTo>
                    <a:pt x="11912" y="5846"/>
                    <a:pt x="12065" y="5793"/>
                    <a:pt x="12194" y="5701"/>
                  </a:cubicBezTo>
                  <a:cubicBezTo>
                    <a:pt x="12469" y="5511"/>
                    <a:pt x="12682" y="5244"/>
                    <a:pt x="12812" y="4932"/>
                  </a:cubicBezTo>
                  <a:cubicBezTo>
                    <a:pt x="12850" y="4810"/>
                    <a:pt x="12888" y="4695"/>
                    <a:pt x="12903" y="4566"/>
                  </a:cubicBezTo>
                  <a:cubicBezTo>
                    <a:pt x="12987" y="4581"/>
                    <a:pt x="13063" y="4581"/>
                    <a:pt x="13147" y="4589"/>
                  </a:cubicBezTo>
                  <a:cubicBezTo>
                    <a:pt x="13292" y="4589"/>
                    <a:pt x="13444" y="4566"/>
                    <a:pt x="13582" y="4520"/>
                  </a:cubicBezTo>
                  <a:cubicBezTo>
                    <a:pt x="14100" y="4383"/>
                    <a:pt x="14443" y="3903"/>
                    <a:pt x="14405" y="3369"/>
                  </a:cubicBezTo>
                  <a:lnTo>
                    <a:pt x="14405" y="3369"/>
                  </a:lnTo>
                  <a:lnTo>
                    <a:pt x="14481" y="3392"/>
                  </a:lnTo>
                  <a:lnTo>
                    <a:pt x="14511" y="3400"/>
                  </a:lnTo>
                  <a:cubicBezTo>
                    <a:pt x="14594" y="3422"/>
                    <a:pt x="14677" y="3432"/>
                    <a:pt x="14759" y="3432"/>
                  </a:cubicBezTo>
                  <a:cubicBezTo>
                    <a:pt x="15130" y="3432"/>
                    <a:pt x="15474" y="3215"/>
                    <a:pt x="15624" y="2859"/>
                  </a:cubicBezTo>
                  <a:lnTo>
                    <a:pt x="15639" y="2828"/>
                  </a:lnTo>
                  <a:cubicBezTo>
                    <a:pt x="15853" y="2348"/>
                    <a:pt x="15632" y="1784"/>
                    <a:pt x="15152" y="1571"/>
                  </a:cubicBezTo>
                  <a:lnTo>
                    <a:pt x="15136" y="1563"/>
                  </a:lnTo>
                  <a:cubicBezTo>
                    <a:pt x="14763" y="1411"/>
                    <a:pt x="14359" y="1319"/>
                    <a:pt x="13955" y="1281"/>
                  </a:cubicBezTo>
                  <a:cubicBezTo>
                    <a:pt x="13932" y="892"/>
                    <a:pt x="13719" y="534"/>
                    <a:pt x="13383" y="336"/>
                  </a:cubicBezTo>
                  <a:cubicBezTo>
                    <a:pt x="13178" y="206"/>
                    <a:pt x="12949" y="146"/>
                    <a:pt x="12705" y="146"/>
                  </a:cubicBezTo>
                  <a:cubicBezTo>
                    <a:pt x="12499" y="146"/>
                    <a:pt x="12301" y="184"/>
                    <a:pt x="12118" y="267"/>
                  </a:cubicBezTo>
                  <a:cubicBezTo>
                    <a:pt x="11882" y="374"/>
                    <a:pt x="11676" y="542"/>
                    <a:pt x="11524" y="748"/>
                  </a:cubicBezTo>
                  <a:cubicBezTo>
                    <a:pt x="11470" y="694"/>
                    <a:pt x="11417" y="649"/>
                    <a:pt x="11356" y="603"/>
                  </a:cubicBezTo>
                  <a:cubicBezTo>
                    <a:pt x="11211" y="481"/>
                    <a:pt x="11051" y="382"/>
                    <a:pt x="10884" y="306"/>
                  </a:cubicBezTo>
                  <a:cubicBezTo>
                    <a:pt x="10663" y="199"/>
                    <a:pt x="10419" y="146"/>
                    <a:pt x="10175" y="146"/>
                  </a:cubicBezTo>
                  <a:lnTo>
                    <a:pt x="10061" y="146"/>
                  </a:lnTo>
                  <a:cubicBezTo>
                    <a:pt x="9992" y="146"/>
                    <a:pt x="9923" y="161"/>
                    <a:pt x="9862" y="176"/>
                  </a:cubicBezTo>
                  <a:cubicBezTo>
                    <a:pt x="9560" y="61"/>
                    <a:pt x="9244" y="0"/>
                    <a:pt x="89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30"/>
            <p:cNvSpPr/>
            <p:nvPr/>
          </p:nvSpPr>
          <p:spPr>
            <a:xfrm>
              <a:off x="7120800" y="2080775"/>
              <a:ext cx="62125" cy="101950"/>
            </a:xfrm>
            <a:custGeom>
              <a:avLst/>
              <a:gdLst/>
              <a:ahLst/>
              <a:cxnLst/>
              <a:rect l="l" t="t" r="r" b="b"/>
              <a:pathLst>
                <a:path w="2485" h="4078" extrusionOk="0">
                  <a:moveTo>
                    <a:pt x="2454" y="0"/>
                  </a:moveTo>
                  <a:lnTo>
                    <a:pt x="2332" y="39"/>
                  </a:lnTo>
                  <a:cubicBezTo>
                    <a:pt x="1951" y="427"/>
                    <a:pt x="1852" y="915"/>
                    <a:pt x="1769" y="1388"/>
                  </a:cubicBezTo>
                  <a:cubicBezTo>
                    <a:pt x="1738" y="1654"/>
                    <a:pt x="1669" y="1913"/>
                    <a:pt x="1578" y="2165"/>
                  </a:cubicBezTo>
                  <a:cubicBezTo>
                    <a:pt x="1433" y="2561"/>
                    <a:pt x="1220" y="2927"/>
                    <a:pt x="953" y="3247"/>
                  </a:cubicBezTo>
                  <a:cubicBezTo>
                    <a:pt x="755" y="3461"/>
                    <a:pt x="534" y="3659"/>
                    <a:pt x="298" y="3826"/>
                  </a:cubicBezTo>
                  <a:lnTo>
                    <a:pt x="160" y="3941"/>
                  </a:lnTo>
                  <a:lnTo>
                    <a:pt x="122" y="3971"/>
                  </a:lnTo>
                  <a:lnTo>
                    <a:pt x="115" y="3971"/>
                  </a:lnTo>
                  <a:cubicBezTo>
                    <a:pt x="77" y="4009"/>
                    <a:pt x="38" y="4047"/>
                    <a:pt x="0" y="4078"/>
                  </a:cubicBezTo>
                  <a:cubicBezTo>
                    <a:pt x="1448" y="3765"/>
                    <a:pt x="1685" y="2881"/>
                    <a:pt x="1929" y="1944"/>
                  </a:cubicBezTo>
                  <a:lnTo>
                    <a:pt x="1936" y="1929"/>
                  </a:lnTo>
                  <a:cubicBezTo>
                    <a:pt x="1967" y="1799"/>
                    <a:pt x="1997" y="1677"/>
                    <a:pt x="2028" y="1548"/>
                  </a:cubicBezTo>
                  <a:cubicBezTo>
                    <a:pt x="2111" y="1151"/>
                    <a:pt x="2226" y="770"/>
                    <a:pt x="2386" y="404"/>
                  </a:cubicBezTo>
                  <a:cubicBezTo>
                    <a:pt x="2401" y="366"/>
                    <a:pt x="2416" y="336"/>
                    <a:pt x="2432" y="298"/>
                  </a:cubicBezTo>
                  <a:cubicBezTo>
                    <a:pt x="2477" y="206"/>
                    <a:pt x="2485" y="100"/>
                    <a:pt x="2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30"/>
            <p:cNvSpPr/>
            <p:nvPr/>
          </p:nvSpPr>
          <p:spPr>
            <a:xfrm>
              <a:off x="7133950" y="2082875"/>
              <a:ext cx="42125" cy="87100"/>
            </a:xfrm>
            <a:custGeom>
              <a:avLst/>
              <a:gdLst/>
              <a:ahLst/>
              <a:cxnLst/>
              <a:rect l="l" t="t" r="r" b="b"/>
              <a:pathLst>
                <a:path w="1685" h="3484" extrusionOk="0">
                  <a:moveTo>
                    <a:pt x="1685" y="0"/>
                  </a:moveTo>
                  <a:cubicBezTo>
                    <a:pt x="1547" y="38"/>
                    <a:pt x="1418" y="84"/>
                    <a:pt x="1288" y="130"/>
                  </a:cubicBezTo>
                  <a:cubicBezTo>
                    <a:pt x="1128" y="320"/>
                    <a:pt x="1075" y="549"/>
                    <a:pt x="1021" y="770"/>
                  </a:cubicBezTo>
                  <a:lnTo>
                    <a:pt x="1006" y="854"/>
                  </a:lnTo>
                  <a:cubicBezTo>
                    <a:pt x="983" y="953"/>
                    <a:pt x="961" y="1060"/>
                    <a:pt x="938" y="1159"/>
                  </a:cubicBezTo>
                  <a:cubicBezTo>
                    <a:pt x="892" y="1395"/>
                    <a:pt x="839" y="1624"/>
                    <a:pt x="762" y="1852"/>
                  </a:cubicBezTo>
                  <a:cubicBezTo>
                    <a:pt x="732" y="1944"/>
                    <a:pt x="701" y="2035"/>
                    <a:pt x="671" y="2127"/>
                  </a:cubicBezTo>
                  <a:cubicBezTo>
                    <a:pt x="518" y="2592"/>
                    <a:pt x="358" y="3072"/>
                    <a:pt x="0" y="3483"/>
                  </a:cubicBezTo>
                  <a:cubicBezTo>
                    <a:pt x="130" y="3377"/>
                    <a:pt x="252" y="3262"/>
                    <a:pt x="358" y="3140"/>
                  </a:cubicBezTo>
                  <a:cubicBezTo>
                    <a:pt x="625" y="2820"/>
                    <a:pt x="839" y="2454"/>
                    <a:pt x="991" y="2073"/>
                  </a:cubicBezTo>
                  <a:cubicBezTo>
                    <a:pt x="1075" y="1814"/>
                    <a:pt x="1143" y="1555"/>
                    <a:pt x="1182" y="1296"/>
                  </a:cubicBezTo>
                  <a:cubicBezTo>
                    <a:pt x="1258" y="846"/>
                    <a:pt x="1342" y="381"/>
                    <a:pt x="16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30"/>
            <p:cNvSpPr/>
            <p:nvPr/>
          </p:nvSpPr>
          <p:spPr>
            <a:xfrm>
              <a:off x="6990650" y="2119075"/>
              <a:ext cx="75475" cy="58900"/>
            </a:xfrm>
            <a:custGeom>
              <a:avLst/>
              <a:gdLst/>
              <a:ahLst/>
              <a:cxnLst/>
              <a:rect l="l" t="t" r="r" b="b"/>
              <a:pathLst>
                <a:path w="3019" h="2356" extrusionOk="0">
                  <a:moveTo>
                    <a:pt x="3019" y="0"/>
                  </a:moveTo>
                  <a:cubicBezTo>
                    <a:pt x="2752" y="69"/>
                    <a:pt x="2486" y="138"/>
                    <a:pt x="2219" y="206"/>
                  </a:cubicBezTo>
                  <a:cubicBezTo>
                    <a:pt x="1883" y="389"/>
                    <a:pt x="1594" y="663"/>
                    <a:pt x="1396" y="991"/>
                  </a:cubicBezTo>
                  <a:cubicBezTo>
                    <a:pt x="1281" y="1166"/>
                    <a:pt x="1190" y="1357"/>
                    <a:pt x="1060" y="1532"/>
                  </a:cubicBezTo>
                  <a:cubicBezTo>
                    <a:pt x="999" y="1616"/>
                    <a:pt x="923" y="1692"/>
                    <a:pt x="839" y="1753"/>
                  </a:cubicBezTo>
                  <a:cubicBezTo>
                    <a:pt x="801" y="1784"/>
                    <a:pt x="755" y="1807"/>
                    <a:pt x="710" y="1829"/>
                  </a:cubicBezTo>
                  <a:lnTo>
                    <a:pt x="679" y="1883"/>
                  </a:lnTo>
                  <a:cubicBezTo>
                    <a:pt x="565" y="2050"/>
                    <a:pt x="359" y="2195"/>
                    <a:pt x="1" y="2355"/>
                  </a:cubicBezTo>
                  <a:cubicBezTo>
                    <a:pt x="85" y="2332"/>
                    <a:pt x="176" y="2310"/>
                    <a:pt x="268" y="2287"/>
                  </a:cubicBezTo>
                  <a:cubicBezTo>
                    <a:pt x="390" y="2256"/>
                    <a:pt x="512" y="2226"/>
                    <a:pt x="626" y="2195"/>
                  </a:cubicBezTo>
                  <a:cubicBezTo>
                    <a:pt x="938" y="2096"/>
                    <a:pt x="1220" y="1929"/>
                    <a:pt x="1464" y="1708"/>
                  </a:cubicBezTo>
                  <a:cubicBezTo>
                    <a:pt x="1678" y="1502"/>
                    <a:pt x="1868" y="1265"/>
                    <a:pt x="2028" y="1014"/>
                  </a:cubicBezTo>
                  <a:cubicBezTo>
                    <a:pt x="2219" y="740"/>
                    <a:pt x="2409" y="450"/>
                    <a:pt x="2699" y="221"/>
                  </a:cubicBezTo>
                  <a:cubicBezTo>
                    <a:pt x="2783" y="153"/>
                    <a:pt x="2897" y="77"/>
                    <a:pt x="30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30"/>
            <p:cNvSpPr/>
            <p:nvPr/>
          </p:nvSpPr>
          <p:spPr>
            <a:xfrm>
              <a:off x="6987050" y="2114500"/>
              <a:ext cx="94525" cy="65450"/>
            </a:xfrm>
            <a:custGeom>
              <a:avLst/>
              <a:gdLst/>
              <a:ahLst/>
              <a:cxnLst/>
              <a:rect l="l" t="t" r="r" b="b"/>
              <a:pathLst>
                <a:path w="3781" h="2618" extrusionOk="0">
                  <a:moveTo>
                    <a:pt x="3773" y="0"/>
                  </a:moveTo>
                  <a:lnTo>
                    <a:pt x="3773" y="0"/>
                  </a:lnTo>
                  <a:cubicBezTo>
                    <a:pt x="3605" y="54"/>
                    <a:pt x="3430" y="107"/>
                    <a:pt x="3254" y="153"/>
                  </a:cubicBezTo>
                  <a:cubicBezTo>
                    <a:pt x="3125" y="237"/>
                    <a:pt x="2995" y="328"/>
                    <a:pt x="2866" y="427"/>
                  </a:cubicBezTo>
                  <a:cubicBezTo>
                    <a:pt x="2576" y="648"/>
                    <a:pt x="2386" y="930"/>
                    <a:pt x="2203" y="1205"/>
                  </a:cubicBezTo>
                  <a:cubicBezTo>
                    <a:pt x="2043" y="1464"/>
                    <a:pt x="1845" y="1700"/>
                    <a:pt x="1631" y="1913"/>
                  </a:cubicBezTo>
                  <a:cubicBezTo>
                    <a:pt x="1387" y="2134"/>
                    <a:pt x="1090" y="2302"/>
                    <a:pt x="778" y="2401"/>
                  </a:cubicBezTo>
                  <a:cubicBezTo>
                    <a:pt x="663" y="2439"/>
                    <a:pt x="541" y="2462"/>
                    <a:pt x="419" y="2493"/>
                  </a:cubicBezTo>
                  <a:cubicBezTo>
                    <a:pt x="282" y="2523"/>
                    <a:pt x="137" y="2561"/>
                    <a:pt x="0" y="2615"/>
                  </a:cubicBezTo>
                  <a:cubicBezTo>
                    <a:pt x="57" y="2617"/>
                    <a:pt x="111" y="2618"/>
                    <a:pt x="165" y="2618"/>
                  </a:cubicBezTo>
                  <a:cubicBezTo>
                    <a:pt x="1363" y="2618"/>
                    <a:pt x="1771" y="2057"/>
                    <a:pt x="2165" y="1509"/>
                  </a:cubicBezTo>
                  <a:cubicBezTo>
                    <a:pt x="2271" y="1365"/>
                    <a:pt x="2386" y="1220"/>
                    <a:pt x="2500" y="1083"/>
                  </a:cubicBezTo>
                  <a:lnTo>
                    <a:pt x="2591" y="991"/>
                  </a:lnTo>
                  <a:lnTo>
                    <a:pt x="2607" y="1106"/>
                  </a:lnTo>
                  <a:cubicBezTo>
                    <a:pt x="2675" y="1548"/>
                    <a:pt x="2447" y="1936"/>
                    <a:pt x="2104" y="2256"/>
                  </a:cubicBezTo>
                  <a:cubicBezTo>
                    <a:pt x="2149" y="2218"/>
                    <a:pt x="2195" y="2188"/>
                    <a:pt x="2233" y="2150"/>
                  </a:cubicBezTo>
                  <a:cubicBezTo>
                    <a:pt x="2538" y="1891"/>
                    <a:pt x="2797" y="1586"/>
                    <a:pt x="3003" y="1243"/>
                  </a:cubicBezTo>
                  <a:cubicBezTo>
                    <a:pt x="3232" y="877"/>
                    <a:pt x="3415" y="488"/>
                    <a:pt x="3704" y="160"/>
                  </a:cubicBezTo>
                  <a:cubicBezTo>
                    <a:pt x="3712" y="145"/>
                    <a:pt x="3719" y="130"/>
                    <a:pt x="3735" y="115"/>
                  </a:cubicBezTo>
                  <a:cubicBezTo>
                    <a:pt x="3750" y="84"/>
                    <a:pt x="3780" y="39"/>
                    <a:pt x="37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30"/>
            <p:cNvSpPr/>
            <p:nvPr/>
          </p:nvSpPr>
          <p:spPr>
            <a:xfrm>
              <a:off x="7023425" y="2103075"/>
              <a:ext cx="93400" cy="81000"/>
            </a:xfrm>
            <a:custGeom>
              <a:avLst/>
              <a:gdLst/>
              <a:ahLst/>
              <a:cxnLst/>
              <a:rect l="l" t="t" r="r" b="b"/>
              <a:pathLst>
                <a:path w="3736" h="3240" extrusionOk="0">
                  <a:moveTo>
                    <a:pt x="3735" y="0"/>
                  </a:moveTo>
                  <a:lnTo>
                    <a:pt x="3735" y="0"/>
                  </a:lnTo>
                  <a:cubicBezTo>
                    <a:pt x="3354" y="130"/>
                    <a:pt x="2966" y="259"/>
                    <a:pt x="2577" y="381"/>
                  </a:cubicBezTo>
                  <a:cubicBezTo>
                    <a:pt x="2051" y="800"/>
                    <a:pt x="1845" y="1380"/>
                    <a:pt x="1495" y="1898"/>
                  </a:cubicBezTo>
                  <a:cubicBezTo>
                    <a:pt x="1274" y="2210"/>
                    <a:pt x="1014" y="2492"/>
                    <a:pt x="717" y="2729"/>
                  </a:cubicBezTo>
                  <a:cubicBezTo>
                    <a:pt x="572" y="2851"/>
                    <a:pt x="420" y="2957"/>
                    <a:pt x="268" y="3072"/>
                  </a:cubicBezTo>
                  <a:cubicBezTo>
                    <a:pt x="184" y="3133"/>
                    <a:pt x="92" y="3186"/>
                    <a:pt x="1" y="3239"/>
                  </a:cubicBezTo>
                  <a:cubicBezTo>
                    <a:pt x="24" y="3232"/>
                    <a:pt x="47" y="3224"/>
                    <a:pt x="62" y="3216"/>
                  </a:cubicBezTo>
                  <a:cubicBezTo>
                    <a:pt x="222" y="3171"/>
                    <a:pt x="367" y="3102"/>
                    <a:pt x="511" y="3041"/>
                  </a:cubicBezTo>
                  <a:cubicBezTo>
                    <a:pt x="572" y="3011"/>
                    <a:pt x="641" y="2980"/>
                    <a:pt x="710" y="2950"/>
                  </a:cubicBezTo>
                  <a:cubicBezTo>
                    <a:pt x="1213" y="2744"/>
                    <a:pt x="1533" y="2530"/>
                    <a:pt x="1815" y="2233"/>
                  </a:cubicBezTo>
                  <a:cubicBezTo>
                    <a:pt x="1998" y="2020"/>
                    <a:pt x="2158" y="1791"/>
                    <a:pt x="2287" y="1547"/>
                  </a:cubicBezTo>
                  <a:cubicBezTo>
                    <a:pt x="2363" y="1410"/>
                    <a:pt x="2440" y="1273"/>
                    <a:pt x="2531" y="1151"/>
                  </a:cubicBezTo>
                  <a:cubicBezTo>
                    <a:pt x="2767" y="808"/>
                    <a:pt x="3065" y="511"/>
                    <a:pt x="3400" y="259"/>
                  </a:cubicBezTo>
                  <a:lnTo>
                    <a:pt x="3438" y="236"/>
                  </a:lnTo>
                  <a:cubicBezTo>
                    <a:pt x="3530" y="160"/>
                    <a:pt x="3629" y="84"/>
                    <a:pt x="3720" y="1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30"/>
            <p:cNvSpPr/>
            <p:nvPr/>
          </p:nvSpPr>
          <p:spPr>
            <a:xfrm>
              <a:off x="7022675" y="2106675"/>
              <a:ext cx="90900" cy="78475"/>
            </a:xfrm>
            <a:custGeom>
              <a:avLst/>
              <a:gdLst/>
              <a:ahLst/>
              <a:cxnLst/>
              <a:rect l="l" t="t" r="r" b="b"/>
              <a:pathLst>
                <a:path w="3636" h="3139" extrusionOk="0">
                  <a:moveTo>
                    <a:pt x="3636" y="1"/>
                  </a:moveTo>
                  <a:lnTo>
                    <a:pt x="3499" y="108"/>
                  </a:lnTo>
                  <a:lnTo>
                    <a:pt x="3460" y="138"/>
                  </a:lnTo>
                  <a:cubicBezTo>
                    <a:pt x="3125" y="382"/>
                    <a:pt x="2835" y="679"/>
                    <a:pt x="2592" y="1015"/>
                  </a:cubicBezTo>
                  <a:cubicBezTo>
                    <a:pt x="2508" y="1137"/>
                    <a:pt x="2432" y="1274"/>
                    <a:pt x="2355" y="1411"/>
                  </a:cubicBezTo>
                  <a:cubicBezTo>
                    <a:pt x="2218" y="1655"/>
                    <a:pt x="2058" y="1891"/>
                    <a:pt x="1875" y="2104"/>
                  </a:cubicBezTo>
                  <a:cubicBezTo>
                    <a:pt x="1593" y="2409"/>
                    <a:pt x="1265" y="2615"/>
                    <a:pt x="755" y="2828"/>
                  </a:cubicBezTo>
                  <a:lnTo>
                    <a:pt x="557" y="2920"/>
                  </a:lnTo>
                  <a:cubicBezTo>
                    <a:pt x="412" y="2981"/>
                    <a:pt x="267" y="3049"/>
                    <a:pt x="107" y="3095"/>
                  </a:cubicBezTo>
                  <a:cubicBezTo>
                    <a:pt x="84" y="3110"/>
                    <a:pt x="38" y="3118"/>
                    <a:pt x="0" y="3126"/>
                  </a:cubicBezTo>
                  <a:cubicBezTo>
                    <a:pt x="66" y="3134"/>
                    <a:pt x="133" y="3138"/>
                    <a:pt x="200" y="3138"/>
                  </a:cubicBezTo>
                  <a:cubicBezTo>
                    <a:pt x="619" y="3138"/>
                    <a:pt x="1065" y="2988"/>
                    <a:pt x="1426" y="2844"/>
                  </a:cubicBezTo>
                  <a:cubicBezTo>
                    <a:pt x="1982" y="2623"/>
                    <a:pt x="2249" y="2211"/>
                    <a:pt x="2508" y="1784"/>
                  </a:cubicBezTo>
                  <a:cubicBezTo>
                    <a:pt x="2744" y="1396"/>
                    <a:pt x="2927" y="992"/>
                    <a:pt x="3148" y="595"/>
                  </a:cubicBezTo>
                  <a:cubicBezTo>
                    <a:pt x="3285" y="374"/>
                    <a:pt x="3445" y="176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30"/>
            <p:cNvSpPr/>
            <p:nvPr/>
          </p:nvSpPr>
          <p:spPr>
            <a:xfrm>
              <a:off x="7133000" y="2088400"/>
              <a:ext cx="28225" cy="80625"/>
            </a:xfrm>
            <a:custGeom>
              <a:avLst/>
              <a:gdLst/>
              <a:ahLst/>
              <a:cxnLst/>
              <a:rect l="l" t="t" r="r" b="b"/>
              <a:pathLst>
                <a:path w="1129" h="3225" extrusionOk="0">
                  <a:moveTo>
                    <a:pt x="1120" y="0"/>
                  </a:moveTo>
                  <a:cubicBezTo>
                    <a:pt x="633" y="374"/>
                    <a:pt x="602" y="938"/>
                    <a:pt x="564" y="1532"/>
                  </a:cubicBezTo>
                  <a:cubicBezTo>
                    <a:pt x="564" y="1608"/>
                    <a:pt x="556" y="1692"/>
                    <a:pt x="556" y="1768"/>
                  </a:cubicBezTo>
                  <a:cubicBezTo>
                    <a:pt x="488" y="2294"/>
                    <a:pt x="305" y="2790"/>
                    <a:pt x="0" y="3224"/>
                  </a:cubicBezTo>
                  <a:cubicBezTo>
                    <a:pt x="343" y="2828"/>
                    <a:pt x="496" y="2355"/>
                    <a:pt x="648" y="1898"/>
                  </a:cubicBezTo>
                  <a:cubicBezTo>
                    <a:pt x="678" y="1799"/>
                    <a:pt x="709" y="1707"/>
                    <a:pt x="739" y="1616"/>
                  </a:cubicBezTo>
                  <a:cubicBezTo>
                    <a:pt x="816" y="1395"/>
                    <a:pt x="869" y="1166"/>
                    <a:pt x="915" y="930"/>
                  </a:cubicBezTo>
                  <a:cubicBezTo>
                    <a:pt x="938" y="831"/>
                    <a:pt x="960" y="724"/>
                    <a:pt x="983" y="625"/>
                  </a:cubicBezTo>
                  <a:lnTo>
                    <a:pt x="1006" y="541"/>
                  </a:lnTo>
                  <a:cubicBezTo>
                    <a:pt x="1029" y="419"/>
                    <a:pt x="1059" y="305"/>
                    <a:pt x="1098" y="191"/>
                  </a:cubicBezTo>
                  <a:cubicBezTo>
                    <a:pt x="1120" y="122"/>
                    <a:pt x="1128" y="61"/>
                    <a:pt x="11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30"/>
            <p:cNvSpPr/>
            <p:nvPr/>
          </p:nvSpPr>
          <p:spPr>
            <a:xfrm>
              <a:off x="6935775" y="2101575"/>
              <a:ext cx="106725" cy="23675"/>
            </a:xfrm>
            <a:custGeom>
              <a:avLst/>
              <a:gdLst/>
              <a:ahLst/>
              <a:cxnLst/>
              <a:rect l="l" t="t" r="r" b="b"/>
              <a:pathLst>
                <a:path w="4269" h="947" extrusionOk="0">
                  <a:moveTo>
                    <a:pt x="1557" y="0"/>
                  </a:moveTo>
                  <a:cubicBezTo>
                    <a:pt x="1423" y="0"/>
                    <a:pt x="1290" y="18"/>
                    <a:pt x="1159" y="53"/>
                  </a:cubicBezTo>
                  <a:cubicBezTo>
                    <a:pt x="984" y="98"/>
                    <a:pt x="824" y="182"/>
                    <a:pt x="649" y="220"/>
                  </a:cubicBezTo>
                  <a:cubicBezTo>
                    <a:pt x="413" y="426"/>
                    <a:pt x="199" y="647"/>
                    <a:pt x="1" y="883"/>
                  </a:cubicBezTo>
                  <a:cubicBezTo>
                    <a:pt x="70" y="883"/>
                    <a:pt x="131" y="883"/>
                    <a:pt x="192" y="868"/>
                  </a:cubicBezTo>
                  <a:cubicBezTo>
                    <a:pt x="283" y="853"/>
                    <a:pt x="374" y="822"/>
                    <a:pt x="466" y="807"/>
                  </a:cubicBezTo>
                  <a:cubicBezTo>
                    <a:pt x="737" y="725"/>
                    <a:pt x="1015" y="685"/>
                    <a:pt x="1295" y="685"/>
                  </a:cubicBezTo>
                  <a:cubicBezTo>
                    <a:pt x="1455" y="685"/>
                    <a:pt x="1616" y="698"/>
                    <a:pt x="1777" y="723"/>
                  </a:cubicBezTo>
                  <a:cubicBezTo>
                    <a:pt x="2219" y="792"/>
                    <a:pt x="2661" y="914"/>
                    <a:pt x="3118" y="944"/>
                  </a:cubicBezTo>
                  <a:cubicBezTo>
                    <a:pt x="3156" y="946"/>
                    <a:pt x="3194" y="946"/>
                    <a:pt x="3231" y="946"/>
                  </a:cubicBezTo>
                  <a:cubicBezTo>
                    <a:pt x="3412" y="946"/>
                    <a:pt x="3589" y="931"/>
                    <a:pt x="3766" y="906"/>
                  </a:cubicBezTo>
                  <a:cubicBezTo>
                    <a:pt x="3888" y="891"/>
                    <a:pt x="4025" y="876"/>
                    <a:pt x="4147" y="860"/>
                  </a:cubicBezTo>
                  <a:lnTo>
                    <a:pt x="4269" y="822"/>
                  </a:lnTo>
                  <a:cubicBezTo>
                    <a:pt x="4246" y="807"/>
                    <a:pt x="4223" y="799"/>
                    <a:pt x="4200" y="792"/>
                  </a:cubicBezTo>
                  <a:cubicBezTo>
                    <a:pt x="4162" y="777"/>
                    <a:pt x="4132" y="769"/>
                    <a:pt x="4101" y="754"/>
                  </a:cubicBezTo>
                  <a:lnTo>
                    <a:pt x="3972" y="731"/>
                  </a:lnTo>
                  <a:cubicBezTo>
                    <a:pt x="3636" y="655"/>
                    <a:pt x="3309" y="548"/>
                    <a:pt x="3004" y="395"/>
                  </a:cubicBezTo>
                  <a:cubicBezTo>
                    <a:pt x="2638" y="220"/>
                    <a:pt x="2249" y="98"/>
                    <a:pt x="1861" y="30"/>
                  </a:cubicBezTo>
                  <a:cubicBezTo>
                    <a:pt x="1759" y="10"/>
                    <a:pt x="1658" y="0"/>
                    <a:pt x="15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30"/>
            <p:cNvSpPr/>
            <p:nvPr/>
          </p:nvSpPr>
          <p:spPr>
            <a:xfrm>
              <a:off x="6968375" y="2125925"/>
              <a:ext cx="70900" cy="41025"/>
            </a:xfrm>
            <a:custGeom>
              <a:avLst/>
              <a:gdLst/>
              <a:ahLst/>
              <a:cxnLst/>
              <a:rect l="l" t="t" r="r" b="b"/>
              <a:pathLst>
                <a:path w="2836" h="1641" extrusionOk="0">
                  <a:moveTo>
                    <a:pt x="2835" y="1"/>
                  </a:moveTo>
                  <a:lnTo>
                    <a:pt x="2584" y="54"/>
                  </a:lnTo>
                  <a:cubicBezTo>
                    <a:pt x="2576" y="54"/>
                    <a:pt x="2569" y="62"/>
                    <a:pt x="2569" y="62"/>
                  </a:cubicBezTo>
                  <a:cubicBezTo>
                    <a:pt x="1944" y="252"/>
                    <a:pt x="1585" y="717"/>
                    <a:pt x="1143" y="1083"/>
                  </a:cubicBezTo>
                  <a:cubicBezTo>
                    <a:pt x="816" y="1350"/>
                    <a:pt x="419" y="1510"/>
                    <a:pt x="0" y="1548"/>
                  </a:cubicBezTo>
                  <a:cubicBezTo>
                    <a:pt x="262" y="1602"/>
                    <a:pt x="545" y="1640"/>
                    <a:pt x="819" y="1640"/>
                  </a:cubicBezTo>
                  <a:cubicBezTo>
                    <a:pt x="1048" y="1640"/>
                    <a:pt x="1270" y="1614"/>
                    <a:pt x="1471" y="1548"/>
                  </a:cubicBezTo>
                  <a:cubicBezTo>
                    <a:pt x="1555" y="1517"/>
                    <a:pt x="1639" y="1472"/>
                    <a:pt x="1715" y="1418"/>
                  </a:cubicBezTo>
                  <a:cubicBezTo>
                    <a:pt x="1814" y="1334"/>
                    <a:pt x="1898" y="1235"/>
                    <a:pt x="1959" y="1129"/>
                  </a:cubicBezTo>
                  <a:cubicBezTo>
                    <a:pt x="2081" y="953"/>
                    <a:pt x="2172" y="770"/>
                    <a:pt x="2287" y="595"/>
                  </a:cubicBezTo>
                  <a:cubicBezTo>
                    <a:pt x="2424" y="397"/>
                    <a:pt x="2584" y="222"/>
                    <a:pt x="2774" y="85"/>
                  </a:cubicBezTo>
                  <a:lnTo>
                    <a:pt x="2797" y="62"/>
                  </a:lnTo>
                  <a:lnTo>
                    <a:pt x="2813" y="31"/>
                  </a:lnTo>
                  <a:cubicBezTo>
                    <a:pt x="2820" y="24"/>
                    <a:pt x="2828" y="8"/>
                    <a:pt x="28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30"/>
            <p:cNvSpPr/>
            <p:nvPr/>
          </p:nvSpPr>
          <p:spPr>
            <a:xfrm>
              <a:off x="6921700" y="2120125"/>
              <a:ext cx="109575" cy="43200"/>
            </a:xfrm>
            <a:custGeom>
              <a:avLst/>
              <a:gdLst/>
              <a:ahLst/>
              <a:cxnLst/>
              <a:rect l="l" t="t" r="r" b="b"/>
              <a:pathLst>
                <a:path w="4383" h="1728" extrusionOk="0">
                  <a:moveTo>
                    <a:pt x="1831" y="1"/>
                  </a:moveTo>
                  <a:cubicBezTo>
                    <a:pt x="1688" y="1"/>
                    <a:pt x="1545" y="9"/>
                    <a:pt x="1402" y="27"/>
                  </a:cubicBezTo>
                  <a:cubicBezTo>
                    <a:pt x="1021" y="80"/>
                    <a:pt x="663" y="225"/>
                    <a:pt x="343" y="438"/>
                  </a:cubicBezTo>
                  <a:cubicBezTo>
                    <a:pt x="221" y="614"/>
                    <a:pt x="99" y="804"/>
                    <a:pt x="0" y="1010"/>
                  </a:cubicBezTo>
                  <a:cubicBezTo>
                    <a:pt x="30" y="1063"/>
                    <a:pt x="358" y="1277"/>
                    <a:pt x="915" y="1490"/>
                  </a:cubicBezTo>
                  <a:cubicBezTo>
                    <a:pt x="1151" y="1582"/>
                    <a:pt x="1387" y="1658"/>
                    <a:pt x="1631" y="1719"/>
                  </a:cubicBezTo>
                  <a:cubicBezTo>
                    <a:pt x="1683" y="1725"/>
                    <a:pt x="1736" y="1728"/>
                    <a:pt x="1787" y="1728"/>
                  </a:cubicBezTo>
                  <a:cubicBezTo>
                    <a:pt x="2330" y="1728"/>
                    <a:pt x="2830" y="1415"/>
                    <a:pt x="3170" y="1102"/>
                  </a:cubicBezTo>
                  <a:cubicBezTo>
                    <a:pt x="3475" y="827"/>
                    <a:pt x="3757" y="530"/>
                    <a:pt x="4154" y="347"/>
                  </a:cubicBezTo>
                  <a:lnTo>
                    <a:pt x="4154" y="347"/>
                  </a:lnTo>
                  <a:cubicBezTo>
                    <a:pt x="3834" y="408"/>
                    <a:pt x="3513" y="469"/>
                    <a:pt x="3186" y="515"/>
                  </a:cubicBezTo>
                  <a:cubicBezTo>
                    <a:pt x="3590" y="423"/>
                    <a:pt x="3986" y="317"/>
                    <a:pt x="4382" y="210"/>
                  </a:cubicBezTo>
                  <a:lnTo>
                    <a:pt x="4382" y="210"/>
                  </a:lnTo>
                  <a:cubicBezTo>
                    <a:pt x="4222" y="233"/>
                    <a:pt x="4055" y="248"/>
                    <a:pt x="3895" y="256"/>
                  </a:cubicBezTo>
                  <a:cubicBezTo>
                    <a:pt x="3864" y="257"/>
                    <a:pt x="3833" y="257"/>
                    <a:pt x="3803" y="257"/>
                  </a:cubicBezTo>
                  <a:cubicBezTo>
                    <a:pt x="3422" y="257"/>
                    <a:pt x="3043" y="173"/>
                    <a:pt x="2683" y="96"/>
                  </a:cubicBezTo>
                  <a:cubicBezTo>
                    <a:pt x="2403" y="35"/>
                    <a:pt x="2117" y="1"/>
                    <a:pt x="18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30"/>
            <p:cNvSpPr/>
            <p:nvPr/>
          </p:nvSpPr>
          <p:spPr>
            <a:xfrm>
              <a:off x="7034300" y="2104400"/>
              <a:ext cx="85375" cy="83425"/>
            </a:xfrm>
            <a:custGeom>
              <a:avLst/>
              <a:gdLst/>
              <a:ahLst/>
              <a:cxnLst/>
              <a:rect l="l" t="t" r="r" b="b"/>
              <a:pathLst>
                <a:path w="3415" h="3337" extrusionOk="0">
                  <a:moveTo>
                    <a:pt x="3415" y="0"/>
                  </a:moveTo>
                  <a:lnTo>
                    <a:pt x="3331" y="69"/>
                  </a:lnTo>
                  <a:cubicBezTo>
                    <a:pt x="3247" y="153"/>
                    <a:pt x="3163" y="237"/>
                    <a:pt x="3079" y="321"/>
                  </a:cubicBezTo>
                  <a:cubicBezTo>
                    <a:pt x="2896" y="534"/>
                    <a:pt x="2752" y="763"/>
                    <a:pt x="2637" y="1014"/>
                  </a:cubicBezTo>
                  <a:cubicBezTo>
                    <a:pt x="2409" y="1479"/>
                    <a:pt x="2149" y="1929"/>
                    <a:pt x="1860" y="2348"/>
                  </a:cubicBezTo>
                  <a:cubicBezTo>
                    <a:pt x="1616" y="2698"/>
                    <a:pt x="1303" y="2912"/>
                    <a:pt x="846" y="3080"/>
                  </a:cubicBezTo>
                  <a:cubicBezTo>
                    <a:pt x="572" y="3186"/>
                    <a:pt x="290" y="3262"/>
                    <a:pt x="0" y="3301"/>
                  </a:cubicBezTo>
                  <a:cubicBezTo>
                    <a:pt x="281" y="3324"/>
                    <a:pt x="565" y="3336"/>
                    <a:pt x="849" y="3336"/>
                  </a:cubicBezTo>
                  <a:cubicBezTo>
                    <a:pt x="1019" y="3336"/>
                    <a:pt x="1188" y="3332"/>
                    <a:pt x="1357" y="3323"/>
                  </a:cubicBezTo>
                  <a:cubicBezTo>
                    <a:pt x="1921" y="3041"/>
                    <a:pt x="2348" y="2538"/>
                    <a:pt x="2523" y="1929"/>
                  </a:cubicBezTo>
                  <a:cubicBezTo>
                    <a:pt x="2538" y="1875"/>
                    <a:pt x="2553" y="1814"/>
                    <a:pt x="2569" y="1753"/>
                  </a:cubicBezTo>
                  <a:cubicBezTo>
                    <a:pt x="2721" y="1159"/>
                    <a:pt x="2904" y="458"/>
                    <a:pt x="34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30"/>
            <p:cNvSpPr/>
            <p:nvPr/>
          </p:nvSpPr>
          <p:spPr>
            <a:xfrm>
              <a:off x="7099450" y="2045900"/>
              <a:ext cx="64800" cy="37200"/>
            </a:xfrm>
            <a:custGeom>
              <a:avLst/>
              <a:gdLst/>
              <a:ahLst/>
              <a:cxnLst/>
              <a:rect l="l" t="t" r="r" b="b"/>
              <a:pathLst>
                <a:path w="2592" h="1488" extrusionOk="0">
                  <a:moveTo>
                    <a:pt x="1" y="1"/>
                  </a:moveTo>
                  <a:cubicBezTo>
                    <a:pt x="397" y="161"/>
                    <a:pt x="755" y="412"/>
                    <a:pt x="1045" y="732"/>
                  </a:cubicBezTo>
                  <a:lnTo>
                    <a:pt x="1091" y="793"/>
                  </a:lnTo>
                  <a:cubicBezTo>
                    <a:pt x="1327" y="1052"/>
                    <a:pt x="1655" y="1411"/>
                    <a:pt x="2051" y="1479"/>
                  </a:cubicBezTo>
                  <a:cubicBezTo>
                    <a:pt x="2097" y="1485"/>
                    <a:pt x="2142" y="1488"/>
                    <a:pt x="2188" y="1488"/>
                  </a:cubicBezTo>
                  <a:cubicBezTo>
                    <a:pt x="2325" y="1488"/>
                    <a:pt x="2461" y="1462"/>
                    <a:pt x="2592" y="1411"/>
                  </a:cubicBezTo>
                  <a:cubicBezTo>
                    <a:pt x="2455" y="1342"/>
                    <a:pt x="2325" y="1258"/>
                    <a:pt x="2219" y="1152"/>
                  </a:cubicBezTo>
                  <a:cubicBezTo>
                    <a:pt x="2180" y="1121"/>
                    <a:pt x="2142" y="1083"/>
                    <a:pt x="2104" y="1060"/>
                  </a:cubicBezTo>
                  <a:cubicBezTo>
                    <a:pt x="1975" y="961"/>
                    <a:pt x="1860" y="854"/>
                    <a:pt x="1746" y="748"/>
                  </a:cubicBezTo>
                  <a:cubicBezTo>
                    <a:pt x="1639" y="641"/>
                    <a:pt x="1548" y="557"/>
                    <a:pt x="1441" y="473"/>
                  </a:cubicBezTo>
                  <a:cubicBezTo>
                    <a:pt x="1197" y="267"/>
                    <a:pt x="915" y="123"/>
                    <a:pt x="610" y="46"/>
                  </a:cubicBezTo>
                  <a:cubicBezTo>
                    <a:pt x="496" y="24"/>
                    <a:pt x="389" y="16"/>
                    <a:pt x="283" y="16"/>
                  </a:cubicBezTo>
                  <a:cubicBezTo>
                    <a:pt x="184" y="16"/>
                    <a:pt x="92" y="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30"/>
            <p:cNvSpPr/>
            <p:nvPr/>
          </p:nvSpPr>
          <p:spPr>
            <a:xfrm>
              <a:off x="7057150" y="2043425"/>
              <a:ext cx="85775" cy="47650"/>
            </a:xfrm>
            <a:custGeom>
              <a:avLst/>
              <a:gdLst/>
              <a:ahLst/>
              <a:cxnLst/>
              <a:rect l="l" t="t" r="r" b="b"/>
              <a:pathLst>
                <a:path w="3431" h="1906" extrusionOk="0">
                  <a:moveTo>
                    <a:pt x="412" y="1"/>
                  </a:moveTo>
                  <a:cubicBezTo>
                    <a:pt x="275" y="39"/>
                    <a:pt x="130" y="84"/>
                    <a:pt x="1" y="145"/>
                  </a:cubicBezTo>
                  <a:cubicBezTo>
                    <a:pt x="16" y="153"/>
                    <a:pt x="31" y="168"/>
                    <a:pt x="54" y="176"/>
                  </a:cubicBezTo>
                  <a:cubicBezTo>
                    <a:pt x="85" y="199"/>
                    <a:pt x="115" y="222"/>
                    <a:pt x="146" y="245"/>
                  </a:cubicBezTo>
                  <a:cubicBezTo>
                    <a:pt x="214" y="298"/>
                    <a:pt x="275" y="344"/>
                    <a:pt x="336" y="397"/>
                  </a:cubicBezTo>
                  <a:cubicBezTo>
                    <a:pt x="458" y="488"/>
                    <a:pt x="580" y="595"/>
                    <a:pt x="710" y="694"/>
                  </a:cubicBezTo>
                  <a:cubicBezTo>
                    <a:pt x="961" y="892"/>
                    <a:pt x="1220" y="1075"/>
                    <a:pt x="1495" y="1243"/>
                  </a:cubicBezTo>
                  <a:cubicBezTo>
                    <a:pt x="1777" y="1418"/>
                    <a:pt x="2074" y="1571"/>
                    <a:pt x="2379" y="1693"/>
                  </a:cubicBezTo>
                  <a:cubicBezTo>
                    <a:pt x="2638" y="1792"/>
                    <a:pt x="2897" y="1860"/>
                    <a:pt x="3171" y="1906"/>
                  </a:cubicBezTo>
                  <a:lnTo>
                    <a:pt x="3430" y="1815"/>
                  </a:lnTo>
                  <a:cubicBezTo>
                    <a:pt x="2684" y="1639"/>
                    <a:pt x="1022" y="466"/>
                    <a:pt x="603" y="62"/>
                  </a:cubicBezTo>
                  <a:cubicBezTo>
                    <a:pt x="550" y="23"/>
                    <a:pt x="481" y="8"/>
                    <a:pt x="4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30"/>
            <p:cNvSpPr/>
            <p:nvPr/>
          </p:nvSpPr>
          <p:spPr>
            <a:xfrm>
              <a:off x="7093175" y="2040200"/>
              <a:ext cx="77575" cy="40400"/>
            </a:xfrm>
            <a:custGeom>
              <a:avLst/>
              <a:gdLst/>
              <a:ahLst/>
              <a:cxnLst/>
              <a:rect l="l" t="t" r="r" b="b"/>
              <a:pathLst>
                <a:path w="3103" h="1616" extrusionOk="0">
                  <a:moveTo>
                    <a:pt x="902" y="0"/>
                  </a:moveTo>
                  <a:cubicBezTo>
                    <a:pt x="615" y="0"/>
                    <a:pt x="306" y="52"/>
                    <a:pt x="0" y="107"/>
                  </a:cubicBezTo>
                  <a:cubicBezTo>
                    <a:pt x="122" y="175"/>
                    <a:pt x="328" y="183"/>
                    <a:pt x="534" y="198"/>
                  </a:cubicBezTo>
                  <a:cubicBezTo>
                    <a:pt x="648" y="198"/>
                    <a:pt x="762" y="206"/>
                    <a:pt x="877" y="221"/>
                  </a:cubicBezTo>
                  <a:cubicBezTo>
                    <a:pt x="1189" y="297"/>
                    <a:pt x="1486" y="450"/>
                    <a:pt x="1730" y="663"/>
                  </a:cubicBezTo>
                  <a:cubicBezTo>
                    <a:pt x="1845" y="755"/>
                    <a:pt x="1944" y="846"/>
                    <a:pt x="2050" y="938"/>
                  </a:cubicBezTo>
                  <a:cubicBezTo>
                    <a:pt x="2149" y="1029"/>
                    <a:pt x="2271" y="1151"/>
                    <a:pt x="2393" y="1250"/>
                  </a:cubicBezTo>
                  <a:cubicBezTo>
                    <a:pt x="2439" y="1280"/>
                    <a:pt x="2477" y="1311"/>
                    <a:pt x="2515" y="1349"/>
                  </a:cubicBezTo>
                  <a:cubicBezTo>
                    <a:pt x="2630" y="1463"/>
                    <a:pt x="2774" y="1555"/>
                    <a:pt x="2927" y="1616"/>
                  </a:cubicBezTo>
                  <a:lnTo>
                    <a:pt x="2934" y="1616"/>
                  </a:lnTo>
                  <a:cubicBezTo>
                    <a:pt x="2988" y="1601"/>
                    <a:pt x="3041" y="1585"/>
                    <a:pt x="3102" y="1570"/>
                  </a:cubicBezTo>
                  <a:cubicBezTo>
                    <a:pt x="3095" y="1555"/>
                    <a:pt x="3087" y="1540"/>
                    <a:pt x="3072" y="1532"/>
                  </a:cubicBezTo>
                  <a:cubicBezTo>
                    <a:pt x="3049" y="1509"/>
                    <a:pt x="3026" y="1486"/>
                    <a:pt x="2995" y="1463"/>
                  </a:cubicBezTo>
                  <a:cubicBezTo>
                    <a:pt x="2492" y="1212"/>
                    <a:pt x="2180" y="823"/>
                    <a:pt x="1875" y="419"/>
                  </a:cubicBezTo>
                  <a:cubicBezTo>
                    <a:pt x="1642" y="98"/>
                    <a:pt x="1294" y="0"/>
                    <a:pt x="9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30"/>
            <p:cNvSpPr/>
            <p:nvPr/>
          </p:nvSpPr>
          <p:spPr>
            <a:xfrm>
              <a:off x="7071250" y="2099625"/>
              <a:ext cx="56800" cy="86925"/>
            </a:xfrm>
            <a:custGeom>
              <a:avLst/>
              <a:gdLst/>
              <a:ahLst/>
              <a:cxnLst/>
              <a:rect l="l" t="t" r="r" b="b"/>
              <a:pathLst>
                <a:path w="2272" h="3477" extrusionOk="0">
                  <a:moveTo>
                    <a:pt x="2249" y="1"/>
                  </a:moveTo>
                  <a:cubicBezTo>
                    <a:pt x="1525" y="420"/>
                    <a:pt x="1296" y="1258"/>
                    <a:pt x="1121" y="1952"/>
                  </a:cubicBezTo>
                  <a:cubicBezTo>
                    <a:pt x="1106" y="2013"/>
                    <a:pt x="1091" y="2066"/>
                    <a:pt x="1075" y="2127"/>
                  </a:cubicBezTo>
                  <a:cubicBezTo>
                    <a:pt x="908" y="2699"/>
                    <a:pt x="519" y="3187"/>
                    <a:pt x="1" y="3476"/>
                  </a:cubicBezTo>
                  <a:cubicBezTo>
                    <a:pt x="191" y="3461"/>
                    <a:pt x="336" y="3316"/>
                    <a:pt x="450" y="3202"/>
                  </a:cubicBezTo>
                  <a:cubicBezTo>
                    <a:pt x="572" y="3095"/>
                    <a:pt x="679" y="2966"/>
                    <a:pt x="793" y="2851"/>
                  </a:cubicBezTo>
                  <a:cubicBezTo>
                    <a:pt x="1114" y="2524"/>
                    <a:pt x="1350" y="2120"/>
                    <a:pt x="1495" y="1678"/>
                  </a:cubicBezTo>
                  <a:cubicBezTo>
                    <a:pt x="1617" y="1281"/>
                    <a:pt x="1731" y="885"/>
                    <a:pt x="1982" y="519"/>
                  </a:cubicBezTo>
                  <a:lnTo>
                    <a:pt x="2036" y="443"/>
                  </a:lnTo>
                  <a:cubicBezTo>
                    <a:pt x="2036" y="435"/>
                    <a:pt x="2036" y="435"/>
                    <a:pt x="2036" y="435"/>
                  </a:cubicBezTo>
                  <a:cubicBezTo>
                    <a:pt x="2081" y="374"/>
                    <a:pt x="2120" y="313"/>
                    <a:pt x="2165" y="252"/>
                  </a:cubicBezTo>
                  <a:lnTo>
                    <a:pt x="2180" y="237"/>
                  </a:lnTo>
                  <a:cubicBezTo>
                    <a:pt x="2196" y="207"/>
                    <a:pt x="2272" y="54"/>
                    <a:pt x="22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30"/>
            <p:cNvSpPr/>
            <p:nvPr/>
          </p:nvSpPr>
          <p:spPr>
            <a:xfrm>
              <a:off x="7075825" y="2095625"/>
              <a:ext cx="62325" cy="91100"/>
            </a:xfrm>
            <a:custGeom>
              <a:avLst/>
              <a:gdLst/>
              <a:ahLst/>
              <a:cxnLst/>
              <a:rect l="l" t="t" r="r" b="b"/>
              <a:pathLst>
                <a:path w="2493" h="3644" extrusionOk="0">
                  <a:moveTo>
                    <a:pt x="2493" y="1"/>
                  </a:moveTo>
                  <a:lnTo>
                    <a:pt x="2447" y="16"/>
                  </a:lnTo>
                  <a:cubicBezTo>
                    <a:pt x="2165" y="252"/>
                    <a:pt x="1929" y="534"/>
                    <a:pt x="1754" y="862"/>
                  </a:cubicBezTo>
                  <a:cubicBezTo>
                    <a:pt x="1525" y="1258"/>
                    <a:pt x="1449" y="1700"/>
                    <a:pt x="1273" y="2112"/>
                  </a:cubicBezTo>
                  <a:cubicBezTo>
                    <a:pt x="1106" y="2485"/>
                    <a:pt x="870" y="2836"/>
                    <a:pt x="580" y="3126"/>
                  </a:cubicBezTo>
                  <a:cubicBezTo>
                    <a:pt x="435" y="3286"/>
                    <a:pt x="245" y="3537"/>
                    <a:pt x="1" y="3644"/>
                  </a:cubicBezTo>
                  <a:cubicBezTo>
                    <a:pt x="763" y="3552"/>
                    <a:pt x="1464" y="3316"/>
                    <a:pt x="1731" y="2752"/>
                  </a:cubicBezTo>
                  <a:cubicBezTo>
                    <a:pt x="1898" y="2394"/>
                    <a:pt x="1944" y="1975"/>
                    <a:pt x="1990" y="1579"/>
                  </a:cubicBezTo>
                  <a:cubicBezTo>
                    <a:pt x="2051" y="1030"/>
                    <a:pt x="2119" y="466"/>
                    <a:pt x="249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30"/>
            <p:cNvSpPr/>
            <p:nvPr/>
          </p:nvSpPr>
          <p:spPr>
            <a:xfrm>
              <a:off x="7046300" y="2047050"/>
              <a:ext cx="89375" cy="50525"/>
            </a:xfrm>
            <a:custGeom>
              <a:avLst/>
              <a:gdLst/>
              <a:ahLst/>
              <a:cxnLst/>
              <a:rect l="l" t="t" r="r" b="b"/>
              <a:pathLst>
                <a:path w="3575" h="2021" extrusionOk="0">
                  <a:moveTo>
                    <a:pt x="420" y="0"/>
                  </a:moveTo>
                  <a:cubicBezTo>
                    <a:pt x="275" y="54"/>
                    <a:pt x="138" y="122"/>
                    <a:pt x="0" y="199"/>
                  </a:cubicBezTo>
                  <a:lnTo>
                    <a:pt x="16" y="199"/>
                  </a:lnTo>
                  <a:cubicBezTo>
                    <a:pt x="54" y="199"/>
                    <a:pt x="99" y="206"/>
                    <a:pt x="138" y="221"/>
                  </a:cubicBezTo>
                  <a:cubicBezTo>
                    <a:pt x="214" y="244"/>
                    <a:pt x="290" y="275"/>
                    <a:pt x="366" y="313"/>
                  </a:cubicBezTo>
                  <a:cubicBezTo>
                    <a:pt x="503" y="389"/>
                    <a:pt x="625" y="473"/>
                    <a:pt x="747" y="572"/>
                  </a:cubicBezTo>
                  <a:cubicBezTo>
                    <a:pt x="984" y="763"/>
                    <a:pt x="1197" y="976"/>
                    <a:pt x="1433" y="1159"/>
                  </a:cubicBezTo>
                  <a:cubicBezTo>
                    <a:pt x="1677" y="1349"/>
                    <a:pt x="1929" y="1517"/>
                    <a:pt x="2195" y="1677"/>
                  </a:cubicBezTo>
                  <a:cubicBezTo>
                    <a:pt x="2325" y="1761"/>
                    <a:pt x="2462" y="1837"/>
                    <a:pt x="2607" y="1906"/>
                  </a:cubicBezTo>
                  <a:cubicBezTo>
                    <a:pt x="2675" y="1936"/>
                    <a:pt x="2752" y="1974"/>
                    <a:pt x="2820" y="2005"/>
                  </a:cubicBezTo>
                  <a:lnTo>
                    <a:pt x="2851" y="2020"/>
                  </a:lnTo>
                  <a:lnTo>
                    <a:pt x="3354" y="1845"/>
                  </a:lnTo>
                  <a:lnTo>
                    <a:pt x="3575" y="1769"/>
                  </a:lnTo>
                  <a:cubicBezTo>
                    <a:pt x="3476" y="1761"/>
                    <a:pt x="3384" y="1746"/>
                    <a:pt x="3285" y="1723"/>
                  </a:cubicBezTo>
                  <a:cubicBezTo>
                    <a:pt x="3118" y="1685"/>
                    <a:pt x="2950" y="1639"/>
                    <a:pt x="2790" y="1586"/>
                  </a:cubicBezTo>
                  <a:cubicBezTo>
                    <a:pt x="2470" y="1464"/>
                    <a:pt x="2165" y="1319"/>
                    <a:pt x="1883" y="1144"/>
                  </a:cubicBezTo>
                  <a:cubicBezTo>
                    <a:pt x="1608" y="968"/>
                    <a:pt x="1349" y="778"/>
                    <a:pt x="1098" y="572"/>
                  </a:cubicBezTo>
                  <a:cubicBezTo>
                    <a:pt x="984" y="465"/>
                    <a:pt x="862" y="366"/>
                    <a:pt x="747" y="260"/>
                  </a:cubicBezTo>
                  <a:cubicBezTo>
                    <a:pt x="686" y="206"/>
                    <a:pt x="625" y="160"/>
                    <a:pt x="564" y="107"/>
                  </a:cubicBezTo>
                  <a:cubicBezTo>
                    <a:pt x="542" y="84"/>
                    <a:pt x="511" y="54"/>
                    <a:pt x="473" y="31"/>
                  </a:cubicBezTo>
                  <a:cubicBezTo>
                    <a:pt x="458" y="23"/>
                    <a:pt x="442" y="8"/>
                    <a:pt x="4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30"/>
            <p:cNvSpPr/>
            <p:nvPr/>
          </p:nvSpPr>
          <p:spPr>
            <a:xfrm>
              <a:off x="6959600" y="2086950"/>
              <a:ext cx="92625" cy="33850"/>
            </a:xfrm>
            <a:custGeom>
              <a:avLst/>
              <a:gdLst/>
              <a:ahLst/>
              <a:cxnLst/>
              <a:rect l="l" t="t" r="r" b="b"/>
              <a:pathLst>
                <a:path w="3705" h="1354" extrusionOk="0">
                  <a:moveTo>
                    <a:pt x="976" y="0"/>
                  </a:moveTo>
                  <a:cubicBezTo>
                    <a:pt x="938" y="0"/>
                    <a:pt x="900" y="2"/>
                    <a:pt x="862" y="5"/>
                  </a:cubicBezTo>
                  <a:cubicBezTo>
                    <a:pt x="565" y="165"/>
                    <a:pt x="275" y="348"/>
                    <a:pt x="1" y="554"/>
                  </a:cubicBezTo>
                  <a:cubicBezTo>
                    <a:pt x="39" y="561"/>
                    <a:pt x="77" y="569"/>
                    <a:pt x="115" y="577"/>
                  </a:cubicBezTo>
                  <a:cubicBezTo>
                    <a:pt x="168" y="577"/>
                    <a:pt x="222" y="569"/>
                    <a:pt x="275" y="561"/>
                  </a:cubicBezTo>
                  <a:cubicBezTo>
                    <a:pt x="378" y="544"/>
                    <a:pt x="481" y="536"/>
                    <a:pt x="584" y="536"/>
                  </a:cubicBezTo>
                  <a:cubicBezTo>
                    <a:pt x="618" y="536"/>
                    <a:pt x="652" y="537"/>
                    <a:pt x="687" y="538"/>
                  </a:cubicBezTo>
                  <a:cubicBezTo>
                    <a:pt x="1068" y="569"/>
                    <a:pt x="1441" y="660"/>
                    <a:pt x="1792" y="813"/>
                  </a:cubicBezTo>
                  <a:cubicBezTo>
                    <a:pt x="2158" y="950"/>
                    <a:pt x="2478" y="1148"/>
                    <a:pt x="2866" y="1232"/>
                  </a:cubicBezTo>
                  <a:cubicBezTo>
                    <a:pt x="3080" y="1293"/>
                    <a:pt x="3285" y="1331"/>
                    <a:pt x="3506" y="1354"/>
                  </a:cubicBezTo>
                  <a:lnTo>
                    <a:pt x="3705" y="1293"/>
                  </a:lnTo>
                  <a:cubicBezTo>
                    <a:pt x="3689" y="1278"/>
                    <a:pt x="3667" y="1262"/>
                    <a:pt x="3644" y="1255"/>
                  </a:cubicBezTo>
                  <a:lnTo>
                    <a:pt x="3606" y="1240"/>
                  </a:lnTo>
                  <a:cubicBezTo>
                    <a:pt x="3240" y="1171"/>
                    <a:pt x="2897" y="1026"/>
                    <a:pt x="2584" y="820"/>
                  </a:cubicBezTo>
                  <a:cubicBezTo>
                    <a:pt x="2356" y="668"/>
                    <a:pt x="2142" y="493"/>
                    <a:pt x="1921" y="333"/>
                  </a:cubicBezTo>
                  <a:cubicBezTo>
                    <a:pt x="1921" y="333"/>
                    <a:pt x="1914" y="333"/>
                    <a:pt x="1914" y="325"/>
                  </a:cubicBezTo>
                  <a:cubicBezTo>
                    <a:pt x="1883" y="302"/>
                    <a:pt x="1845" y="279"/>
                    <a:pt x="1807" y="256"/>
                  </a:cubicBezTo>
                  <a:cubicBezTo>
                    <a:pt x="1776" y="234"/>
                    <a:pt x="1754" y="226"/>
                    <a:pt x="1738" y="211"/>
                  </a:cubicBezTo>
                  <a:cubicBezTo>
                    <a:pt x="1639" y="157"/>
                    <a:pt x="1540" y="119"/>
                    <a:pt x="1433" y="89"/>
                  </a:cubicBezTo>
                  <a:cubicBezTo>
                    <a:pt x="1292" y="27"/>
                    <a:pt x="1136" y="0"/>
                    <a:pt x="9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30"/>
            <p:cNvSpPr/>
            <p:nvPr/>
          </p:nvSpPr>
          <p:spPr>
            <a:xfrm>
              <a:off x="6988375" y="2082525"/>
              <a:ext cx="79675" cy="35225"/>
            </a:xfrm>
            <a:custGeom>
              <a:avLst/>
              <a:gdLst/>
              <a:ahLst/>
              <a:cxnLst/>
              <a:rect l="l" t="t" r="r" b="b"/>
              <a:pathLst>
                <a:path w="3187" h="1409" extrusionOk="0">
                  <a:moveTo>
                    <a:pt x="295" y="0"/>
                  </a:moveTo>
                  <a:cubicBezTo>
                    <a:pt x="219" y="0"/>
                    <a:pt x="146" y="5"/>
                    <a:pt x="77" y="14"/>
                  </a:cubicBezTo>
                  <a:lnTo>
                    <a:pt x="0" y="45"/>
                  </a:lnTo>
                  <a:cubicBezTo>
                    <a:pt x="183" y="90"/>
                    <a:pt x="366" y="167"/>
                    <a:pt x="526" y="273"/>
                  </a:cubicBezTo>
                  <a:cubicBezTo>
                    <a:pt x="770" y="418"/>
                    <a:pt x="999" y="586"/>
                    <a:pt x="1220" y="769"/>
                  </a:cubicBezTo>
                  <a:cubicBezTo>
                    <a:pt x="1654" y="1089"/>
                    <a:pt x="2157" y="1371"/>
                    <a:pt x="2767" y="1409"/>
                  </a:cubicBezTo>
                  <a:lnTo>
                    <a:pt x="3133" y="1295"/>
                  </a:lnTo>
                  <a:lnTo>
                    <a:pt x="3186" y="1279"/>
                  </a:lnTo>
                  <a:cubicBezTo>
                    <a:pt x="2935" y="1150"/>
                    <a:pt x="2714" y="982"/>
                    <a:pt x="2523" y="776"/>
                  </a:cubicBezTo>
                  <a:lnTo>
                    <a:pt x="2447" y="731"/>
                  </a:lnTo>
                  <a:cubicBezTo>
                    <a:pt x="1550" y="242"/>
                    <a:pt x="841" y="0"/>
                    <a:pt x="2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30"/>
            <p:cNvSpPr/>
            <p:nvPr/>
          </p:nvSpPr>
          <p:spPr>
            <a:xfrm>
              <a:off x="7021325" y="2059250"/>
              <a:ext cx="84450" cy="46500"/>
            </a:xfrm>
            <a:custGeom>
              <a:avLst/>
              <a:gdLst/>
              <a:ahLst/>
              <a:cxnLst/>
              <a:rect l="l" t="t" r="r" b="b"/>
              <a:pathLst>
                <a:path w="3378" h="1860" extrusionOk="0">
                  <a:moveTo>
                    <a:pt x="489" y="0"/>
                  </a:moveTo>
                  <a:lnTo>
                    <a:pt x="435" y="31"/>
                  </a:lnTo>
                  <a:cubicBezTo>
                    <a:pt x="291" y="115"/>
                    <a:pt x="146" y="198"/>
                    <a:pt x="1" y="282"/>
                  </a:cubicBezTo>
                  <a:cubicBezTo>
                    <a:pt x="138" y="297"/>
                    <a:pt x="291" y="282"/>
                    <a:pt x="428" y="305"/>
                  </a:cubicBezTo>
                  <a:cubicBezTo>
                    <a:pt x="588" y="320"/>
                    <a:pt x="740" y="366"/>
                    <a:pt x="885" y="435"/>
                  </a:cubicBezTo>
                  <a:cubicBezTo>
                    <a:pt x="1159" y="549"/>
                    <a:pt x="1419" y="709"/>
                    <a:pt x="1640" y="915"/>
                  </a:cubicBezTo>
                  <a:cubicBezTo>
                    <a:pt x="1693" y="961"/>
                    <a:pt x="1746" y="1006"/>
                    <a:pt x="1800" y="1052"/>
                  </a:cubicBezTo>
                  <a:cubicBezTo>
                    <a:pt x="1845" y="1105"/>
                    <a:pt x="1899" y="1159"/>
                    <a:pt x="1937" y="1212"/>
                  </a:cubicBezTo>
                  <a:cubicBezTo>
                    <a:pt x="2021" y="1319"/>
                    <a:pt x="2112" y="1425"/>
                    <a:pt x="2211" y="1524"/>
                  </a:cubicBezTo>
                  <a:cubicBezTo>
                    <a:pt x="2318" y="1624"/>
                    <a:pt x="2440" y="1700"/>
                    <a:pt x="2569" y="1761"/>
                  </a:cubicBezTo>
                  <a:cubicBezTo>
                    <a:pt x="2676" y="1806"/>
                    <a:pt x="2798" y="1845"/>
                    <a:pt x="2912" y="1860"/>
                  </a:cubicBezTo>
                  <a:lnTo>
                    <a:pt x="3377" y="1700"/>
                  </a:lnTo>
                  <a:cubicBezTo>
                    <a:pt x="3339" y="1662"/>
                    <a:pt x="3293" y="1639"/>
                    <a:pt x="3240" y="1631"/>
                  </a:cubicBezTo>
                  <a:cubicBezTo>
                    <a:pt x="3141" y="1593"/>
                    <a:pt x="3042" y="1547"/>
                    <a:pt x="2950" y="1502"/>
                  </a:cubicBezTo>
                  <a:cubicBezTo>
                    <a:pt x="2874" y="1471"/>
                    <a:pt x="2806" y="1433"/>
                    <a:pt x="2737" y="1403"/>
                  </a:cubicBezTo>
                  <a:cubicBezTo>
                    <a:pt x="2600" y="1334"/>
                    <a:pt x="2470" y="1250"/>
                    <a:pt x="2341" y="1166"/>
                  </a:cubicBezTo>
                  <a:cubicBezTo>
                    <a:pt x="2211" y="1082"/>
                    <a:pt x="2089" y="1006"/>
                    <a:pt x="1967" y="915"/>
                  </a:cubicBezTo>
                  <a:cubicBezTo>
                    <a:pt x="1731" y="732"/>
                    <a:pt x="1510" y="541"/>
                    <a:pt x="1274" y="366"/>
                  </a:cubicBezTo>
                  <a:cubicBezTo>
                    <a:pt x="1152" y="275"/>
                    <a:pt x="1022" y="191"/>
                    <a:pt x="893" y="122"/>
                  </a:cubicBezTo>
                  <a:cubicBezTo>
                    <a:pt x="763" y="61"/>
                    <a:pt x="634" y="15"/>
                    <a:pt x="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30"/>
            <p:cNvSpPr/>
            <p:nvPr/>
          </p:nvSpPr>
          <p:spPr>
            <a:xfrm>
              <a:off x="7005150" y="2073525"/>
              <a:ext cx="74125" cy="40625"/>
            </a:xfrm>
            <a:custGeom>
              <a:avLst/>
              <a:gdLst/>
              <a:ahLst/>
              <a:cxnLst/>
              <a:rect l="l" t="t" r="r" b="b"/>
              <a:pathLst>
                <a:path w="2965" h="1625" extrusionOk="0">
                  <a:moveTo>
                    <a:pt x="46" y="1"/>
                  </a:moveTo>
                  <a:lnTo>
                    <a:pt x="0" y="16"/>
                  </a:lnTo>
                  <a:cubicBezTo>
                    <a:pt x="183" y="92"/>
                    <a:pt x="374" y="153"/>
                    <a:pt x="572" y="207"/>
                  </a:cubicBezTo>
                  <a:cubicBezTo>
                    <a:pt x="1136" y="374"/>
                    <a:pt x="1723" y="542"/>
                    <a:pt x="1867" y="1045"/>
                  </a:cubicBezTo>
                  <a:lnTo>
                    <a:pt x="1890" y="1136"/>
                  </a:lnTo>
                  <a:cubicBezTo>
                    <a:pt x="2081" y="1335"/>
                    <a:pt x="2302" y="1502"/>
                    <a:pt x="2553" y="1624"/>
                  </a:cubicBezTo>
                  <a:lnTo>
                    <a:pt x="2965" y="1487"/>
                  </a:lnTo>
                  <a:cubicBezTo>
                    <a:pt x="2858" y="1456"/>
                    <a:pt x="2759" y="1411"/>
                    <a:pt x="2660" y="1365"/>
                  </a:cubicBezTo>
                  <a:cubicBezTo>
                    <a:pt x="2523" y="1296"/>
                    <a:pt x="2401" y="1205"/>
                    <a:pt x="2302" y="1098"/>
                  </a:cubicBezTo>
                  <a:cubicBezTo>
                    <a:pt x="2096" y="885"/>
                    <a:pt x="2005" y="626"/>
                    <a:pt x="1784" y="450"/>
                  </a:cubicBezTo>
                  <a:cubicBezTo>
                    <a:pt x="1669" y="359"/>
                    <a:pt x="1540" y="283"/>
                    <a:pt x="1395" y="237"/>
                  </a:cubicBezTo>
                  <a:cubicBezTo>
                    <a:pt x="1242" y="184"/>
                    <a:pt x="1090" y="146"/>
                    <a:pt x="938" y="123"/>
                  </a:cubicBezTo>
                  <a:cubicBezTo>
                    <a:pt x="778" y="100"/>
                    <a:pt x="610" y="77"/>
                    <a:pt x="450" y="62"/>
                  </a:cubicBezTo>
                  <a:cubicBezTo>
                    <a:pt x="313" y="47"/>
                    <a:pt x="183" y="24"/>
                    <a:pt x="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30"/>
            <p:cNvSpPr/>
            <p:nvPr/>
          </p:nvSpPr>
          <p:spPr>
            <a:xfrm>
              <a:off x="7006675" y="2066475"/>
              <a:ext cx="87100" cy="44225"/>
            </a:xfrm>
            <a:custGeom>
              <a:avLst/>
              <a:gdLst/>
              <a:ahLst/>
              <a:cxnLst/>
              <a:rect l="l" t="t" r="r" b="b"/>
              <a:pathLst>
                <a:path w="3484" h="1769" extrusionOk="0">
                  <a:moveTo>
                    <a:pt x="579" y="1"/>
                  </a:moveTo>
                  <a:cubicBezTo>
                    <a:pt x="396" y="108"/>
                    <a:pt x="198" y="199"/>
                    <a:pt x="0" y="275"/>
                  </a:cubicBezTo>
                  <a:cubicBezTo>
                    <a:pt x="130" y="298"/>
                    <a:pt x="259" y="306"/>
                    <a:pt x="396" y="321"/>
                  </a:cubicBezTo>
                  <a:cubicBezTo>
                    <a:pt x="557" y="329"/>
                    <a:pt x="724" y="344"/>
                    <a:pt x="884" y="367"/>
                  </a:cubicBezTo>
                  <a:cubicBezTo>
                    <a:pt x="1044" y="382"/>
                    <a:pt x="1204" y="420"/>
                    <a:pt x="1364" y="473"/>
                  </a:cubicBezTo>
                  <a:cubicBezTo>
                    <a:pt x="1509" y="519"/>
                    <a:pt x="1646" y="595"/>
                    <a:pt x="1768" y="694"/>
                  </a:cubicBezTo>
                  <a:cubicBezTo>
                    <a:pt x="1875" y="786"/>
                    <a:pt x="1966" y="900"/>
                    <a:pt x="2043" y="1022"/>
                  </a:cubicBezTo>
                  <a:cubicBezTo>
                    <a:pt x="2111" y="1136"/>
                    <a:pt x="2195" y="1251"/>
                    <a:pt x="2279" y="1357"/>
                  </a:cubicBezTo>
                  <a:cubicBezTo>
                    <a:pt x="2454" y="1540"/>
                    <a:pt x="2675" y="1685"/>
                    <a:pt x="2919" y="1769"/>
                  </a:cubicBezTo>
                  <a:cubicBezTo>
                    <a:pt x="3110" y="1700"/>
                    <a:pt x="3293" y="1639"/>
                    <a:pt x="3483" y="1578"/>
                  </a:cubicBezTo>
                  <a:cubicBezTo>
                    <a:pt x="3361" y="1563"/>
                    <a:pt x="3247" y="1540"/>
                    <a:pt x="3140" y="1495"/>
                  </a:cubicBezTo>
                  <a:cubicBezTo>
                    <a:pt x="3003" y="1441"/>
                    <a:pt x="2873" y="1357"/>
                    <a:pt x="2759" y="1258"/>
                  </a:cubicBezTo>
                  <a:cubicBezTo>
                    <a:pt x="2652" y="1167"/>
                    <a:pt x="2561" y="1060"/>
                    <a:pt x="2469" y="953"/>
                  </a:cubicBezTo>
                  <a:cubicBezTo>
                    <a:pt x="2431" y="900"/>
                    <a:pt x="2386" y="847"/>
                    <a:pt x="2332" y="801"/>
                  </a:cubicBezTo>
                  <a:cubicBezTo>
                    <a:pt x="2279" y="755"/>
                    <a:pt x="2226" y="710"/>
                    <a:pt x="2172" y="664"/>
                  </a:cubicBezTo>
                  <a:cubicBezTo>
                    <a:pt x="1959" y="466"/>
                    <a:pt x="1715" y="306"/>
                    <a:pt x="1448" y="184"/>
                  </a:cubicBezTo>
                  <a:cubicBezTo>
                    <a:pt x="1311" y="115"/>
                    <a:pt x="1159" y="69"/>
                    <a:pt x="1006" y="47"/>
                  </a:cubicBezTo>
                  <a:cubicBezTo>
                    <a:pt x="930" y="31"/>
                    <a:pt x="846" y="31"/>
                    <a:pt x="770" y="24"/>
                  </a:cubicBezTo>
                  <a:cubicBezTo>
                    <a:pt x="709" y="24"/>
                    <a:pt x="640" y="16"/>
                    <a:pt x="5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30"/>
            <p:cNvSpPr/>
            <p:nvPr/>
          </p:nvSpPr>
          <p:spPr>
            <a:xfrm>
              <a:off x="7033725" y="2052200"/>
              <a:ext cx="83475" cy="47850"/>
            </a:xfrm>
            <a:custGeom>
              <a:avLst/>
              <a:gdLst/>
              <a:ahLst/>
              <a:cxnLst/>
              <a:rect l="l" t="t" r="r" b="b"/>
              <a:pathLst>
                <a:path w="3339" h="1914" extrusionOk="0">
                  <a:moveTo>
                    <a:pt x="488" y="0"/>
                  </a:moveTo>
                  <a:cubicBezTo>
                    <a:pt x="320" y="92"/>
                    <a:pt x="160" y="183"/>
                    <a:pt x="0" y="282"/>
                  </a:cubicBezTo>
                  <a:cubicBezTo>
                    <a:pt x="138" y="290"/>
                    <a:pt x="275" y="328"/>
                    <a:pt x="412" y="389"/>
                  </a:cubicBezTo>
                  <a:cubicBezTo>
                    <a:pt x="549" y="450"/>
                    <a:pt x="686" y="526"/>
                    <a:pt x="816" y="618"/>
                  </a:cubicBezTo>
                  <a:cubicBezTo>
                    <a:pt x="1060" y="785"/>
                    <a:pt x="1281" y="983"/>
                    <a:pt x="1517" y="1159"/>
                  </a:cubicBezTo>
                  <a:cubicBezTo>
                    <a:pt x="1761" y="1342"/>
                    <a:pt x="2012" y="1502"/>
                    <a:pt x="2272" y="1654"/>
                  </a:cubicBezTo>
                  <a:cubicBezTo>
                    <a:pt x="2340" y="1692"/>
                    <a:pt x="2409" y="1723"/>
                    <a:pt x="2477" y="1761"/>
                  </a:cubicBezTo>
                  <a:cubicBezTo>
                    <a:pt x="2500" y="1768"/>
                    <a:pt x="2531" y="1784"/>
                    <a:pt x="2561" y="1791"/>
                  </a:cubicBezTo>
                  <a:cubicBezTo>
                    <a:pt x="2607" y="1806"/>
                    <a:pt x="2653" y="1822"/>
                    <a:pt x="2698" y="1829"/>
                  </a:cubicBezTo>
                  <a:lnTo>
                    <a:pt x="2797" y="1860"/>
                  </a:lnTo>
                  <a:cubicBezTo>
                    <a:pt x="2896" y="1883"/>
                    <a:pt x="2988" y="1898"/>
                    <a:pt x="3087" y="1913"/>
                  </a:cubicBezTo>
                  <a:lnTo>
                    <a:pt x="3339" y="1829"/>
                  </a:lnTo>
                  <a:lnTo>
                    <a:pt x="3316" y="1822"/>
                  </a:lnTo>
                  <a:cubicBezTo>
                    <a:pt x="3239" y="1791"/>
                    <a:pt x="3163" y="1761"/>
                    <a:pt x="3087" y="1723"/>
                  </a:cubicBezTo>
                  <a:cubicBezTo>
                    <a:pt x="2942" y="1662"/>
                    <a:pt x="2797" y="1585"/>
                    <a:pt x="2660" y="1502"/>
                  </a:cubicBezTo>
                  <a:cubicBezTo>
                    <a:pt x="2393" y="1349"/>
                    <a:pt x="2134" y="1182"/>
                    <a:pt x="1883" y="991"/>
                  </a:cubicBezTo>
                  <a:cubicBezTo>
                    <a:pt x="1647" y="800"/>
                    <a:pt x="1433" y="595"/>
                    <a:pt x="1212" y="397"/>
                  </a:cubicBezTo>
                  <a:cubicBezTo>
                    <a:pt x="1098" y="297"/>
                    <a:pt x="976" y="206"/>
                    <a:pt x="846" y="130"/>
                  </a:cubicBezTo>
                  <a:cubicBezTo>
                    <a:pt x="778" y="84"/>
                    <a:pt x="709" y="54"/>
                    <a:pt x="633" y="23"/>
                  </a:cubicBezTo>
                  <a:cubicBezTo>
                    <a:pt x="595" y="15"/>
                    <a:pt x="557" y="0"/>
                    <a:pt x="5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30"/>
            <p:cNvSpPr/>
            <p:nvPr/>
          </p:nvSpPr>
          <p:spPr>
            <a:xfrm>
              <a:off x="6918250" y="2037325"/>
              <a:ext cx="344900" cy="152650"/>
            </a:xfrm>
            <a:custGeom>
              <a:avLst/>
              <a:gdLst/>
              <a:ahLst/>
              <a:cxnLst/>
              <a:rect l="l" t="t" r="r" b="b"/>
              <a:pathLst>
                <a:path w="13796" h="6106" extrusionOk="0">
                  <a:moveTo>
                    <a:pt x="7904" y="130"/>
                  </a:moveTo>
                  <a:cubicBezTo>
                    <a:pt x="8354" y="130"/>
                    <a:pt x="8659" y="260"/>
                    <a:pt x="8864" y="542"/>
                  </a:cubicBezTo>
                  <a:cubicBezTo>
                    <a:pt x="9154" y="931"/>
                    <a:pt x="9482" y="1334"/>
                    <a:pt x="9992" y="1586"/>
                  </a:cubicBezTo>
                  <a:cubicBezTo>
                    <a:pt x="10015" y="1609"/>
                    <a:pt x="10046" y="1632"/>
                    <a:pt x="10069" y="1655"/>
                  </a:cubicBezTo>
                  <a:cubicBezTo>
                    <a:pt x="10069" y="1655"/>
                    <a:pt x="10076" y="1662"/>
                    <a:pt x="10076" y="1670"/>
                  </a:cubicBezTo>
                  <a:lnTo>
                    <a:pt x="9931" y="1708"/>
                  </a:lnTo>
                  <a:cubicBezTo>
                    <a:pt x="9787" y="1647"/>
                    <a:pt x="9649" y="1563"/>
                    <a:pt x="9535" y="1449"/>
                  </a:cubicBezTo>
                  <a:cubicBezTo>
                    <a:pt x="9489" y="1411"/>
                    <a:pt x="9451" y="1380"/>
                    <a:pt x="9413" y="1350"/>
                  </a:cubicBezTo>
                  <a:cubicBezTo>
                    <a:pt x="9291" y="1251"/>
                    <a:pt x="9177" y="1144"/>
                    <a:pt x="9063" y="1045"/>
                  </a:cubicBezTo>
                  <a:cubicBezTo>
                    <a:pt x="8971" y="953"/>
                    <a:pt x="8864" y="862"/>
                    <a:pt x="8750" y="771"/>
                  </a:cubicBezTo>
                  <a:cubicBezTo>
                    <a:pt x="8499" y="557"/>
                    <a:pt x="8201" y="405"/>
                    <a:pt x="7881" y="321"/>
                  </a:cubicBezTo>
                  <a:cubicBezTo>
                    <a:pt x="7767" y="306"/>
                    <a:pt x="7653" y="290"/>
                    <a:pt x="7538" y="290"/>
                  </a:cubicBezTo>
                  <a:cubicBezTo>
                    <a:pt x="7518" y="291"/>
                    <a:pt x="7498" y="292"/>
                    <a:pt x="7477" y="292"/>
                  </a:cubicBezTo>
                  <a:cubicBezTo>
                    <a:pt x="7338" y="292"/>
                    <a:pt x="7199" y="269"/>
                    <a:pt x="7066" y="229"/>
                  </a:cubicBezTo>
                  <a:cubicBezTo>
                    <a:pt x="7340" y="176"/>
                    <a:pt x="7622" y="146"/>
                    <a:pt x="7904" y="130"/>
                  </a:cubicBezTo>
                  <a:close/>
                  <a:moveTo>
                    <a:pt x="7355" y="367"/>
                  </a:moveTo>
                  <a:cubicBezTo>
                    <a:pt x="7416" y="374"/>
                    <a:pt x="7477" y="374"/>
                    <a:pt x="7531" y="374"/>
                  </a:cubicBezTo>
                  <a:lnTo>
                    <a:pt x="7531" y="382"/>
                  </a:lnTo>
                  <a:cubicBezTo>
                    <a:pt x="7637" y="382"/>
                    <a:pt x="7744" y="389"/>
                    <a:pt x="7851" y="405"/>
                  </a:cubicBezTo>
                  <a:cubicBezTo>
                    <a:pt x="8156" y="481"/>
                    <a:pt x="8438" y="626"/>
                    <a:pt x="8674" y="824"/>
                  </a:cubicBezTo>
                  <a:cubicBezTo>
                    <a:pt x="8781" y="915"/>
                    <a:pt x="8880" y="1007"/>
                    <a:pt x="8979" y="1098"/>
                  </a:cubicBezTo>
                  <a:lnTo>
                    <a:pt x="8986" y="1106"/>
                  </a:lnTo>
                  <a:cubicBezTo>
                    <a:pt x="9093" y="1205"/>
                    <a:pt x="9207" y="1312"/>
                    <a:pt x="9337" y="1411"/>
                  </a:cubicBezTo>
                  <a:cubicBezTo>
                    <a:pt x="9375" y="1441"/>
                    <a:pt x="9421" y="1479"/>
                    <a:pt x="9451" y="1510"/>
                  </a:cubicBezTo>
                  <a:cubicBezTo>
                    <a:pt x="9550" y="1601"/>
                    <a:pt x="9665" y="1685"/>
                    <a:pt x="9787" y="1746"/>
                  </a:cubicBezTo>
                  <a:cubicBezTo>
                    <a:pt x="9665" y="1784"/>
                    <a:pt x="9543" y="1807"/>
                    <a:pt x="9421" y="1815"/>
                  </a:cubicBezTo>
                  <a:cubicBezTo>
                    <a:pt x="9383" y="1815"/>
                    <a:pt x="9345" y="1807"/>
                    <a:pt x="9307" y="1799"/>
                  </a:cubicBezTo>
                  <a:cubicBezTo>
                    <a:pt x="8910" y="1731"/>
                    <a:pt x="8590" y="1373"/>
                    <a:pt x="8354" y="1113"/>
                  </a:cubicBezTo>
                  <a:lnTo>
                    <a:pt x="8308" y="1060"/>
                  </a:lnTo>
                  <a:cubicBezTo>
                    <a:pt x="8041" y="763"/>
                    <a:pt x="7721" y="527"/>
                    <a:pt x="7355" y="367"/>
                  </a:cubicBezTo>
                  <a:close/>
                  <a:moveTo>
                    <a:pt x="5984" y="267"/>
                  </a:moveTo>
                  <a:cubicBezTo>
                    <a:pt x="6045" y="275"/>
                    <a:pt x="6098" y="290"/>
                    <a:pt x="6151" y="321"/>
                  </a:cubicBezTo>
                  <a:cubicBezTo>
                    <a:pt x="6548" y="664"/>
                    <a:pt x="6967" y="976"/>
                    <a:pt x="7401" y="1251"/>
                  </a:cubicBezTo>
                  <a:cubicBezTo>
                    <a:pt x="7782" y="1502"/>
                    <a:pt x="8476" y="1929"/>
                    <a:pt x="8925" y="2066"/>
                  </a:cubicBezTo>
                  <a:lnTo>
                    <a:pt x="8720" y="2135"/>
                  </a:lnTo>
                  <a:cubicBezTo>
                    <a:pt x="8453" y="2089"/>
                    <a:pt x="8186" y="2020"/>
                    <a:pt x="7935" y="1921"/>
                  </a:cubicBezTo>
                  <a:cubicBezTo>
                    <a:pt x="7630" y="1799"/>
                    <a:pt x="7333" y="1655"/>
                    <a:pt x="7051" y="1479"/>
                  </a:cubicBezTo>
                  <a:cubicBezTo>
                    <a:pt x="6784" y="1304"/>
                    <a:pt x="6517" y="1121"/>
                    <a:pt x="6273" y="923"/>
                  </a:cubicBezTo>
                  <a:cubicBezTo>
                    <a:pt x="6159" y="839"/>
                    <a:pt x="6045" y="740"/>
                    <a:pt x="5930" y="656"/>
                  </a:cubicBezTo>
                  <a:lnTo>
                    <a:pt x="5877" y="610"/>
                  </a:lnTo>
                  <a:cubicBezTo>
                    <a:pt x="5824" y="557"/>
                    <a:pt x="5770" y="519"/>
                    <a:pt x="5717" y="473"/>
                  </a:cubicBezTo>
                  <a:lnTo>
                    <a:pt x="5717" y="481"/>
                  </a:lnTo>
                  <a:cubicBezTo>
                    <a:pt x="5686" y="450"/>
                    <a:pt x="5656" y="428"/>
                    <a:pt x="5625" y="405"/>
                  </a:cubicBezTo>
                  <a:lnTo>
                    <a:pt x="5610" y="397"/>
                  </a:lnTo>
                  <a:lnTo>
                    <a:pt x="5603" y="389"/>
                  </a:lnTo>
                  <a:cubicBezTo>
                    <a:pt x="5724" y="344"/>
                    <a:pt x="5846" y="298"/>
                    <a:pt x="5976" y="267"/>
                  </a:cubicBezTo>
                  <a:close/>
                  <a:moveTo>
                    <a:pt x="5542" y="420"/>
                  </a:moveTo>
                  <a:lnTo>
                    <a:pt x="5572" y="435"/>
                  </a:lnTo>
                  <a:lnTo>
                    <a:pt x="5580" y="443"/>
                  </a:lnTo>
                  <a:cubicBezTo>
                    <a:pt x="5618" y="473"/>
                    <a:pt x="5648" y="504"/>
                    <a:pt x="5679" y="519"/>
                  </a:cubicBezTo>
                  <a:cubicBezTo>
                    <a:pt x="5732" y="565"/>
                    <a:pt x="5793" y="618"/>
                    <a:pt x="5846" y="671"/>
                  </a:cubicBezTo>
                  <a:cubicBezTo>
                    <a:pt x="5961" y="763"/>
                    <a:pt x="6083" y="877"/>
                    <a:pt x="6205" y="976"/>
                  </a:cubicBezTo>
                  <a:cubicBezTo>
                    <a:pt x="6456" y="1182"/>
                    <a:pt x="6715" y="1380"/>
                    <a:pt x="6990" y="1548"/>
                  </a:cubicBezTo>
                  <a:cubicBezTo>
                    <a:pt x="7279" y="1731"/>
                    <a:pt x="7584" y="1876"/>
                    <a:pt x="7904" y="1998"/>
                  </a:cubicBezTo>
                  <a:cubicBezTo>
                    <a:pt x="8064" y="2051"/>
                    <a:pt x="8240" y="2104"/>
                    <a:pt x="8407" y="2135"/>
                  </a:cubicBezTo>
                  <a:cubicBezTo>
                    <a:pt x="8476" y="2150"/>
                    <a:pt x="8544" y="2165"/>
                    <a:pt x="8613" y="2173"/>
                  </a:cubicBezTo>
                  <a:lnTo>
                    <a:pt x="8468" y="2226"/>
                  </a:lnTo>
                  <a:lnTo>
                    <a:pt x="7980" y="2394"/>
                  </a:lnTo>
                  <a:lnTo>
                    <a:pt x="7958" y="2386"/>
                  </a:lnTo>
                  <a:cubicBezTo>
                    <a:pt x="7889" y="2356"/>
                    <a:pt x="7820" y="2318"/>
                    <a:pt x="7737" y="2280"/>
                  </a:cubicBezTo>
                  <a:cubicBezTo>
                    <a:pt x="7615" y="2219"/>
                    <a:pt x="7493" y="2150"/>
                    <a:pt x="7371" y="2081"/>
                  </a:cubicBezTo>
                  <a:lnTo>
                    <a:pt x="7333" y="2051"/>
                  </a:lnTo>
                  <a:cubicBezTo>
                    <a:pt x="7066" y="1898"/>
                    <a:pt x="6814" y="1723"/>
                    <a:pt x="6570" y="1540"/>
                  </a:cubicBezTo>
                  <a:cubicBezTo>
                    <a:pt x="6433" y="1426"/>
                    <a:pt x="6296" y="1312"/>
                    <a:pt x="6174" y="1197"/>
                  </a:cubicBezTo>
                  <a:cubicBezTo>
                    <a:pt x="6075" y="1121"/>
                    <a:pt x="5984" y="1037"/>
                    <a:pt x="5885" y="953"/>
                  </a:cubicBezTo>
                  <a:cubicBezTo>
                    <a:pt x="5763" y="854"/>
                    <a:pt x="5633" y="771"/>
                    <a:pt x="5496" y="694"/>
                  </a:cubicBezTo>
                  <a:cubicBezTo>
                    <a:pt x="5427" y="656"/>
                    <a:pt x="5351" y="618"/>
                    <a:pt x="5267" y="595"/>
                  </a:cubicBezTo>
                  <a:cubicBezTo>
                    <a:pt x="5244" y="588"/>
                    <a:pt x="5214" y="580"/>
                    <a:pt x="5191" y="580"/>
                  </a:cubicBezTo>
                  <a:cubicBezTo>
                    <a:pt x="5313" y="519"/>
                    <a:pt x="5427" y="466"/>
                    <a:pt x="5542" y="420"/>
                  </a:cubicBezTo>
                  <a:close/>
                  <a:moveTo>
                    <a:pt x="5138" y="618"/>
                  </a:moveTo>
                  <a:cubicBezTo>
                    <a:pt x="5176" y="626"/>
                    <a:pt x="5214" y="633"/>
                    <a:pt x="5252" y="649"/>
                  </a:cubicBezTo>
                  <a:cubicBezTo>
                    <a:pt x="5328" y="671"/>
                    <a:pt x="5397" y="702"/>
                    <a:pt x="5465" y="748"/>
                  </a:cubicBezTo>
                  <a:cubicBezTo>
                    <a:pt x="5595" y="824"/>
                    <a:pt x="5717" y="915"/>
                    <a:pt x="5824" y="1014"/>
                  </a:cubicBezTo>
                  <a:cubicBezTo>
                    <a:pt x="5892" y="1068"/>
                    <a:pt x="5961" y="1136"/>
                    <a:pt x="6037" y="1197"/>
                  </a:cubicBezTo>
                  <a:cubicBezTo>
                    <a:pt x="6182" y="1334"/>
                    <a:pt x="6334" y="1472"/>
                    <a:pt x="6502" y="1601"/>
                  </a:cubicBezTo>
                  <a:cubicBezTo>
                    <a:pt x="6746" y="1792"/>
                    <a:pt x="7005" y="1967"/>
                    <a:pt x="7279" y="2119"/>
                  </a:cubicBezTo>
                  <a:lnTo>
                    <a:pt x="7317" y="2135"/>
                  </a:lnTo>
                  <a:cubicBezTo>
                    <a:pt x="7439" y="2211"/>
                    <a:pt x="7569" y="2280"/>
                    <a:pt x="7706" y="2333"/>
                  </a:cubicBezTo>
                  <a:lnTo>
                    <a:pt x="7904" y="2417"/>
                  </a:lnTo>
                  <a:lnTo>
                    <a:pt x="7828" y="2447"/>
                  </a:lnTo>
                  <a:lnTo>
                    <a:pt x="7706" y="2485"/>
                  </a:lnTo>
                  <a:lnTo>
                    <a:pt x="7676" y="2485"/>
                  </a:lnTo>
                  <a:cubicBezTo>
                    <a:pt x="7599" y="2470"/>
                    <a:pt x="7515" y="2455"/>
                    <a:pt x="7432" y="2440"/>
                  </a:cubicBezTo>
                  <a:lnTo>
                    <a:pt x="7325" y="2409"/>
                  </a:lnTo>
                  <a:cubicBezTo>
                    <a:pt x="7287" y="2401"/>
                    <a:pt x="7249" y="2386"/>
                    <a:pt x="7203" y="2379"/>
                  </a:cubicBezTo>
                  <a:lnTo>
                    <a:pt x="7195" y="2379"/>
                  </a:lnTo>
                  <a:cubicBezTo>
                    <a:pt x="7157" y="2363"/>
                    <a:pt x="7134" y="2356"/>
                    <a:pt x="7112" y="2341"/>
                  </a:cubicBezTo>
                  <a:cubicBezTo>
                    <a:pt x="7043" y="2310"/>
                    <a:pt x="6974" y="2280"/>
                    <a:pt x="6906" y="2241"/>
                  </a:cubicBezTo>
                  <a:cubicBezTo>
                    <a:pt x="6647" y="2089"/>
                    <a:pt x="6395" y="1929"/>
                    <a:pt x="6151" y="1746"/>
                  </a:cubicBezTo>
                  <a:cubicBezTo>
                    <a:pt x="6060" y="1677"/>
                    <a:pt x="5968" y="1601"/>
                    <a:pt x="5885" y="1533"/>
                  </a:cubicBezTo>
                  <a:cubicBezTo>
                    <a:pt x="5747" y="1426"/>
                    <a:pt x="5595" y="1312"/>
                    <a:pt x="5450" y="1205"/>
                  </a:cubicBezTo>
                  <a:cubicBezTo>
                    <a:pt x="5321" y="1113"/>
                    <a:pt x="5183" y="1037"/>
                    <a:pt x="5046" y="969"/>
                  </a:cubicBezTo>
                  <a:cubicBezTo>
                    <a:pt x="4932" y="915"/>
                    <a:pt x="4810" y="885"/>
                    <a:pt x="4680" y="870"/>
                  </a:cubicBezTo>
                  <a:cubicBezTo>
                    <a:pt x="4802" y="793"/>
                    <a:pt x="4962" y="702"/>
                    <a:pt x="5122" y="618"/>
                  </a:cubicBezTo>
                  <a:close/>
                  <a:moveTo>
                    <a:pt x="4619" y="892"/>
                  </a:moveTo>
                  <a:cubicBezTo>
                    <a:pt x="4757" y="915"/>
                    <a:pt x="4886" y="953"/>
                    <a:pt x="5000" y="1022"/>
                  </a:cubicBezTo>
                  <a:cubicBezTo>
                    <a:pt x="5138" y="1091"/>
                    <a:pt x="5267" y="1167"/>
                    <a:pt x="5382" y="1258"/>
                  </a:cubicBezTo>
                  <a:cubicBezTo>
                    <a:pt x="5526" y="1357"/>
                    <a:pt x="5664" y="1472"/>
                    <a:pt x="5793" y="1578"/>
                  </a:cubicBezTo>
                  <a:cubicBezTo>
                    <a:pt x="5885" y="1647"/>
                    <a:pt x="5976" y="1731"/>
                    <a:pt x="6075" y="1807"/>
                  </a:cubicBezTo>
                  <a:cubicBezTo>
                    <a:pt x="6174" y="1883"/>
                    <a:pt x="6296" y="1959"/>
                    <a:pt x="6403" y="2028"/>
                  </a:cubicBezTo>
                  <a:lnTo>
                    <a:pt x="6456" y="2066"/>
                  </a:lnTo>
                  <a:cubicBezTo>
                    <a:pt x="6586" y="2150"/>
                    <a:pt x="6715" y="2226"/>
                    <a:pt x="6852" y="2295"/>
                  </a:cubicBezTo>
                  <a:cubicBezTo>
                    <a:pt x="6929" y="2333"/>
                    <a:pt x="6997" y="2371"/>
                    <a:pt x="7073" y="2401"/>
                  </a:cubicBezTo>
                  <a:lnTo>
                    <a:pt x="7119" y="2424"/>
                  </a:lnTo>
                  <a:cubicBezTo>
                    <a:pt x="7195" y="2462"/>
                    <a:pt x="7279" y="2501"/>
                    <a:pt x="7363" y="2531"/>
                  </a:cubicBezTo>
                  <a:cubicBezTo>
                    <a:pt x="7401" y="2539"/>
                    <a:pt x="7432" y="2554"/>
                    <a:pt x="7462" y="2569"/>
                  </a:cubicBezTo>
                  <a:lnTo>
                    <a:pt x="7386" y="2600"/>
                  </a:lnTo>
                  <a:lnTo>
                    <a:pt x="7035" y="2722"/>
                  </a:lnTo>
                  <a:cubicBezTo>
                    <a:pt x="6921" y="2699"/>
                    <a:pt x="6814" y="2668"/>
                    <a:pt x="6708" y="2623"/>
                  </a:cubicBezTo>
                  <a:cubicBezTo>
                    <a:pt x="6578" y="2562"/>
                    <a:pt x="6456" y="2485"/>
                    <a:pt x="6349" y="2386"/>
                  </a:cubicBezTo>
                  <a:cubicBezTo>
                    <a:pt x="6258" y="2287"/>
                    <a:pt x="6167" y="2188"/>
                    <a:pt x="6083" y="2081"/>
                  </a:cubicBezTo>
                  <a:lnTo>
                    <a:pt x="6060" y="2059"/>
                  </a:lnTo>
                  <a:cubicBezTo>
                    <a:pt x="6022" y="2005"/>
                    <a:pt x="5984" y="1959"/>
                    <a:pt x="5938" y="1921"/>
                  </a:cubicBezTo>
                  <a:cubicBezTo>
                    <a:pt x="5892" y="1876"/>
                    <a:pt x="5831" y="1822"/>
                    <a:pt x="5778" y="1777"/>
                  </a:cubicBezTo>
                  <a:cubicBezTo>
                    <a:pt x="5557" y="1571"/>
                    <a:pt x="5298" y="1411"/>
                    <a:pt x="5023" y="1289"/>
                  </a:cubicBezTo>
                  <a:cubicBezTo>
                    <a:pt x="4879" y="1228"/>
                    <a:pt x="4718" y="1182"/>
                    <a:pt x="4558" y="1159"/>
                  </a:cubicBezTo>
                  <a:cubicBezTo>
                    <a:pt x="4490" y="1152"/>
                    <a:pt x="4421" y="1152"/>
                    <a:pt x="4353" y="1152"/>
                  </a:cubicBezTo>
                  <a:cubicBezTo>
                    <a:pt x="4299" y="1152"/>
                    <a:pt x="4246" y="1152"/>
                    <a:pt x="4193" y="1144"/>
                  </a:cubicBezTo>
                  <a:cubicBezTo>
                    <a:pt x="4315" y="1075"/>
                    <a:pt x="4436" y="1007"/>
                    <a:pt x="4574" y="923"/>
                  </a:cubicBezTo>
                  <a:lnTo>
                    <a:pt x="4619" y="892"/>
                  </a:lnTo>
                  <a:close/>
                  <a:moveTo>
                    <a:pt x="4132" y="1182"/>
                  </a:moveTo>
                  <a:cubicBezTo>
                    <a:pt x="4185" y="1197"/>
                    <a:pt x="4246" y="1205"/>
                    <a:pt x="4307" y="1205"/>
                  </a:cubicBezTo>
                  <a:lnTo>
                    <a:pt x="4345" y="1205"/>
                  </a:lnTo>
                  <a:cubicBezTo>
                    <a:pt x="4414" y="1205"/>
                    <a:pt x="4482" y="1213"/>
                    <a:pt x="4543" y="1228"/>
                  </a:cubicBezTo>
                  <a:cubicBezTo>
                    <a:pt x="4696" y="1251"/>
                    <a:pt x="4840" y="1296"/>
                    <a:pt x="4978" y="1365"/>
                  </a:cubicBezTo>
                  <a:cubicBezTo>
                    <a:pt x="5244" y="1479"/>
                    <a:pt x="5488" y="1639"/>
                    <a:pt x="5702" y="1838"/>
                  </a:cubicBezTo>
                  <a:cubicBezTo>
                    <a:pt x="5755" y="1883"/>
                    <a:pt x="5808" y="1937"/>
                    <a:pt x="5862" y="1982"/>
                  </a:cubicBezTo>
                  <a:cubicBezTo>
                    <a:pt x="5907" y="2013"/>
                    <a:pt x="5945" y="2059"/>
                    <a:pt x="5976" y="2104"/>
                  </a:cubicBezTo>
                  <a:lnTo>
                    <a:pt x="5999" y="2135"/>
                  </a:lnTo>
                  <a:cubicBezTo>
                    <a:pt x="6083" y="2241"/>
                    <a:pt x="6182" y="2348"/>
                    <a:pt x="6281" y="2440"/>
                  </a:cubicBezTo>
                  <a:cubicBezTo>
                    <a:pt x="6395" y="2546"/>
                    <a:pt x="6532" y="2623"/>
                    <a:pt x="6670" y="2683"/>
                  </a:cubicBezTo>
                  <a:cubicBezTo>
                    <a:pt x="6761" y="2714"/>
                    <a:pt x="6845" y="2737"/>
                    <a:pt x="6936" y="2752"/>
                  </a:cubicBezTo>
                  <a:lnTo>
                    <a:pt x="6464" y="2912"/>
                  </a:lnTo>
                  <a:cubicBezTo>
                    <a:pt x="6227" y="2836"/>
                    <a:pt x="6014" y="2691"/>
                    <a:pt x="5839" y="2508"/>
                  </a:cubicBezTo>
                  <a:cubicBezTo>
                    <a:pt x="5763" y="2417"/>
                    <a:pt x="5686" y="2310"/>
                    <a:pt x="5625" y="2211"/>
                  </a:cubicBezTo>
                  <a:lnTo>
                    <a:pt x="5603" y="2180"/>
                  </a:lnTo>
                  <a:cubicBezTo>
                    <a:pt x="5534" y="2059"/>
                    <a:pt x="5435" y="1944"/>
                    <a:pt x="5328" y="1845"/>
                  </a:cubicBezTo>
                  <a:cubicBezTo>
                    <a:pt x="5206" y="1746"/>
                    <a:pt x="5069" y="1670"/>
                    <a:pt x="4917" y="1624"/>
                  </a:cubicBezTo>
                  <a:cubicBezTo>
                    <a:pt x="4757" y="1571"/>
                    <a:pt x="4597" y="1533"/>
                    <a:pt x="4429" y="1510"/>
                  </a:cubicBezTo>
                  <a:cubicBezTo>
                    <a:pt x="4299" y="1495"/>
                    <a:pt x="4170" y="1487"/>
                    <a:pt x="4048" y="1472"/>
                  </a:cubicBezTo>
                  <a:lnTo>
                    <a:pt x="3941" y="1464"/>
                  </a:lnTo>
                  <a:cubicBezTo>
                    <a:pt x="3819" y="1456"/>
                    <a:pt x="3712" y="1441"/>
                    <a:pt x="3613" y="1434"/>
                  </a:cubicBezTo>
                  <a:cubicBezTo>
                    <a:pt x="3796" y="1357"/>
                    <a:pt x="3964" y="1281"/>
                    <a:pt x="4132" y="1182"/>
                  </a:cubicBezTo>
                  <a:close/>
                  <a:moveTo>
                    <a:pt x="3530" y="1464"/>
                  </a:moveTo>
                  <a:cubicBezTo>
                    <a:pt x="3667" y="1495"/>
                    <a:pt x="3804" y="1510"/>
                    <a:pt x="3926" y="1525"/>
                  </a:cubicBezTo>
                  <a:lnTo>
                    <a:pt x="4025" y="1540"/>
                  </a:lnTo>
                  <a:cubicBezTo>
                    <a:pt x="4154" y="1556"/>
                    <a:pt x="4284" y="1571"/>
                    <a:pt x="4406" y="1594"/>
                  </a:cubicBezTo>
                  <a:cubicBezTo>
                    <a:pt x="4566" y="1609"/>
                    <a:pt x="4718" y="1647"/>
                    <a:pt x="4863" y="1700"/>
                  </a:cubicBezTo>
                  <a:cubicBezTo>
                    <a:pt x="5008" y="1746"/>
                    <a:pt x="5130" y="1822"/>
                    <a:pt x="5244" y="1914"/>
                  </a:cubicBezTo>
                  <a:cubicBezTo>
                    <a:pt x="5359" y="2013"/>
                    <a:pt x="5458" y="2127"/>
                    <a:pt x="5534" y="2264"/>
                  </a:cubicBezTo>
                  <a:lnTo>
                    <a:pt x="5542" y="2264"/>
                  </a:lnTo>
                  <a:cubicBezTo>
                    <a:pt x="5610" y="2363"/>
                    <a:pt x="5686" y="2462"/>
                    <a:pt x="5770" y="2554"/>
                  </a:cubicBezTo>
                  <a:cubicBezTo>
                    <a:pt x="5869" y="2668"/>
                    <a:pt x="5991" y="2760"/>
                    <a:pt x="6128" y="2828"/>
                  </a:cubicBezTo>
                  <a:cubicBezTo>
                    <a:pt x="6212" y="2874"/>
                    <a:pt x="6296" y="2904"/>
                    <a:pt x="6388" y="2935"/>
                  </a:cubicBezTo>
                  <a:lnTo>
                    <a:pt x="6037" y="3049"/>
                  </a:lnTo>
                  <a:cubicBezTo>
                    <a:pt x="5793" y="2935"/>
                    <a:pt x="5572" y="2767"/>
                    <a:pt x="5389" y="2569"/>
                  </a:cubicBezTo>
                  <a:lnTo>
                    <a:pt x="5366" y="2485"/>
                  </a:lnTo>
                  <a:cubicBezTo>
                    <a:pt x="5214" y="1975"/>
                    <a:pt x="4619" y="1799"/>
                    <a:pt x="4055" y="1632"/>
                  </a:cubicBezTo>
                  <a:cubicBezTo>
                    <a:pt x="3865" y="1578"/>
                    <a:pt x="3690" y="1533"/>
                    <a:pt x="3530" y="1464"/>
                  </a:cubicBezTo>
                  <a:close/>
                  <a:moveTo>
                    <a:pt x="3103" y="1830"/>
                  </a:moveTo>
                  <a:cubicBezTo>
                    <a:pt x="3644" y="1830"/>
                    <a:pt x="4345" y="2074"/>
                    <a:pt x="5237" y="2562"/>
                  </a:cubicBezTo>
                  <a:lnTo>
                    <a:pt x="5313" y="2607"/>
                  </a:lnTo>
                  <a:cubicBezTo>
                    <a:pt x="5496" y="2798"/>
                    <a:pt x="5709" y="2965"/>
                    <a:pt x="5938" y="3087"/>
                  </a:cubicBezTo>
                  <a:lnTo>
                    <a:pt x="5930" y="3087"/>
                  </a:lnTo>
                  <a:lnTo>
                    <a:pt x="5572" y="3202"/>
                  </a:lnTo>
                  <a:cubicBezTo>
                    <a:pt x="5061" y="3164"/>
                    <a:pt x="4574" y="2965"/>
                    <a:pt x="4040" y="2562"/>
                  </a:cubicBezTo>
                  <a:lnTo>
                    <a:pt x="3903" y="2455"/>
                  </a:lnTo>
                  <a:cubicBezTo>
                    <a:pt x="3728" y="2310"/>
                    <a:pt x="3545" y="2180"/>
                    <a:pt x="3347" y="2066"/>
                  </a:cubicBezTo>
                  <a:cubicBezTo>
                    <a:pt x="3202" y="1975"/>
                    <a:pt x="3042" y="1906"/>
                    <a:pt x="2874" y="1853"/>
                  </a:cubicBezTo>
                  <a:lnTo>
                    <a:pt x="2889" y="1845"/>
                  </a:lnTo>
                  <a:cubicBezTo>
                    <a:pt x="2958" y="1838"/>
                    <a:pt x="3034" y="1830"/>
                    <a:pt x="3103" y="1830"/>
                  </a:cubicBezTo>
                  <a:close/>
                  <a:moveTo>
                    <a:pt x="2620" y="2002"/>
                  </a:moveTo>
                  <a:cubicBezTo>
                    <a:pt x="2631" y="2002"/>
                    <a:pt x="2642" y="2003"/>
                    <a:pt x="2653" y="2005"/>
                  </a:cubicBezTo>
                  <a:cubicBezTo>
                    <a:pt x="2805" y="2005"/>
                    <a:pt x="2950" y="2028"/>
                    <a:pt x="3095" y="2089"/>
                  </a:cubicBezTo>
                  <a:lnTo>
                    <a:pt x="3171" y="2112"/>
                  </a:lnTo>
                  <a:cubicBezTo>
                    <a:pt x="3248" y="2135"/>
                    <a:pt x="3316" y="2165"/>
                    <a:pt x="3385" y="2211"/>
                  </a:cubicBezTo>
                  <a:cubicBezTo>
                    <a:pt x="3408" y="2219"/>
                    <a:pt x="3430" y="2234"/>
                    <a:pt x="3453" y="2249"/>
                  </a:cubicBezTo>
                  <a:lnTo>
                    <a:pt x="3461" y="2249"/>
                  </a:lnTo>
                  <a:cubicBezTo>
                    <a:pt x="3491" y="2272"/>
                    <a:pt x="3530" y="2295"/>
                    <a:pt x="3560" y="2325"/>
                  </a:cubicBezTo>
                  <a:cubicBezTo>
                    <a:pt x="3568" y="2325"/>
                    <a:pt x="3575" y="2333"/>
                    <a:pt x="3575" y="2333"/>
                  </a:cubicBezTo>
                  <a:cubicBezTo>
                    <a:pt x="3659" y="2386"/>
                    <a:pt x="3735" y="2447"/>
                    <a:pt x="3804" y="2501"/>
                  </a:cubicBezTo>
                  <a:cubicBezTo>
                    <a:pt x="3941" y="2607"/>
                    <a:pt x="4086" y="2722"/>
                    <a:pt x="4238" y="2821"/>
                  </a:cubicBezTo>
                  <a:cubicBezTo>
                    <a:pt x="4543" y="3026"/>
                    <a:pt x="4894" y="3171"/>
                    <a:pt x="5252" y="3240"/>
                  </a:cubicBezTo>
                  <a:lnTo>
                    <a:pt x="5260" y="3247"/>
                  </a:lnTo>
                  <a:lnTo>
                    <a:pt x="5290" y="3255"/>
                  </a:lnTo>
                  <a:lnTo>
                    <a:pt x="5321" y="3270"/>
                  </a:lnTo>
                  <a:lnTo>
                    <a:pt x="5160" y="3324"/>
                  </a:lnTo>
                  <a:cubicBezTo>
                    <a:pt x="4985" y="3301"/>
                    <a:pt x="4818" y="3270"/>
                    <a:pt x="4650" y="3225"/>
                  </a:cubicBezTo>
                  <a:lnTo>
                    <a:pt x="4635" y="3225"/>
                  </a:lnTo>
                  <a:lnTo>
                    <a:pt x="4536" y="3202"/>
                  </a:lnTo>
                  <a:cubicBezTo>
                    <a:pt x="4284" y="3133"/>
                    <a:pt x="4048" y="3049"/>
                    <a:pt x="3819" y="2935"/>
                  </a:cubicBezTo>
                  <a:cubicBezTo>
                    <a:pt x="3705" y="2882"/>
                    <a:pt x="3583" y="2828"/>
                    <a:pt x="3461" y="2775"/>
                  </a:cubicBezTo>
                  <a:cubicBezTo>
                    <a:pt x="3110" y="2623"/>
                    <a:pt x="2729" y="2531"/>
                    <a:pt x="2348" y="2501"/>
                  </a:cubicBezTo>
                  <a:lnTo>
                    <a:pt x="2242" y="2501"/>
                  </a:lnTo>
                  <a:cubicBezTo>
                    <a:pt x="2135" y="2501"/>
                    <a:pt x="2036" y="2508"/>
                    <a:pt x="1929" y="2531"/>
                  </a:cubicBezTo>
                  <a:cubicBezTo>
                    <a:pt x="1899" y="2539"/>
                    <a:pt x="1860" y="2539"/>
                    <a:pt x="1830" y="2539"/>
                  </a:cubicBezTo>
                  <a:lnTo>
                    <a:pt x="1777" y="2539"/>
                  </a:lnTo>
                  <a:cubicBezTo>
                    <a:pt x="1754" y="2539"/>
                    <a:pt x="1731" y="2531"/>
                    <a:pt x="1708" y="2531"/>
                  </a:cubicBezTo>
                  <a:cubicBezTo>
                    <a:pt x="1975" y="2333"/>
                    <a:pt x="2249" y="2158"/>
                    <a:pt x="2539" y="2013"/>
                  </a:cubicBezTo>
                  <a:cubicBezTo>
                    <a:pt x="2566" y="2007"/>
                    <a:pt x="2593" y="2002"/>
                    <a:pt x="2620" y="2002"/>
                  </a:cubicBezTo>
                  <a:close/>
                  <a:moveTo>
                    <a:pt x="2249" y="2592"/>
                  </a:moveTo>
                  <a:cubicBezTo>
                    <a:pt x="2356" y="2592"/>
                    <a:pt x="2455" y="2600"/>
                    <a:pt x="2554" y="2615"/>
                  </a:cubicBezTo>
                  <a:cubicBezTo>
                    <a:pt x="2950" y="2683"/>
                    <a:pt x="3339" y="2805"/>
                    <a:pt x="3697" y="2981"/>
                  </a:cubicBezTo>
                  <a:cubicBezTo>
                    <a:pt x="4010" y="3133"/>
                    <a:pt x="4337" y="3247"/>
                    <a:pt x="4673" y="3316"/>
                  </a:cubicBezTo>
                  <a:lnTo>
                    <a:pt x="4764" y="3339"/>
                  </a:lnTo>
                  <a:lnTo>
                    <a:pt x="4802" y="3347"/>
                  </a:lnTo>
                  <a:cubicBezTo>
                    <a:pt x="4840" y="3354"/>
                    <a:pt x="4871" y="3369"/>
                    <a:pt x="4901" y="3377"/>
                  </a:cubicBezTo>
                  <a:lnTo>
                    <a:pt x="4917" y="3385"/>
                  </a:lnTo>
                  <a:lnTo>
                    <a:pt x="4924" y="3385"/>
                  </a:lnTo>
                  <a:lnTo>
                    <a:pt x="4856" y="3408"/>
                  </a:lnTo>
                  <a:cubicBezTo>
                    <a:pt x="4772" y="3415"/>
                    <a:pt x="4688" y="3430"/>
                    <a:pt x="4612" y="3438"/>
                  </a:cubicBezTo>
                  <a:lnTo>
                    <a:pt x="4475" y="3453"/>
                  </a:lnTo>
                  <a:cubicBezTo>
                    <a:pt x="4299" y="3476"/>
                    <a:pt x="4132" y="3491"/>
                    <a:pt x="3956" y="3499"/>
                  </a:cubicBezTo>
                  <a:lnTo>
                    <a:pt x="3827" y="3499"/>
                  </a:lnTo>
                  <a:cubicBezTo>
                    <a:pt x="3537" y="3468"/>
                    <a:pt x="3240" y="3423"/>
                    <a:pt x="2950" y="3362"/>
                  </a:cubicBezTo>
                  <a:cubicBezTo>
                    <a:pt x="2798" y="3331"/>
                    <a:pt x="2645" y="3301"/>
                    <a:pt x="2493" y="3278"/>
                  </a:cubicBezTo>
                  <a:cubicBezTo>
                    <a:pt x="2333" y="3250"/>
                    <a:pt x="2172" y="3237"/>
                    <a:pt x="2012" y="3237"/>
                  </a:cubicBezTo>
                  <a:cubicBezTo>
                    <a:pt x="1729" y="3237"/>
                    <a:pt x="1447" y="3279"/>
                    <a:pt x="1175" y="3362"/>
                  </a:cubicBezTo>
                  <a:cubicBezTo>
                    <a:pt x="1136" y="3369"/>
                    <a:pt x="1091" y="3377"/>
                    <a:pt x="1053" y="3392"/>
                  </a:cubicBezTo>
                  <a:cubicBezTo>
                    <a:pt x="1007" y="3400"/>
                    <a:pt x="953" y="3415"/>
                    <a:pt x="900" y="3423"/>
                  </a:cubicBezTo>
                  <a:cubicBezTo>
                    <a:pt x="854" y="3430"/>
                    <a:pt x="809" y="3438"/>
                    <a:pt x="755" y="3438"/>
                  </a:cubicBezTo>
                  <a:cubicBezTo>
                    <a:pt x="938" y="3217"/>
                    <a:pt x="1144" y="3004"/>
                    <a:pt x="1365" y="2805"/>
                  </a:cubicBezTo>
                  <a:cubicBezTo>
                    <a:pt x="1464" y="2783"/>
                    <a:pt x="1556" y="2752"/>
                    <a:pt x="1647" y="2722"/>
                  </a:cubicBezTo>
                  <a:cubicBezTo>
                    <a:pt x="1723" y="2691"/>
                    <a:pt x="1799" y="2661"/>
                    <a:pt x="1876" y="2638"/>
                  </a:cubicBezTo>
                  <a:cubicBezTo>
                    <a:pt x="1998" y="2607"/>
                    <a:pt x="2120" y="2592"/>
                    <a:pt x="2249" y="2592"/>
                  </a:cubicBezTo>
                  <a:close/>
                  <a:moveTo>
                    <a:pt x="9695" y="2074"/>
                  </a:moveTo>
                  <a:cubicBezTo>
                    <a:pt x="9695" y="2104"/>
                    <a:pt x="9688" y="2142"/>
                    <a:pt x="9680" y="2180"/>
                  </a:cubicBezTo>
                  <a:cubicBezTo>
                    <a:pt x="9680" y="2196"/>
                    <a:pt x="9672" y="2211"/>
                    <a:pt x="9672" y="2219"/>
                  </a:cubicBezTo>
                  <a:cubicBezTo>
                    <a:pt x="9627" y="2341"/>
                    <a:pt x="9596" y="2455"/>
                    <a:pt x="9573" y="2577"/>
                  </a:cubicBezTo>
                  <a:lnTo>
                    <a:pt x="9566" y="2600"/>
                  </a:lnTo>
                  <a:lnTo>
                    <a:pt x="9550" y="2668"/>
                  </a:lnTo>
                  <a:cubicBezTo>
                    <a:pt x="9528" y="2767"/>
                    <a:pt x="9505" y="2874"/>
                    <a:pt x="9482" y="2973"/>
                  </a:cubicBezTo>
                  <a:cubicBezTo>
                    <a:pt x="9436" y="3202"/>
                    <a:pt x="9383" y="3430"/>
                    <a:pt x="9307" y="3651"/>
                  </a:cubicBezTo>
                  <a:cubicBezTo>
                    <a:pt x="9276" y="3743"/>
                    <a:pt x="9246" y="3834"/>
                    <a:pt x="9223" y="3918"/>
                  </a:cubicBezTo>
                  <a:lnTo>
                    <a:pt x="9223" y="3933"/>
                  </a:lnTo>
                  <a:cubicBezTo>
                    <a:pt x="9131" y="4238"/>
                    <a:pt x="9017" y="4535"/>
                    <a:pt x="8872" y="4817"/>
                  </a:cubicBezTo>
                  <a:cubicBezTo>
                    <a:pt x="9032" y="4505"/>
                    <a:pt x="9124" y="4162"/>
                    <a:pt x="9162" y="3811"/>
                  </a:cubicBezTo>
                  <a:cubicBezTo>
                    <a:pt x="9162" y="3743"/>
                    <a:pt x="9177" y="3674"/>
                    <a:pt x="9177" y="3613"/>
                  </a:cubicBezTo>
                  <a:lnTo>
                    <a:pt x="9177" y="3575"/>
                  </a:lnTo>
                  <a:cubicBezTo>
                    <a:pt x="9207" y="2988"/>
                    <a:pt x="9238" y="2440"/>
                    <a:pt x="9695" y="2074"/>
                  </a:cubicBezTo>
                  <a:close/>
                  <a:moveTo>
                    <a:pt x="1952" y="3331"/>
                  </a:moveTo>
                  <a:cubicBezTo>
                    <a:pt x="2242" y="3331"/>
                    <a:pt x="2531" y="3362"/>
                    <a:pt x="2813" y="3423"/>
                  </a:cubicBezTo>
                  <a:lnTo>
                    <a:pt x="2950" y="3453"/>
                  </a:lnTo>
                  <a:cubicBezTo>
                    <a:pt x="3270" y="3529"/>
                    <a:pt x="3598" y="3575"/>
                    <a:pt x="3933" y="3583"/>
                  </a:cubicBezTo>
                  <a:lnTo>
                    <a:pt x="4025" y="3583"/>
                  </a:lnTo>
                  <a:cubicBezTo>
                    <a:pt x="4109" y="3583"/>
                    <a:pt x="4185" y="3575"/>
                    <a:pt x="4269" y="3568"/>
                  </a:cubicBezTo>
                  <a:lnTo>
                    <a:pt x="4269" y="3568"/>
                  </a:lnTo>
                  <a:cubicBezTo>
                    <a:pt x="3933" y="3659"/>
                    <a:pt x="3621" y="3735"/>
                    <a:pt x="3316" y="3811"/>
                  </a:cubicBezTo>
                  <a:lnTo>
                    <a:pt x="3331" y="3850"/>
                  </a:lnTo>
                  <a:cubicBezTo>
                    <a:pt x="3598" y="3811"/>
                    <a:pt x="3872" y="3758"/>
                    <a:pt x="4162" y="3705"/>
                  </a:cubicBezTo>
                  <a:lnTo>
                    <a:pt x="4162" y="3705"/>
                  </a:lnTo>
                  <a:cubicBezTo>
                    <a:pt x="3895" y="3865"/>
                    <a:pt x="3644" y="4063"/>
                    <a:pt x="3423" y="4284"/>
                  </a:cubicBezTo>
                  <a:lnTo>
                    <a:pt x="3301" y="4398"/>
                  </a:lnTo>
                  <a:cubicBezTo>
                    <a:pt x="3042" y="4635"/>
                    <a:pt x="2523" y="5023"/>
                    <a:pt x="1921" y="5023"/>
                  </a:cubicBezTo>
                  <a:cubicBezTo>
                    <a:pt x="1868" y="5023"/>
                    <a:pt x="1822" y="5023"/>
                    <a:pt x="1777" y="5016"/>
                  </a:cubicBezTo>
                  <a:cubicBezTo>
                    <a:pt x="1533" y="4955"/>
                    <a:pt x="1296" y="4878"/>
                    <a:pt x="1060" y="4787"/>
                  </a:cubicBezTo>
                  <a:cubicBezTo>
                    <a:pt x="489" y="4566"/>
                    <a:pt x="207" y="4375"/>
                    <a:pt x="161" y="4322"/>
                  </a:cubicBezTo>
                  <a:cubicBezTo>
                    <a:pt x="260" y="4124"/>
                    <a:pt x="374" y="3941"/>
                    <a:pt x="496" y="3758"/>
                  </a:cubicBezTo>
                  <a:cubicBezTo>
                    <a:pt x="809" y="3552"/>
                    <a:pt x="1167" y="3415"/>
                    <a:pt x="1540" y="3362"/>
                  </a:cubicBezTo>
                  <a:cubicBezTo>
                    <a:pt x="1678" y="3339"/>
                    <a:pt x="1815" y="3331"/>
                    <a:pt x="1952" y="3331"/>
                  </a:cubicBezTo>
                  <a:close/>
                  <a:moveTo>
                    <a:pt x="10252" y="1860"/>
                  </a:moveTo>
                  <a:cubicBezTo>
                    <a:pt x="9947" y="2234"/>
                    <a:pt x="9863" y="2683"/>
                    <a:pt x="9787" y="3110"/>
                  </a:cubicBezTo>
                  <a:cubicBezTo>
                    <a:pt x="9749" y="3377"/>
                    <a:pt x="9688" y="3636"/>
                    <a:pt x="9596" y="3888"/>
                  </a:cubicBezTo>
                  <a:cubicBezTo>
                    <a:pt x="9451" y="4269"/>
                    <a:pt x="9238" y="4627"/>
                    <a:pt x="8979" y="4947"/>
                  </a:cubicBezTo>
                  <a:cubicBezTo>
                    <a:pt x="8918" y="5016"/>
                    <a:pt x="8857" y="5084"/>
                    <a:pt x="8788" y="5145"/>
                  </a:cubicBezTo>
                  <a:cubicBezTo>
                    <a:pt x="9055" y="4772"/>
                    <a:pt x="9192" y="4360"/>
                    <a:pt x="9322" y="3956"/>
                  </a:cubicBezTo>
                  <a:lnTo>
                    <a:pt x="9329" y="3918"/>
                  </a:lnTo>
                  <a:cubicBezTo>
                    <a:pt x="9360" y="3834"/>
                    <a:pt x="9383" y="3758"/>
                    <a:pt x="9413" y="3674"/>
                  </a:cubicBezTo>
                  <a:cubicBezTo>
                    <a:pt x="9482" y="3453"/>
                    <a:pt x="9543" y="3225"/>
                    <a:pt x="9589" y="2988"/>
                  </a:cubicBezTo>
                  <a:lnTo>
                    <a:pt x="9596" y="2958"/>
                  </a:lnTo>
                  <a:cubicBezTo>
                    <a:pt x="9611" y="2866"/>
                    <a:pt x="9634" y="2775"/>
                    <a:pt x="9657" y="2683"/>
                  </a:cubicBezTo>
                  <a:lnTo>
                    <a:pt x="9672" y="2592"/>
                  </a:lnTo>
                  <a:cubicBezTo>
                    <a:pt x="9726" y="2379"/>
                    <a:pt x="9779" y="2150"/>
                    <a:pt x="9931" y="1967"/>
                  </a:cubicBezTo>
                  <a:cubicBezTo>
                    <a:pt x="10031" y="1929"/>
                    <a:pt x="10137" y="1898"/>
                    <a:pt x="10252" y="1860"/>
                  </a:cubicBezTo>
                  <a:close/>
                  <a:moveTo>
                    <a:pt x="4810" y="3568"/>
                  </a:moveTo>
                  <a:lnTo>
                    <a:pt x="4810" y="3575"/>
                  </a:lnTo>
                  <a:lnTo>
                    <a:pt x="4802" y="3590"/>
                  </a:lnTo>
                  <a:lnTo>
                    <a:pt x="4779" y="3613"/>
                  </a:lnTo>
                  <a:cubicBezTo>
                    <a:pt x="4589" y="3758"/>
                    <a:pt x="4421" y="3933"/>
                    <a:pt x="4284" y="4132"/>
                  </a:cubicBezTo>
                  <a:cubicBezTo>
                    <a:pt x="4223" y="4223"/>
                    <a:pt x="4170" y="4314"/>
                    <a:pt x="4116" y="4406"/>
                  </a:cubicBezTo>
                  <a:cubicBezTo>
                    <a:pt x="4071" y="4490"/>
                    <a:pt x="4025" y="4581"/>
                    <a:pt x="3964" y="4665"/>
                  </a:cubicBezTo>
                  <a:cubicBezTo>
                    <a:pt x="3895" y="4772"/>
                    <a:pt x="3812" y="4863"/>
                    <a:pt x="3720" y="4947"/>
                  </a:cubicBezTo>
                  <a:cubicBezTo>
                    <a:pt x="3651" y="4993"/>
                    <a:pt x="3583" y="5031"/>
                    <a:pt x="3507" y="5061"/>
                  </a:cubicBezTo>
                  <a:lnTo>
                    <a:pt x="3484" y="5077"/>
                  </a:lnTo>
                  <a:cubicBezTo>
                    <a:pt x="3278" y="5138"/>
                    <a:pt x="3065" y="5168"/>
                    <a:pt x="2851" y="5168"/>
                  </a:cubicBezTo>
                  <a:cubicBezTo>
                    <a:pt x="2607" y="5160"/>
                    <a:pt x="2371" y="5138"/>
                    <a:pt x="2142" y="5092"/>
                  </a:cubicBezTo>
                  <a:cubicBezTo>
                    <a:pt x="2516" y="5031"/>
                    <a:pt x="2866" y="4878"/>
                    <a:pt x="3164" y="4642"/>
                  </a:cubicBezTo>
                  <a:lnTo>
                    <a:pt x="3171" y="4642"/>
                  </a:lnTo>
                  <a:cubicBezTo>
                    <a:pt x="3286" y="4543"/>
                    <a:pt x="3392" y="4452"/>
                    <a:pt x="3499" y="4345"/>
                  </a:cubicBezTo>
                  <a:cubicBezTo>
                    <a:pt x="3812" y="4063"/>
                    <a:pt x="4124" y="3766"/>
                    <a:pt x="4589" y="3621"/>
                  </a:cubicBezTo>
                  <a:cubicBezTo>
                    <a:pt x="4589" y="3621"/>
                    <a:pt x="4597" y="3621"/>
                    <a:pt x="4604" y="3613"/>
                  </a:cubicBezTo>
                  <a:lnTo>
                    <a:pt x="4810" y="3568"/>
                  </a:lnTo>
                  <a:close/>
                  <a:moveTo>
                    <a:pt x="5808" y="3324"/>
                  </a:moveTo>
                  <a:cubicBezTo>
                    <a:pt x="5717" y="3385"/>
                    <a:pt x="5641" y="3446"/>
                    <a:pt x="5587" y="3484"/>
                  </a:cubicBezTo>
                  <a:cubicBezTo>
                    <a:pt x="5290" y="3712"/>
                    <a:pt x="5100" y="4002"/>
                    <a:pt x="4909" y="4276"/>
                  </a:cubicBezTo>
                  <a:cubicBezTo>
                    <a:pt x="4749" y="4528"/>
                    <a:pt x="4558" y="4764"/>
                    <a:pt x="4345" y="4970"/>
                  </a:cubicBezTo>
                  <a:cubicBezTo>
                    <a:pt x="4109" y="5191"/>
                    <a:pt x="3827" y="5351"/>
                    <a:pt x="3514" y="5450"/>
                  </a:cubicBezTo>
                  <a:cubicBezTo>
                    <a:pt x="3408" y="5488"/>
                    <a:pt x="3278" y="5511"/>
                    <a:pt x="3171" y="5541"/>
                  </a:cubicBezTo>
                  <a:lnTo>
                    <a:pt x="3095" y="5564"/>
                  </a:lnTo>
                  <a:cubicBezTo>
                    <a:pt x="3293" y="5473"/>
                    <a:pt x="3461" y="5336"/>
                    <a:pt x="3590" y="5160"/>
                  </a:cubicBezTo>
                  <a:lnTo>
                    <a:pt x="3598" y="5160"/>
                  </a:lnTo>
                  <a:lnTo>
                    <a:pt x="3629" y="5115"/>
                  </a:lnTo>
                  <a:cubicBezTo>
                    <a:pt x="3674" y="5092"/>
                    <a:pt x="3712" y="5069"/>
                    <a:pt x="3751" y="5038"/>
                  </a:cubicBezTo>
                  <a:cubicBezTo>
                    <a:pt x="3834" y="4978"/>
                    <a:pt x="3918" y="4894"/>
                    <a:pt x="3979" y="4810"/>
                  </a:cubicBezTo>
                  <a:cubicBezTo>
                    <a:pt x="4055" y="4703"/>
                    <a:pt x="4124" y="4596"/>
                    <a:pt x="4185" y="4482"/>
                  </a:cubicBezTo>
                  <a:cubicBezTo>
                    <a:pt x="4223" y="4414"/>
                    <a:pt x="4269" y="4345"/>
                    <a:pt x="4307" y="4276"/>
                  </a:cubicBezTo>
                  <a:cubicBezTo>
                    <a:pt x="4513" y="3949"/>
                    <a:pt x="4795" y="3682"/>
                    <a:pt x="5130" y="3499"/>
                  </a:cubicBezTo>
                  <a:cubicBezTo>
                    <a:pt x="5351" y="3446"/>
                    <a:pt x="5580" y="3385"/>
                    <a:pt x="5808" y="3324"/>
                  </a:cubicBezTo>
                  <a:close/>
                  <a:moveTo>
                    <a:pt x="6509" y="3118"/>
                  </a:moveTo>
                  <a:cubicBezTo>
                    <a:pt x="6509" y="3141"/>
                    <a:pt x="6494" y="3156"/>
                    <a:pt x="6487" y="3179"/>
                  </a:cubicBezTo>
                  <a:lnTo>
                    <a:pt x="6471" y="3194"/>
                  </a:lnTo>
                  <a:cubicBezTo>
                    <a:pt x="6464" y="3209"/>
                    <a:pt x="6456" y="3225"/>
                    <a:pt x="6449" y="3232"/>
                  </a:cubicBezTo>
                  <a:cubicBezTo>
                    <a:pt x="6258" y="3468"/>
                    <a:pt x="6083" y="3728"/>
                    <a:pt x="5938" y="3994"/>
                  </a:cubicBezTo>
                  <a:lnTo>
                    <a:pt x="5938" y="4002"/>
                  </a:lnTo>
                  <a:cubicBezTo>
                    <a:pt x="5885" y="4109"/>
                    <a:pt x="5816" y="4215"/>
                    <a:pt x="5747" y="4322"/>
                  </a:cubicBezTo>
                  <a:cubicBezTo>
                    <a:pt x="5572" y="4619"/>
                    <a:pt x="5351" y="4886"/>
                    <a:pt x="5100" y="5122"/>
                  </a:cubicBezTo>
                  <a:cubicBezTo>
                    <a:pt x="5343" y="4817"/>
                    <a:pt x="5442" y="4505"/>
                    <a:pt x="5389" y="4185"/>
                  </a:cubicBezTo>
                  <a:lnTo>
                    <a:pt x="5366" y="4032"/>
                  </a:lnTo>
                  <a:lnTo>
                    <a:pt x="5252" y="4162"/>
                  </a:lnTo>
                  <a:cubicBezTo>
                    <a:pt x="5130" y="4299"/>
                    <a:pt x="5023" y="4436"/>
                    <a:pt x="4917" y="4589"/>
                  </a:cubicBezTo>
                  <a:cubicBezTo>
                    <a:pt x="4528" y="5130"/>
                    <a:pt x="4124" y="5686"/>
                    <a:pt x="2943" y="5686"/>
                  </a:cubicBezTo>
                  <a:lnTo>
                    <a:pt x="2866" y="5686"/>
                  </a:lnTo>
                  <a:cubicBezTo>
                    <a:pt x="2973" y="5648"/>
                    <a:pt x="3080" y="5625"/>
                    <a:pt x="3194" y="5602"/>
                  </a:cubicBezTo>
                  <a:cubicBezTo>
                    <a:pt x="3308" y="5572"/>
                    <a:pt x="3423" y="5541"/>
                    <a:pt x="3537" y="5503"/>
                  </a:cubicBezTo>
                  <a:lnTo>
                    <a:pt x="3545" y="5503"/>
                  </a:lnTo>
                  <a:cubicBezTo>
                    <a:pt x="3865" y="5404"/>
                    <a:pt x="4154" y="5237"/>
                    <a:pt x="4398" y="5016"/>
                  </a:cubicBezTo>
                  <a:cubicBezTo>
                    <a:pt x="4619" y="4802"/>
                    <a:pt x="4810" y="4566"/>
                    <a:pt x="4970" y="4307"/>
                  </a:cubicBezTo>
                  <a:cubicBezTo>
                    <a:pt x="5160" y="4032"/>
                    <a:pt x="5351" y="3750"/>
                    <a:pt x="5641" y="3529"/>
                  </a:cubicBezTo>
                  <a:cubicBezTo>
                    <a:pt x="5763" y="3430"/>
                    <a:pt x="5892" y="3339"/>
                    <a:pt x="6029" y="3263"/>
                  </a:cubicBezTo>
                  <a:cubicBezTo>
                    <a:pt x="6182" y="3217"/>
                    <a:pt x="6349" y="3164"/>
                    <a:pt x="6509" y="3118"/>
                  </a:cubicBezTo>
                  <a:close/>
                  <a:moveTo>
                    <a:pt x="7858" y="2683"/>
                  </a:moveTo>
                  <a:cubicBezTo>
                    <a:pt x="7790" y="2737"/>
                    <a:pt x="7721" y="2790"/>
                    <a:pt x="7645" y="2844"/>
                  </a:cubicBezTo>
                  <a:lnTo>
                    <a:pt x="7607" y="2882"/>
                  </a:lnTo>
                  <a:cubicBezTo>
                    <a:pt x="7264" y="3126"/>
                    <a:pt x="6967" y="3430"/>
                    <a:pt x="6730" y="3766"/>
                  </a:cubicBezTo>
                  <a:cubicBezTo>
                    <a:pt x="6639" y="3895"/>
                    <a:pt x="6563" y="4032"/>
                    <a:pt x="6487" y="4162"/>
                  </a:cubicBezTo>
                  <a:cubicBezTo>
                    <a:pt x="6357" y="4406"/>
                    <a:pt x="6197" y="4635"/>
                    <a:pt x="6022" y="4848"/>
                  </a:cubicBezTo>
                  <a:cubicBezTo>
                    <a:pt x="5740" y="5145"/>
                    <a:pt x="5420" y="5351"/>
                    <a:pt x="4917" y="5564"/>
                  </a:cubicBezTo>
                  <a:lnTo>
                    <a:pt x="4741" y="5641"/>
                  </a:lnTo>
                  <a:lnTo>
                    <a:pt x="4711" y="5656"/>
                  </a:lnTo>
                  <a:cubicBezTo>
                    <a:pt x="4612" y="5702"/>
                    <a:pt x="4497" y="5747"/>
                    <a:pt x="4391" y="5793"/>
                  </a:cubicBezTo>
                  <a:cubicBezTo>
                    <a:pt x="4429" y="5763"/>
                    <a:pt x="4467" y="5732"/>
                    <a:pt x="4497" y="5709"/>
                  </a:cubicBezTo>
                  <a:lnTo>
                    <a:pt x="4597" y="5641"/>
                  </a:lnTo>
                  <a:cubicBezTo>
                    <a:pt x="4711" y="5557"/>
                    <a:pt x="4833" y="5465"/>
                    <a:pt x="4947" y="5374"/>
                  </a:cubicBezTo>
                  <a:cubicBezTo>
                    <a:pt x="5244" y="5138"/>
                    <a:pt x="5503" y="4848"/>
                    <a:pt x="5724" y="4535"/>
                  </a:cubicBezTo>
                  <a:cubicBezTo>
                    <a:pt x="5839" y="4375"/>
                    <a:pt x="5930" y="4208"/>
                    <a:pt x="6022" y="4048"/>
                  </a:cubicBezTo>
                  <a:cubicBezTo>
                    <a:pt x="6227" y="3689"/>
                    <a:pt x="6441" y="3316"/>
                    <a:pt x="6799" y="3026"/>
                  </a:cubicBezTo>
                  <a:cubicBezTo>
                    <a:pt x="7127" y="2927"/>
                    <a:pt x="7470" y="2813"/>
                    <a:pt x="7858" y="2683"/>
                  </a:cubicBezTo>
                  <a:close/>
                  <a:moveTo>
                    <a:pt x="10534" y="1784"/>
                  </a:moveTo>
                  <a:lnTo>
                    <a:pt x="10534" y="1784"/>
                  </a:lnTo>
                  <a:cubicBezTo>
                    <a:pt x="10556" y="1868"/>
                    <a:pt x="10549" y="1959"/>
                    <a:pt x="10511" y="2043"/>
                  </a:cubicBezTo>
                  <a:lnTo>
                    <a:pt x="10511" y="2036"/>
                  </a:lnTo>
                  <a:cubicBezTo>
                    <a:pt x="10495" y="2074"/>
                    <a:pt x="10473" y="2104"/>
                    <a:pt x="10457" y="2142"/>
                  </a:cubicBezTo>
                  <a:cubicBezTo>
                    <a:pt x="10305" y="2508"/>
                    <a:pt x="10183" y="2889"/>
                    <a:pt x="10107" y="3286"/>
                  </a:cubicBezTo>
                  <a:cubicBezTo>
                    <a:pt x="10076" y="3415"/>
                    <a:pt x="10046" y="3537"/>
                    <a:pt x="10008" y="3667"/>
                  </a:cubicBezTo>
                  <a:lnTo>
                    <a:pt x="10008" y="3682"/>
                  </a:lnTo>
                  <a:cubicBezTo>
                    <a:pt x="9764" y="4596"/>
                    <a:pt x="9535" y="5465"/>
                    <a:pt x="8163" y="5793"/>
                  </a:cubicBezTo>
                  <a:lnTo>
                    <a:pt x="8224" y="5732"/>
                  </a:lnTo>
                  <a:lnTo>
                    <a:pt x="8270" y="5694"/>
                  </a:lnTo>
                  <a:lnTo>
                    <a:pt x="8407" y="5587"/>
                  </a:lnTo>
                  <a:lnTo>
                    <a:pt x="8415" y="5587"/>
                  </a:lnTo>
                  <a:cubicBezTo>
                    <a:pt x="8651" y="5420"/>
                    <a:pt x="8864" y="5221"/>
                    <a:pt x="9063" y="5008"/>
                  </a:cubicBezTo>
                  <a:cubicBezTo>
                    <a:pt x="9329" y="4680"/>
                    <a:pt x="9543" y="4314"/>
                    <a:pt x="9695" y="3926"/>
                  </a:cubicBezTo>
                  <a:cubicBezTo>
                    <a:pt x="9787" y="3667"/>
                    <a:pt x="9848" y="3408"/>
                    <a:pt x="9886" y="3141"/>
                  </a:cubicBezTo>
                  <a:lnTo>
                    <a:pt x="9886" y="3133"/>
                  </a:lnTo>
                  <a:cubicBezTo>
                    <a:pt x="9970" y="2668"/>
                    <a:pt x="10053" y="2180"/>
                    <a:pt x="10434" y="1807"/>
                  </a:cubicBezTo>
                  <a:lnTo>
                    <a:pt x="10534" y="1784"/>
                  </a:lnTo>
                  <a:close/>
                  <a:moveTo>
                    <a:pt x="7615" y="2950"/>
                  </a:moveTo>
                  <a:lnTo>
                    <a:pt x="7615" y="2950"/>
                  </a:lnTo>
                  <a:cubicBezTo>
                    <a:pt x="7493" y="3072"/>
                    <a:pt x="7394" y="3209"/>
                    <a:pt x="7302" y="3362"/>
                  </a:cubicBezTo>
                  <a:cubicBezTo>
                    <a:pt x="7211" y="3522"/>
                    <a:pt x="7127" y="3689"/>
                    <a:pt x="7043" y="3857"/>
                  </a:cubicBezTo>
                  <a:lnTo>
                    <a:pt x="7043" y="3865"/>
                  </a:lnTo>
                  <a:cubicBezTo>
                    <a:pt x="6921" y="4093"/>
                    <a:pt x="6799" y="4330"/>
                    <a:pt x="6662" y="4551"/>
                  </a:cubicBezTo>
                  <a:cubicBezTo>
                    <a:pt x="6410" y="4962"/>
                    <a:pt x="6151" y="5381"/>
                    <a:pt x="5587" y="5602"/>
                  </a:cubicBezTo>
                  <a:cubicBezTo>
                    <a:pt x="5237" y="5740"/>
                    <a:pt x="4779" y="5892"/>
                    <a:pt x="4353" y="5892"/>
                  </a:cubicBezTo>
                  <a:lnTo>
                    <a:pt x="4284" y="5892"/>
                  </a:lnTo>
                  <a:cubicBezTo>
                    <a:pt x="4452" y="5839"/>
                    <a:pt x="4597" y="5770"/>
                    <a:pt x="4741" y="5709"/>
                  </a:cubicBezTo>
                  <a:lnTo>
                    <a:pt x="4749" y="5709"/>
                  </a:lnTo>
                  <a:lnTo>
                    <a:pt x="4939" y="5625"/>
                  </a:lnTo>
                  <a:cubicBezTo>
                    <a:pt x="5450" y="5412"/>
                    <a:pt x="5778" y="5199"/>
                    <a:pt x="6067" y="4894"/>
                  </a:cubicBezTo>
                  <a:cubicBezTo>
                    <a:pt x="6250" y="4680"/>
                    <a:pt x="6410" y="4444"/>
                    <a:pt x="6540" y="4200"/>
                  </a:cubicBezTo>
                  <a:cubicBezTo>
                    <a:pt x="6616" y="4071"/>
                    <a:pt x="6692" y="3933"/>
                    <a:pt x="6784" y="3804"/>
                  </a:cubicBezTo>
                  <a:cubicBezTo>
                    <a:pt x="7012" y="3476"/>
                    <a:pt x="7294" y="3186"/>
                    <a:pt x="7615" y="2950"/>
                  </a:cubicBezTo>
                  <a:close/>
                  <a:moveTo>
                    <a:pt x="8361" y="2516"/>
                  </a:moveTo>
                  <a:lnTo>
                    <a:pt x="8361" y="2516"/>
                  </a:lnTo>
                  <a:cubicBezTo>
                    <a:pt x="8354" y="2592"/>
                    <a:pt x="8323" y="2661"/>
                    <a:pt x="8285" y="2722"/>
                  </a:cubicBezTo>
                  <a:lnTo>
                    <a:pt x="8278" y="2729"/>
                  </a:lnTo>
                  <a:cubicBezTo>
                    <a:pt x="8240" y="2783"/>
                    <a:pt x="8194" y="2844"/>
                    <a:pt x="8148" y="2912"/>
                  </a:cubicBezTo>
                  <a:cubicBezTo>
                    <a:pt x="8140" y="2912"/>
                    <a:pt x="8133" y="2920"/>
                    <a:pt x="8133" y="2927"/>
                  </a:cubicBezTo>
                  <a:lnTo>
                    <a:pt x="8087" y="3004"/>
                  </a:lnTo>
                  <a:cubicBezTo>
                    <a:pt x="7858" y="3339"/>
                    <a:pt x="7737" y="3712"/>
                    <a:pt x="7622" y="4078"/>
                  </a:cubicBezTo>
                  <a:lnTo>
                    <a:pt x="7592" y="4170"/>
                  </a:lnTo>
                  <a:cubicBezTo>
                    <a:pt x="7455" y="4604"/>
                    <a:pt x="7218" y="5008"/>
                    <a:pt x="6898" y="5336"/>
                  </a:cubicBezTo>
                  <a:cubicBezTo>
                    <a:pt x="6852" y="5381"/>
                    <a:pt x="6807" y="5427"/>
                    <a:pt x="6761" y="5481"/>
                  </a:cubicBezTo>
                  <a:cubicBezTo>
                    <a:pt x="6700" y="5549"/>
                    <a:pt x="6631" y="5618"/>
                    <a:pt x="6563" y="5686"/>
                  </a:cubicBezTo>
                  <a:lnTo>
                    <a:pt x="6555" y="5694"/>
                  </a:lnTo>
                  <a:cubicBezTo>
                    <a:pt x="6464" y="5785"/>
                    <a:pt x="6357" y="5862"/>
                    <a:pt x="6235" y="5923"/>
                  </a:cubicBezTo>
                  <a:cubicBezTo>
                    <a:pt x="6479" y="5770"/>
                    <a:pt x="6685" y="5580"/>
                    <a:pt x="6852" y="5359"/>
                  </a:cubicBezTo>
                  <a:cubicBezTo>
                    <a:pt x="7020" y="5138"/>
                    <a:pt x="7142" y="4886"/>
                    <a:pt x="7218" y="4619"/>
                  </a:cubicBezTo>
                  <a:cubicBezTo>
                    <a:pt x="7234" y="4574"/>
                    <a:pt x="7249" y="4513"/>
                    <a:pt x="7264" y="4444"/>
                  </a:cubicBezTo>
                  <a:cubicBezTo>
                    <a:pt x="7439" y="3773"/>
                    <a:pt x="7660" y="2943"/>
                    <a:pt x="8361" y="2516"/>
                  </a:cubicBezTo>
                  <a:close/>
                  <a:moveTo>
                    <a:pt x="8727" y="2394"/>
                  </a:moveTo>
                  <a:lnTo>
                    <a:pt x="8727" y="2394"/>
                  </a:lnTo>
                  <a:cubicBezTo>
                    <a:pt x="8392" y="2844"/>
                    <a:pt x="8331" y="3385"/>
                    <a:pt x="8270" y="3911"/>
                  </a:cubicBezTo>
                  <a:cubicBezTo>
                    <a:pt x="8232" y="4307"/>
                    <a:pt x="8186" y="4718"/>
                    <a:pt x="8019" y="5077"/>
                  </a:cubicBezTo>
                  <a:cubicBezTo>
                    <a:pt x="7797" y="5541"/>
                    <a:pt x="7256" y="5831"/>
                    <a:pt x="6410" y="5945"/>
                  </a:cubicBezTo>
                  <a:cubicBezTo>
                    <a:pt x="6563" y="5839"/>
                    <a:pt x="6692" y="5709"/>
                    <a:pt x="6814" y="5564"/>
                  </a:cubicBezTo>
                  <a:cubicBezTo>
                    <a:pt x="6845" y="5526"/>
                    <a:pt x="6868" y="5503"/>
                    <a:pt x="6898" y="5473"/>
                  </a:cubicBezTo>
                  <a:cubicBezTo>
                    <a:pt x="7188" y="5176"/>
                    <a:pt x="7424" y="4825"/>
                    <a:pt x="7592" y="4444"/>
                  </a:cubicBezTo>
                  <a:cubicBezTo>
                    <a:pt x="7660" y="4284"/>
                    <a:pt x="7714" y="4116"/>
                    <a:pt x="7767" y="3956"/>
                  </a:cubicBezTo>
                  <a:cubicBezTo>
                    <a:pt x="7843" y="3689"/>
                    <a:pt x="7942" y="3438"/>
                    <a:pt x="8072" y="3202"/>
                  </a:cubicBezTo>
                  <a:cubicBezTo>
                    <a:pt x="8240" y="2889"/>
                    <a:pt x="8461" y="2615"/>
                    <a:pt x="8727" y="2394"/>
                  </a:cubicBezTo>
                  <a:close/>
                  <a:moveTo>
                    <a:pt x="7759" y="3004"/>
                  </a:moveTo>
                  <a:cubicBezTo>
                    <a:pt x="7455" y="3430"/>
                    <a:pt x="7317" y="3964"/>
                    <a:pt x="7195" y="4429"/>
                  </a:cubicBezTo>
                  <a:lnTo>
                    <a:pt x="7150" y="4612"/>
                  </a:lnTo>
                  <a:cubicBezTo>
                    <a:pt x="6974" y="5206"/>
                    <a:pt x="6555" y="5709"/>
                    <a:pt x="5991" y="5984"/>
                  </a:cubicBezTo>
                  <a:cubicBezTo>
                    <a:pt x="5831" y="5991"/>
                    <a:pt x="5664" y="5999"/>
                    <a:pt x="5488" y="5999"/>
                  </a:cubicBezTo>
                  <a:cubicBezTo>
                    <a:pt x="5275" y="5999"/>
                    <a:pt x="5054" y="5991"/>
                    <a:pt x="4810" y="5976"/>
                  </a:cubicBezTo>
                  <a:cubicBezTo>
                    <a:pt x="5046" y="5930"/>
                    <a:pt x="5275" y="5862"/>
                    <a:pt x="5496" y="5778"/>
                  </a:cubicBezTo>
                  <a:cubicBezTo>
                    <a:pt x="5976" y="5610"/>
                    <a:pt x="6273" y="5389"/>
                    <a:pt x="6525" y="5046"/>
                  </a:cubicBezTo>
                  <a:cubicBezTo>
                    <a:pt x="6814" y="4619"/>
                    <a:pt x="7073" y="4177"/>
                    <a:pt x="7302" y="3712"/>
                  </a:cubicBezTo>
                  <a:cubicBezTo>
                    <a:pt x="7409" y="3461"/>
                    <a:pt x="7561" y="3225"/>
                    <a:pt x="7744" y="3019"/>
                  </a:cubicBezTo>
                  <a:lnTo>
                    <a:pt x="7759" y="3004"/>
                  </a:lnTo>
                  <a:close/>
                  <a:moveTo>
                    <a:pt x="7904" y="1"/>
                  </a:moveTo>
                  <a:cubicBezTo>
                    <a:pt x="7576" y="8"/>
                    <a:pt x="7256" y="46"/>
                    <a:pt x="6936" y="115"/>
                  </a:cubicBezTo>
                  <a:lnTo>
                    <a:pt x="6578" y="176"/>
                  </a:lnTo>
                  <a:lnTo>
                    <a:pt x="6776" y="260"/>
                  </a:lnTo>
                  <a:cubicBezTo>
                    <a:pt x="7462" y="549"/>
                    <a:pt x="7797" y="717"/>
                    <a:pt x="8186" y="1144"/>
                  </a:cubicBezTo>
                  <a:lnTo>
                    <a:pt x="8232" y="1197"/>
                  </a:lnTo>
                  <a:cubicBezTo>
                    <a:pt x="8483" y="1472"/>
                    <a:pt x="8819" y="1845"/>
                    <a:pt x="9268" y="1929"/>
                  </a:cubicBezTo>
                  <a:lnTo>
                    <a:pt x="9299" y="1937"/>
                  </a:lnTo>
                  <a:lnTo>
                    <a:pt x="9192" y="1967"/>
                  </a:lnTo>
                  <a:lnTo>
                    <a:pt x="9185" y="1967"/>
                  </a:lnTo>
                  <a:cubicBezTo>
                    <a:pt x="9177" y="1971"/>
                    <a:pt x="9171" y="1973"/>
                    <a:pt x="9166" y="1973"/>
                  </a:cubicBezTo>
                  <a:cubicBezTo>
                    <a:pt x="9160" y="1973"/>
                    <a:pt x="9154" y="1971"/>
                    <a:pt x="9146" y="1967"/>
                  </a:cubicBezTo>
                  <a:cubicBezTo>
                    <a:pt x="8659" y="1967"/>
                    <a:pt x="6769" y="717"/>
                    <a:pt x="6258" y="222"/>
                  </a:cubicBezTo>
                  <a:cubicBezTo>
                    <a:pt x="6174" y="161"/>
                    <a:pt x="6083" y="130"/>
                    <a:pt x="5984" y="123"/>
                  </a:cubicBezTo>
                  <a:lnTo>
                    <a:pt x="5938" y="123"/>
                  </a:lnTo>
                  <a:cubicBezTo>
                    <a:pt x="5374" y="275"/>
                    <a:pt x="4917" y="549"/>
                    <a:pt x="4482" y="809"/>
                  </a:cubicBezTo>
                  <a:cubicBezTo>
                    <a:pt x="4101" y="1037"/>
                    <a:pt x="3735" y="1251"/>
                    <a:pt x="3324" y="1380"/>
                  </a:cubicBezTo>
                  <a:lnTo>
                    <a:pt x="3171" y="1426"/>
                  </a:lnTo>
                  <a:lnTo>
                    <a:pt x="3308" y="1495"/>
                  </a:lnTo>
                  <a:cubicBezTo>
                    <a:pt x="3530" y="1594"/>
                    <a:pt x="3758" y="1670"/>
                    <a:pt x="3994" y="1738"/>
                  </a:cubicBezTo>
                  <a:cubicBezTo>
                    <a:pt x="4444" y="1868"/>
                    <a:pt x="4917" y="2005"/>
                    <a:pt x="5122" y="2318"/>
                  </a:cubicBezTo>
                  <a:cubicBezTo>
                    <a:pt x="4299" y="1883"/>
                    <a:pt x="3644" y="1677"/>
                    <a:pt x="3103" y="1677"/>
                  </a:cubicBezTo>
                  <a:cubicBezTo>
                    <a:pt x="3019" y="1677"/>
                    <a:pt x="2935" y="1685"/>
                    <a:pt x="2851" y="1693"/>
                  </a:cubicBezTo>
                  <a:lnTo>
                    <a:pt x="2836" y="1693"/>
                  </a:lnTo>
                  <a:cubicBezTo>
                    <a:pt x="2813" y="1700"/>
                    <a:pt x="953" y="2409"/>
                    <a:pt x="8" y="4261"/>
                  </a:cubicBezTo>
                  <a:cubicBezTo>
                    <a:pt x="1" y="4276"/>
                    <a:pt x="1" y="4284"/>
                    <a:pt x="1" y="4299"/>
                  </a:cubicBezTo>
                  <a:cubicBezTo>
                    <a:pt x="16" y="4429"/>
                    <a:pt x="443" y="4635"/>
                    <a:pt x="626" y="4726"/>
                  </a:cubicBezTo>
                  <a:cubicBezTo>
                    <a:pt x="1373" y="5061"/>
                    <a:pt x="2203" y="5267"/>
                    <a:pt x="2844" y="5267"/>
                  </a:cubicBezTo>
                  <a:cubicBezTo>
                    <a:pt x="3004" y="5267"/>
                    <a:pt x="3164" y="5260"/>
                    <a:pt x="3316" y="5229"/>
                  </a:cubicBezTo>
                  <a:lnTo>
                    <a:pt x="3316" y="5229"/>
                  </a:lnTo>
                  <a:cubicBezTo>
                    <a:pt x="3156" y="5359"/>
                    <a:pt x="2897" y="5488"/>
                    <a:pt x="2478" y="5648"/>
                  </a:cubicBezTo>
                  <a:lnTo>
                    <a:pt x="2211" y="5740"/>
                  </a:lnTo>
                  <a:lnTo>
                    <a:pt x="2501" y="5770"/>
                  </a:lnTo>
                  <a:cubicBezTo>
                    <a:pt x="2645" y="5778"/>
                    <a:pt x="2798" y="5785"/>
                    <a:pt x="2927" y="5785"/>
                  </a:cubicBezTo>
                  <a:cubicBezTo>
                    <a:pt x="4208" y="5785"/>
                    <a:pt x="4657" y="5168"/>
                    <a:pt x="5046" y="4627"/>
                  </a:cubicBezTo>
                  <a:lnTo>
                    <a:pt x="5054" y="4619"/>
                  </a:lnTo>
                  <a:cubicBezTo>
                    <a:pt x="5115" y="4535"/>
                    <a:pt x="5176" y="4452"/>
                    <a:pt x="5244" y="4368"/>
                  </a:cubicBezTo>
                  <a:lnTo>
                    <a:pt x="5244" y="4368"/>
                  </a:lnTo>
                  <a:cubicBezTo>
                    <a:pt x="5206" y="5046"/>
                    <a:pt x="4429" y="5572"/>
                    <a:pt x="3781" y="5900"/>
                  </a:cubicBezTo>
                  <a:lnTo>
                    <a:pt x="3758" y="5907"/>
                  </a:lnTo>
                  <a:lnTo>
                    <a:pt x="3834" y="6022"/>
                  </a:lnTo>
                  <a:lnTo>
                    <a:pt x="3865" y="6022"/>
                  </a:lnTo>
                  <a:cubicBezTo>
                    <a:pt x="3926" y="6022"/>
                    <a:pt x="4055" y="6029"/>
                    <a:pt x="4223" y="6045"/>
                  </a:cubicBezTo>
                  <a:cubicBezTo>
                    <a:pt x="4551" y="6067"/>
                    <a:pt x="5000" y="6105"/>
                    <a:pt x="5488" y="6105"/>
                  </a:cubicBezTo>
                  <a:cubicBezTo>
                    <a:pt x="6952" y="6105"/>
                    <a:pt x="7858" y="5770"/>
                    <a:pt x="8171" y="5099"/>
                  </a:cubicBezTo>
                  <a:cubicBezTo>
                    <a:pt x="8346" y="4726"/>
                    <a:pt x="8392" y="4307"/>
                    <a:pt x="8438" y="3895"/>
                  </a:cubicBezTo>
                  <a:cubicBezTo>
                    <a:pt x="8506" y="3316"/>
                    <a:pt x="8575" y="2714"/>
                    <a:pt x="9032" y="2257"/>
                  </a:cubicBezTo>
                  <a:lnTo>
                    <a:pt x="9436" y="2112"/>
                  </a:lnTo>
                  <a:lnTo>
                    <a:pt x="9436" y="2112"/>
                  </a:lnTo>
                  <a:cubicBezTo>
                    <a:pt x="9086" y="2508"/>
                    <a:pt x="9055" y="3042"/>
                    <a:pt x="9032" y="3552"/>
                  </a:cubicBezTo>
                  <a:lnTo>
                    <a:pt x="9032" y="3560"/>
                  </a:lnTo>
                  <a:cubicBezTo>
                    <a:pt x="9032" y="3644"/>
                    <a:pt x="9017" y="3712"/>
                    <a:pt x="9017" y="3789"/>
                  </a:cubicBezTo>
                  <a:cubicBezTo>
                    <a:pt x="8925" y="4604"/>
                    <a:pt x="8506" y="5343"/>
                    <a:pt x="7866" y="5854"/>
                  </a:cubicBezTo>
                  <a:lnTo>
                    <a:pt x="7668" y="6006"/>
                  </a:lnTo>
                  <a:lnTo>
                    <a:pt x="7668" y="6006"/>
                  </a:lnTo>
                  <a:lnTo>
                    <a:pt x="7935" y="5961"/>
                  </a:lnTo>
                  <a:cubicBezTo>
                    <a:pt x="9642" y="5671"/>
                    <a:pt x="9893" y="4711"/>
                    <a:pt x="10160" y="3705"/>
                  </a:cubicBezTo>
                  <a:lnTo>
                    <a:pt x="10168" y="3682"/>
                  </a:lnTo>
                  <a:cubicBezTo>
                    <a:pt x="10198" y="3560"/>
                    <a:pt x="10229" y="3430"/>
                    <a:pt x="10259" y="3301"/>
                  </a:cubicBezTo>
                  <a:cubicBezTo>
                    <a:pt x="10343" y="2920"/>
                    <a:pt x="10457" y="2539"/>
                    <a:pt x="10610" y="2180"/>
                  </a:cubicBezTo>
                  <a:cubicBezTo>
                    <a:pt x="10625" y="2142"/>
                    <a:pt x="10648" y="2104"/>
                    <a:pt x="10663" y="2066"/>
                  </a:cubicBezTo>
                  <a:lnTo>
                    <a:pt x="10671" y="2059"/>
                  </a:lnTo>
                  <a:cubicBezTo>
                    <a:pt x="10732" y="1937"/>
                    <a:pt x="10793" y="1815"/>
                    <a:pt x="10785" y="1723"/>
                  </a:cubicBezTo>
                  <a:cubicBezTo>
                    <a:pt x="10785" y="1716"/>
                    <a:pt x="10785" y="1708"/>
                    <a:pt x="10777" y="1700"/>
                  </a:cubicBezTo>
                  <a:cubicBezTo>
                    <a:pt x="10922" y="1655"/>
                    <a:pt x="11029" y="1624"/>
                    <a:pt x="11136" y="1601"/>
                  </a:cubicBezTo>
                  <a:cubicBezTo>
                    <a:pt x="11242" y="1578"/>
                    <a:pt x="11319" y="1556"/>
                    <a:pt x="11410" y="1533"/>
                  </a:cubicBezTo>
                  <a:lnTo>
                    <a:pt x="11410" y="1533"/>
                  </a:lnTo>
                  <a:cubicBezTo>
                    <a:pt x="11303" y="1594"/>
                    <a:pt x="11204" y="1662"/>
                    <a:pt x="11113" y="1746"/>
                  </a:cubicBezTo>
                  <a:cubicBezTo>
                    <a:pt x="10998" y="1838"/>
                    <a:pt x="10907" y="1959"/>
                    <a:pt x="10838" y="2089"/>
                  </a:cubicBezTo>
                  <a:cubicBezTo>
                    <a:pt x="10785" y="2219"/>
                    <a:pt x="10755" y="2356"/>
                    <a:pt x="10770" y="2501"/>
                  </a:cubicBezTo>
                  <a:cubicBezTo>
                    <a:pt x="10785" y="2638"/>
                    <a:pt x="10808" y="2775"/>
                    <a:pt x="10846" y="2912"/>
                  </a:cubicBezTo>
                  <a:cubicBezTo>
                    <a:pt x="10869" y="3026"/>
                    <a:pt x="10892" y="3133"/>
                    <a:pt x="10907" y="3247"/>
                  </a:cubicBezTo>
                  <a:cubicBezTo>
                    <a:pt x="10930" y="3369"/>
                    <a:pt x="10922" y="3499"/>
                    <a:pt x="10884" y="3613"/>
                  </a:cubicBezTo>
                  <a:cubicBezTo>
                    <a:pt x="10846" y="3743"/>
                    <a:pt x="10762" y="3850"/>
                    <a:pt x="10656" y="3933"/>
                  </a:cubicBezTo>
                  <a:lnTo>
                    <a:pt x="10678" y="3956"/>
                  </a:lnTo>
                  <a:cubicBezTo>
                    <a:pt x="10800" y="3880"/>
                    <a:pt x="10892" y="3766"/>
                    <a:pt x="10953" y="3629"/>
                  </a:cubicBezTo>
                  <a:cubicBezTo>
                    <a:pt x="10998" y="3507"/>
                    <a:pt x="11014" y="3377"/>
                    <a:pt x="11006" y="3240"/>
                  </a:cubicBezTo>
                  <a:cubicBezTo>
                    <a:pt x="10998" y="3126"/>
                    <a:pt x="10983" y="3004"/>
                    <a:pt x="10968" y="2889"/>
                  </a:cubicBezTo>
                  <a:cubicBezTo>
                    <a:pt x="10937" y="2760"/>
                    <a:pt x="10930" y="2623"/>
                    <a:pt x="10930" y="2493"/>
                  </a:cubicBezTo>
                  <a:cubicBezTo>
                    <a:pt x="10937" y="2371"/>
                    <a:pt x="10983" y="2257"/>
                    <a:pt x="11044" y="2158"/>
                  </a:cubicBezTo>
                  <a:cubicBezTo>
                    <a:pt x="11105" y="2043"/>
                    <a:pt x="11181" y="1937"/>
                    <a:pt x="11265" y="1845"/>
                  </a:cubicBezTo>
                  <a:cubicBezTo>
                    <a:pt x="11425" y="1670"/>
                    <a:pt x="11631" y="1533"/>
                    <a:pt x="11852" y="1449"/>
                  </a:cubicBezTo>
                  <a:lnTo>
                    <a:pt x="11905" y="1441"/>
                  </a:lnTo>
                  <a:lnTo>
                    <a:pt x="11905" y="1441"/>
                  </a:lnTo>
                  <a:cubicBezTo>
                    <a:pt x="11867" y="1464"/>
                    <a:pt x="11822" y="1487"/>
                    <a:pt x="11783" y="1510"/>
                  </a:cubicBezTo>
                  <a:cubicBezTo>
                    <a:pt x="11669" y="1578"/>
                    <a:pt x="11585" y="1677"/>
                    <a:pt x="11524" y="1799"/>
                  </a:cubicBezTo>
                  <a:cubicBezTo>
                    <a:pt x="11471" y="1906"/>
                    <a:pt x="11448" y="2020"/>
                    <a:pt x="11456" y="2135"/>
                  </a:cubicBezTo>
                  <a:cubicBezTo>
                    <a:pt x="11456" y="2257"/>
                    <a:pt x="11509" y="2371"/>
                    <a:pt x="11601" y="2455"/>
                  </a:cubicBezTo>
                  <a:cubicBezTo>
                    <a:pt x="11692" y="2546"/>
                    <a:pt x="11806" y="2615"/>
                    <a:pt x="11936" y="2645"/>
                  </a:cubicBezTo>
                  <a:cubicBezTo>
                    <a:pt x="12012" y="2668"/>
                    <a:pt x="12096" y="2683"/>
                    <a:pt x="12180" y="2683"/>
                  </a:cubicBezTo>
                  <a:cubicBezTo>
                    <a:pt x="12233" y="2683"/>
                    <a:pt x="12286" y="2676"/>
                    <a:pt x="12347" y="2661"/>
                  </a:cubicBezTo>
                  <a:cubicBezTo>
                    <a:pt x="12416" y="2645"/>
                    <a:pt x="12469" y="2592"/>
                    <a:pt x="12485" y="2523"/>
                  </a:cubicBezTo>
                  <a:cubicBezTo>
                    <a:pt x="12485" y="2462"/>
                    <a:pt x="12469" y="2409"/>
                    <a:pt x="12431" y="2363"/>
                  </a:cubicBezTo>
                  <a:lnTo>
                    <a:pt x="12393" y="2379"/>
                  </a:lnTo>
                  <a:cubicBezTo>
                    <a:pt x="12424" y="2424"/>
                    <a:pt x="12439" y="2470"/>
                    <a:pt x="12431" y="2516"/>
                  </a:cubicBezTo>
                  <a:cubicBezTo>
                    <a:pt x="12416" y="2562"/>
                    <a:pt x="12378" y="2600"/>
                    <a:pt x="12325" y="2607"/>
                  </a:cubicBezTo>
                  <a:cubicBezTo>
                    <a:pt x="12294" y="2615"/>
                    <a:pt x="12256" y="2623"/>
                    <a:pt x="12218" y="2623"/>
                  </a:cubicBezTo>
                  <a:cubicBezTo>
                    <a:pt x="12134" y="2615"/>
                    <a:pt x="12050" y="2600"/>
                    <a:pt x="11974" y="2569"/>
                  </a:cubicBezTo>
                  <a:cubicBezTo>
                    <a:pt x="11867" y="2539"/>
                    <a:pt x="11776" y="2478"/>
                    <a:pt x="11700" y="2394"/>
                  </a:cubicBezTo>
                  <a:cubicBezTo>
                    <a:pt x="11639" y="2325"/>
                    <a:pt x="11608" y="2234"/>
                    <a:pt x="11616" y="2142"/>
                  </a:cubicBezTo>
                  <a:cubicBezTo>
                    <a:pt x="11623" y="2043"/>
                    <a:pt x="11669" y="1952"/>
                    <a:pt x="11730" y="1876"/>
                  </a:cubicBezTo>
                  <a:cubicBezTo>
                    <a:pt x="11898" y="1647"/>
                    <a:pt x="12142" y="1472"/>
                    <a:pt x="12416" y="1388"/>
                  </a:cubicBezTo>
                  <a:lnTo>
                    <a:pt x="12462" y="1388"/>
                  </a:lnTo>
                  <a:cubicBezTo>
                    <a:pt x="12553" y="1380"/>
                    <a:pt x="12637" y="1380"/>
                    <a:pt x="12729" y="1380"/>
                  </a:cubicBezTo>
                  <a:cubicBezTo>
                    <a:pt x="12866" y="1380"/>
                    <a:pt x="12995" y="1388"/>
                    <a:pt x="13132" y="1403"/>
                  </a:cubicBezTo>
                  <a:cubicBezTo>
                    <a:pt x="13353" y="1426"/>
                    <a:pt x="13567" y="1472"/>
                    <a:pt x="13780" y="1533"/>
                  </a:cubicBezTo>
                  <a:lnTo>
                    <a:pt x="13796" y="1495"/>
                  </a:lnTo>
                  <a:lnTo>
                    <a:pt x="13796" y="1487"/>
                  </a:lnTo>
                  <a:cubicBezTo>
                    <a:pt x="13388" y="1327"/>
                    <a:pt x="12953" y="1250"/>
                    <a:pt x="12516" y="1250"/>
                  </a:cubicBezTo>
                  <a:cubicBezTo>
                    <a:pt x="12496" y="1250"/>
                    <a:pt x="12475" y="1250"/>
                    <a:pt x="12454" y="1251"/>
                  </a:cubicBezTo>
                  <a:cubicBezTo>
                    <a:pt x="12218" y="1251"/>
                    <a:pt x="11982" y="1266"/>
                    <a:pt x="11745" y="1304"/>
                  </a:cubicBezTo>
                  <a:lnTo>
                    <a:pt x="11662" y="1228"/>
                  </a:lnTo>
                  <a:cubicBezTo>
                    <a:pt x="11631" y="1197"/>
                    <a:pt x="11601" y="1167"/>
                    <a:pt x="11570" y="1136"/>
                  </a:cubicBezTo>
                  <a:cubicBezTo>
                    <a:pt x="11517" y="1075"/>
                    <a:pt x="11479" y="999"/>
                    <a:pt x="11448" y="923"/>
                  </a:cubicBezTo>
                  <a:cubicBezTo>
                    <a:pt x="11418" y="847"/>
                    <a:pt x="11402" y="771"/>
                    <a:pt x="11395" y="687"/>
                  </a:cubicBezTo>
                  <a:cubicBezTo>
                    <a:pt x="11387" y="610"/>
                    <a:pt x="11395" y="534"/>
                    <a:pt x="11433" y="458"/>
                  </a:cubicBezTo>
                  <a:cubicBezTo>
                    <a:pt x="11471" y="382"/>
                    <a:pt x="11532" y="321"/>
                    <a:pt x="11608" y="283"/>
                  </a:cubicBezTo>
                  <a:cubicBezTo>
                    <a:pt x="11654" y="252"/>
                    <a:pt x="11707" y="245"/>
                    <a:pt x="11761" y="245"/>
                  </a:cubicBezTo>
                  <a:cubicBezTo>
                    <a:pt x="11791" y="245"/>
                    <a:pt x="11829" y="252"/>
                    <a:pt x="11860" y="267"/>
                  </a:cubicBezTo>
                  <a:cubicBezTo>
                    <a:pt x="11936" y="298"/>
                    <a:pt x="11966" y="382"/>
                    <a:pt x="11944" y="458"/>
                  </a:cubicBezTo>
                  <a:cubicBezTo>
                    <a:pt x="11921" y="542"/>
                    <a:pt x="11875" y="618"/>
                    <a:pt x="11814" y="679"/>
                  </a:cubicBezTo>
                  <a:lnTo>
                    <a:pt x="11844" y="710"/>
                  </a:lnTo>
                  <a:cubicBezTo>
                    <a:pt x="11921" y="649"/>
                    <a:pt x="11982" y="565"/>
                    <a:pt x="12020" y="473"/>
                  </a:cubicBezTo>
                  <a:cubicBezTo>
                    <a:pt x="12065" y="367"/>
                    <a:pt x="12020" y="245"/>
                    <a:pt x="11928" y="191"/>
                  </a:cubicBezTo>
                  <a:cubicBezTo>
                    <a:pt x="11867" y="161"/>
                    <a:pt x="11806" y="146"/>
                    <a:pt x="11738" y="146"/>
                  </a:cubicBezTo>
                  <a:cubicBezTo>
                    <a:pt x="11677" y="146"/>
                    <a:pt x="11608" y="161"/>
                    <a:pt x="11547" y="184"/>
                  </a:cubicBezTo>
                  <a:cubicBezTo>
                    <a:pt x="11448" y="229"/>
                    <a:pt x="11357" y="306"/>
                    <a:pt x="11296" y="405"/>
                  </a:cubicBezTo>
                  <a:cubicBezTo>
                    <a:pt x="11242" y="489"/>
                    <a:pt x="11212" y="588"/>
                    <a:pt x="11212" y="687"/>
                  </a:cubicBezTo>
                  <a:cubicBezTo>
                    <a:pt x="11212" y="786"/>
                    <a:pt x="11227" y="877"/>
                    <a:pt x="11265" y="969"/>
                  </a:cubicBezTo>
                  <a:cubicBezTo>
                    <a:pt x="11303" y="1068"/>
                    <a:pt x="11364" y="1159"/>
                    <a:pt x="11441" y="1220"/>
                  </a:cubicBezTo>
                  <a:cubicBezTo>
                    <a:pt x="11486" y="1258"/>
                    <a:pt x="11540" y="1281"/>
                    <a:pt x="11593" y="1304"/>
                  </a:cubicBezTo>
                  <a:lnTo>
                    <a:pt x="11616" y="1319"/>
                  </a:lnTo>
                  <a:cubicBezTo>
                    <a:pt x="11486" y="1334"/>
                    <a:pt x="11349" y="1357"/>
                    <a:pt x="11212" y="1388"/>
                  </a:cubicBezTo>
                  <a:cubicBezTo>
                    <a:pt x="11044" y="1350"/>
                    <a:pt x="10892" y="1281"/>
                    <a:pt x="10747" y="1190"/>
                  </a:cubicBezTo>
                  <a:lnTo>
                    <a:pt x="10648" y="1113"/>
                  </a:lnTo>
                  <a:cubicBezTo>
                    <a:pt x="10511" y="1022"/>
                    <a:pt x="10381" y="923"/>
                    <a:pt x="10259" y="816"/>
                  </a:cubicBezTo>
                  <a:cubicBezTo>
                    <a:pt x="10213" y="771"/>
                    <a:pt x="10160" y="725"/>
                    <a:pt x="10114" y="679"/>
                  </a:cubicBezTo>
                  <a:cubicBezTo>
                    <a:pt x="10015" y="588"/>
                    <a:pt x="9909" y="481"/>
                    <a:pt x="9794" y="389"/>
                  </a:cubicBezTo>
                  <a:cubicBezTo>
                    <a:pt x="9710" y="321"/>
                    <a:pt x="9619" y="260"/>
                    <a:pt x="9520" y="207"/>
                  </a:cubicBezTo>
                  <a:cubicBezTo>
                    <a:pt x="9420" y="160"/>
                    <a:pt x="9314" y="137"/>
                    <a:pt x="9207" y="137"/>
                  </a:cubicBezTo>
                  <a:cubicBezTo>
                    <a:pt x="9192" y="137"/>
                    <a:pt x="9177" y="137"/>
                    <a:pt x="9162" y="138"/>
                  </a:cubicBezTo>
                  <a:lnTo>
                    <a:pt x="9162" y="176"/>
                  </a:lnTo>
                  <a:lnTo>
                    <a:pt x="9177" y="176"/>
                  </a:lnTo>
                  <a:cubicBezTo>
                    <a:pt x="9284" y="176"/>
                    <a:pt x="9390" y="207"/>
                    <a:pt x="9482" y="260"/>
                  </a:cubicBezTo>
                  <a:cubicBezTo>
                    <a:pt x="9566" y="313"/>
                    <a:pt x="9649" y="374"/>
                    <a:pt x="9726" y="450"/>
                  </a:cubicBezTo>
                  <a:cubicBezTo>
                    <a:pt x="9825" y="549"/>
                    <a:pt x="9916" y="656"/>
                    <a:pt x="10008" y="763"/>
                  </a:cubicBezTo>
                  <a:cubicBezTo>
                    <a:pt x="10053" y="809"/>
                    <a:pt x="10092" y="854"/>
                    <a:pt x="10130" y="900"/>
                  </a:cubicBezTo>
                  <a:lnTo>
                    <a:pt x="10198" y="969"/>
                  </a:lnTo>
                  <a:cubicBezTo>
                    <a:pt x="10305" y="1121"/>
                    <a:pt x="10450" y="1243"/>
                    <a:pt x="10610" y="1334"/>
                  </a:cubicBezTo>
                  <a:cubicBezTo>
                    <a:pt x="10709" y="1388"/>
                    <a:pt x="10823" y="1426"/>
                    <a:pt x="10930" y="1449"/>
                  </a:cubicBezTo>
                  <a:cubicBezTo>
                    <a:pt x="10739" y="1495"/>
                    <a:pt x="10549" y="1548"/>
                    <a:pt x="10358" y="1601"/>
                  </a:cubicBezTo>
                  <a:cubicBezTo>
                    <a:pt x="9710" y="1373"/>
                    <a:pt x="9345" y="938"/>
                    <a:pt x="9002" y="466"/>
                  </a:cubicBezTo>
                  <a:cubicBezTo>
                    <a:pt x="8765" y="153"/>
                    <a:pt x="8415" y="1"/>
                    <a:pt x="79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M Fell English SC"/>
              <a:buNone/>
              <a:defRPr sz="3500">
                <a:solidFill>
                  <a:schemeClr val="dk1"/>
                </a:solidFill>
                <a:latin typeface="IM Fell English SC"/>
                <a:ea typeface="IM Fell English SC"/>
                <a:cs typeface="IM Fell English SC"/>
                <a:sym typeface="IM Fell English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 Condensed"/>
              <a:buChar char="●"/>
              <a:defRPr sz="1800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○"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■"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●"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○"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■"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●"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○"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 Condensed"/>
              <a:buChar char="■"/>
              <a:defRPr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8" r:id="rId4"/>
    <p:sldLayoutId id="2147483659" r:id="rId5"/>
    <p:sldLayoutId id="2147483660" r:id="rId6"/>
    <p:sldLayoutId id="2147483670" r:id="rId7"/>
    <p:sldLayoutId id="2147483671" r:id="rId8"/>
    <p:sldLayoutId id="2147483673" r:id="rId9"/>
    <p:sldLayoutId id="2147483674" r:id="rId10"/>
    <p:sldLayoutId id="2147483675" r:id="rId11"/>
    <p:sldLayoutId id="2147483676" r:id="rId12"/>
  </p:sldLayoutIdLst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" name="Google Shape;4894;p34"/>
          <p:cNvSpPr txBox="1">
            <a:spLocks noGrp="1"/>
          </p:cNvSpPr>
          <p:nvPr>
            <p:ph type="ctrTitle"/>
          </p:nvPr>
        </p:nvSpPr>
        <p:spPr>
          <a:xfrm>
            <a:off x="1895400" y="1479300"/>
            <a:ext cx="5353200" cy="218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 dirty="0"/>
              <a:t>The </a:t>
            </a:r>
            <a:r>
              <a:rPr lang="fr-FR" sz="11500" dirty="0"/>
              <a:t>Enigma</a:t>
            </a:r>
            <a:r>
              <a:rPr lang="fr-FR" sz="8000" dirty="0"/>
              <a:t> Machine</a:t>
            </a:r>
            <a:endParaRPr sz="8000" dirty="0"/>
          </a:p>
        </p:txBody>
      </p:sp>
      <p:grpSp>
        <p:nvGrpSpPr>
          <p:cNvPr id="4912" name="Google Shape;4912;p34"/>
          <p:cNvGrpSpPr/>
          <p:nvPr/>
        </p:nvGrpSpPr>
        <p:grpSpPr>
          <a:xfrm>
            <a:off x="1156055" y="298750"/>
            <a:ext cx="6831890" cy="4546001"/>
            <a:chOff x="1156055" y="298750"/>
            <a:chExt cx="6831890" cy="4546001"/>
          </a:xfrm>
        </p:grpSpPr>
        <p:grpSp>
          <p:nvGrpSpPr>
            <p:cNvPr id="4913" name="Google Shape;4913;p34"/>
            <p:cNvGrpSpPr/>
            <p:nvPr/>
          </p:nvGrpSpPr>
          <p:grpSpPr>
            <a:xfrm>
              <a:off x="1156055" y="510392"/>
              <a:ext cx="198576" cy="4114917"/>
              <a:chOff x="9353514" y="751142"/>
              <a:chExt cx="198576" cy="4114917"/>
            </a:xfrm>
          </p:grpSpPr>
          <p:sp>
            <p:nvSpPr>
              <p:cNvPr id="4914" name="Google Shape;4914;p34"/>
              <p:cNvSpPr/>
              <p:nvPr/>
            </p:nvSpPr>
            <p:spPr>
              <a:xfrm>
                <a:off x="9416212" y="4771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34"/>
              <p:cNvSpPr/>
              <p:nvPr/>
            </p:nvSpPr>
            <p:spPr>
              <a:xfrm>
                <a:off x="9416212" y="4709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34"/>
              <p:cNvSpPr/>
              <p:nvPr/>
            </p:nvSpPr>
            <p:spPr>
              <a:xfrm>
                <a:off x="9416212" y="46360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34"/>
              <p:cNvSpPr/>
              <p:nvPr/>
            </p:nvSpPr>
            <p:spPr>
              <a:xfrm>
                <a:off x="9416212" y="45733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34"/>
              <p:cNvSpPr/>
              <p:nvPr/>
            </p:nvSpPr>
            <p:spPr>
              <a:xfrm>
                <a:off x="9416212" y="450015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34"/>
              <p:cNvSpPr/>
              <p:nvPr/>
            </p:nvSpPr>
            <p:spPr>
              <a:xfrm>
                <a:off x="9416212" y="44374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34"/>
              <p:cNvSpPr/>
              <p:nvPr/>
            </p:nvSpPr>
            <p:spPr>
              <a:xfrm>
                <a:off x="9416212" y="4364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34"/>
              <p:cNvSpPr/>
              <p:nvPr/>
            </p:nvSpPr>
            <p:spPr>
              <a:xfrm>
                <a:off x="9416212" y="4301581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34"/>
              <p:cNvSpPr/>
              <p:nvPr/>
            </p:nvSpPr>
            <p:spPr>
              <a:xfrm>
                <a:off x="9416212" y="422849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34"/>
              <p:cNvSpPr/>
              <p:nvPr/>
            </p:nvSpPr>
            <p:spPr>
              <a:xfrm>
                <a:off x="9416212" y="416580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34"/>
              <p:cNvSpPr/>
              <p:nvPr/>
            </p:nvSpPr>
            <p:spPr>
              <a:xfrm>
                <a:off x="9416212" y="409262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34"/>
              <p:cNvSpPr/>
              <p:nvPr/>
            </p:nvSpPr>
            <p:spPr>
              <a:xfrm>
                <a:off x="9416212" y="402992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34"/>
              <p:cNvSpPr/>
              <p:nvPr/>
            </p:nvSpPr>
            <p:spPr>
              <a:xfrm>
                <a:off x="9416212" y="395674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0" y="1"/>
                    </a:moveTo>
                    <a:lnTo>
                      <a:pt x="740" y="635"/>
                    </a:lnTo>
                    <a:lnTo>
                      <a:pt x="740" y="529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34"/>
              <p:cNvSpPr/>
              <p:nvPr/>
            </p:nvSpPr>
            <p:spPr>
              <a:xfrm>
                <a:off x="9416212" y="389404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34"/>
              <p:cNvSpPr/>
              <p:nvPr/>
            </p:nvSpPr>
            <p:spPr>
              <a:xfrm>
                <a:off x="9416212" y="382096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34"/>
              <p:cNvSpPr/>
              <p:nvPr/>
            </p:nvSpPr>
            <p:spPr>
              <a:xfrm>
                <a:off x="9416212" y="375816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4930;p34"/>
              <p:cNvSpPr/>
              <p:nvPr/>
            </p:nvSpPr>
            <p:spPr>
              <a:xfrm>
                <a:off x="9416212" y="369546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0" y="1"/>
                    </a:moveTo>
                    <a:lnTo>
                      <a:pt x="740" y="635"/>
                    </a:lnTo>
                    <a:lnTo>
                      <a:pt x="740" y="529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34"/>
              <p:cNvSpPr/>
              <p:nvPr/>
            </p:nvSpPr>
            <p:spPr>
              <a:xfrm>
                <a:off x="9416212" y="362238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34"/>
              <p:cNvSpPr/>
              <p:nvPr/>
            </p:nvSpPr>
            <p:spPr>
              <a:xfrm>
                <a:off x="9416212" y="354920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34"/>
              <p:cNvSpPr/>
              <p:nvPr/>
            </p:nvSpPr>
            <p:spPr>
              <a:xfrm>
                <a:off x="9416212" y="3486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34"/>
              <p:cNvSpPr/>
              <p:nvPr/>
            </p:nvSpPr>
            <p:spPr>
              <a:xfrm>
                <a:off x="9416212" y="34133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34"/>
              <p:cNvSpPr/>
              <p:nvPr/>
            </p:nvSpPr>
            <p:spPr>
              <a:xfrm>
                <a:off x="9416212" y="335063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34"/>
              <p:cNvSpPr/>
              <p:nvPr/>
            </p:nvSpPr>
            <p:spPr>
              <a:xfrm>
                <a:off x="9416212" y="327754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34"/>
              <p:cNvSpPr/>
              <p:nvPr/>
            </p:nvSpPr>
            <p:spPr>
              <a:xfrm>
                <a:off x="9416212" y="321475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34"/>
              <p:cNvSpPr/>
              <p:nvPr/>
            </p:nvSpPr>
            <p:spPr>
              <a:xfrm>
                <a:off x="9416212" y="3141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34"/>
              <p:cNvSpPr/>
              <p:nvPr/>
            </p:nvSpPr>
            <p:spPr>
              <a:xfrm>
                <a:off x="9416212" y="3078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34"/>
              <p:cNvSpPr/>
              <p:nvPr/>
            </p:nvSpPr>
            <p:spPr>
              <a:xfrm>
                <a:off x="9416212" y="300579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34"/>
              <p:cNvSpPr/>
              <p:nvPr/>
            </p:nvSpPr>
            <p:spPr>
              <a:xfrm>
                <a:off x="9416212" y="2943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34"/>
              <p:cNvSpPr/>
              <p:nvPr/>
            </p:nvSpPr>
            <p:spPr>
              <a:xfrm>
                <a:off x="9416212" y="2869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34"/>
              <p:cNvSpPr/>
              <p:nvPr/>
            </p:nvSpPr>
            <p:spPr>
              <a:xfrm>
                <a:off x="9416212" y="2807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34"/>
              <p:cNvSpPr/>
              <p:nvPr/>
            </p:nvSpPr>
            <p:spPr>
              <a:xfrm>
                <a:off x="9416212" y="2734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34"/>
              <p:cNvSpPr/>
              <p:nvPr/>
            </p:nvSpPr>
            <p:spPr>
              <a:xfrm>
                <a:off x="9416212" y="267133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34"/>
              <p:cNvSpPr/>
              <p:nvPr/>
            </p:nvSpPr>
            <p:spPr>
              <a:xfrm>
                <a:off x="9416212" y="259825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34"/>
              <p:cNvSpPr/>
              <p:nvPr/>
            </p:nvSpPr>
            <p:spPr>
              <a:xfrm>
                <a:off x="9416212" y="25355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34"/>
              <p:cNvSpPr/>
              <p:nvPr/>
            </p:nvSpPr>
            <p:spPr>
              <a:xfrm>
                <a:off x="9416212" y="2462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34"/>
              <p:cNvSpPr/>
              <p:nvPr/>
            </p:nvSpPr>
            <p:spPr>
              <a:xfrm>
                <a:off x="9416212" y="239968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34"/>
              <p:cNvSpPr/>
              <p:nvPr/>
            </p:nvSpPr>
            <p:spPr>
              <a:xfrm>
                <a:off x="9416212" y="232650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34"/>
              <p:cNvSpPr/>
              <p:nvPr/>
            </p:nvSpPr>
            <p:spPr>
              <a:xfrm>
                <a:off x="9416212" y="226380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34"/>
              <p:cNvSpPr/>
              <p:nvPr/>
            </p:nvSpPr>
            <p:spPr>
              <a:xfrm>
                <a:off x="9416212" y="219062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34"/>
              <p:cNvSpPr/>
              <p:nvPr/>
            </p:nvSpPr>
            <p:spPr>
              <a:xfrm>
                <a:off x="9416212" y="212792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740" y="635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34"/>
              <p:cNvSpPr/>
              <p:nvPr/>
            </p:nvSpPr>
            <p:spPr>
              <a:xfrm>
                <a:off x="9416212" y="206522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34"/>
              <p:cNvSpPr/>
              <p:nvPr/>
            </p:nvSpPr>
            <p:spPr>
              <a:xfrm>
                <a:off x="9416212" y="199214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34"/>
              <p:cNvSpPr/>
              <p:nvPr/>
            </p:nvSpPr>
            <p:spPr>
              <a:xfrm>
                <a:off x="9416212" y="191896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34"/>
              <p:cNvSpPr/>
              <p:nvPr/>
            </p:nvSpPr>
            <p:spPr>
              <a:xfrm>
                <a:off x="9416212" y="185626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34"/>
              <p:cNvSpPr/>
              <p:nvPr/>
            </p:nvSpPr>
            <p:spPr>
              <a:xfrm>
                <a:off x="9416212" y="178308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34"/>
              <p:cNvSpPr/>
              <p:nvPr/>
            </p:nvSpPr>
            <p:spPr>
              <a:xfrm>
                <a:off x="9416212" y="172038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34"/>
              <p:cNvSpPr/>
              <p:nvPr/>
            </p:nvSpPr>
            <p:spPr>
              <a:xfrm>
                <a:off x="9416212" y="164720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34"/>
              <p:cNvSpPr/>
              <p:nvPr/>
            </p:nvSpPr>
            <p:spPr>
              <a:xfrm>
                <a:off x="9416212" y="1584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34"/>
              <p:cNvSpPr/>
              <p:nvPr/>
            </p:nvSpPr>
            <p:spPr>
              <a:xfrm>
                <a:off x="9416212" y="15114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34"/>
              <p:cNvSpPr/>
              <p:nvPr/>
            </p:nvSpPr>
            <p:spPr>
              <a:xfrm>
                <a:off x="9416212" y="144873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34"/>
              <p:cNvSpPr/>
              <p:nvPr/>
            </p:nvSpPr>
            <p:spPr>
              <a:xfrm>
                <a:off x="9416212" y="137555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34"/>
              <p:cNvSpPr/>
              <p:nvPr/>
            </p:nvSpPr>
            <p:spPr>
              <a:xfrm>
                <a:off x="9416212" y="131285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34"/>
              <p:cNvSpPr/>
              <p:nvPr/>
            </p:nvSpPr>
            <p:spPr>
              <a:xfrm>
                <a:off x="9416212" y="1239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34"/>
              <p:cNvSpPr/>
              <p:nvPr/>
            </p:nvSpPr>
            <p:spPr>
              <a:xfrm>
                <a:off x="9416212" y="1176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34"/>
              <p:cNvSpPr/>
              <p:nvPr/>
            </p:nvSpPr>
            <p:spPr>
              <a:xfrm>
                <a:off x="9416212" y="1103793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34"/>
              <p:cNvSpPr/>
              <p:nvPr/>
            </p:nvSpPr>
            <p:spPr>
              <a:xfrm>
                <a:off x="9416212" y="1041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4970;p34"/>
              <p:cNvSpPr/>
              <p:nvPr/>
            </p:nvSpPr>
            <p:spPr>
              <a:xfrm>
                <a:off x="9416212" y="9680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4971;p34"/>
              <p:cNvSpPr/>
              <p:nvPr/>
            </p:nvSpPr>
            <p:spPr>
              <a:xfrm>
                <a:off x="9416212" y="9053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34"/>
              <p:cNvSpPr/>
              <p:nvPr/>
            </p:nvSpPr>
            <p:spPr>
              <a:xfrm>
                <a:off x="9416212" y="832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34"/>
              <p:cNvSpPr/>
              <p:nvPr/>
            </p:nvSpPr>
            <p:spPr>
              <a:xfrm>
                <a:off x="9416212" y="7694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4974;p34"/>
              <p:cNvSpPr/>
              <p:nvPr/>
            </p:nvSpPr>
            <p:spPr>
              <a:xfrm>
                <a:off x="9353514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0" y="27"/>
                      <a:pt x="0" y="80"/>
                    </a:cubicBezTo>
                    <a:lnTo>
                      <a:pt x="0" y="41504"/>
                    </a:lnTo>
                    <a:cubicBezTo>
                      <a:pt x="0" y="41504"/>
                      <a:pt x="0" y="41609"/>
                      <a:pt x="106" y="41609"/>
                    </a:cubicBezTo>
                    <a:cubicBezTo>
                      <a:pt x="211" y="41609"/>
                      <a:pt x="211" y="41609"/>
                      <a:pt x="211" y="41504"/>
                    </a:cubicBezTo>
                    <a:lnTo>
                      <a:pt x="211" y="80"/>
                    </a:lnTo>
                    <a:cubicBezTo>
                      <a:pt x="211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34"/>
              <p:cNvSpPr/>
              <p:nvPr/>
            </p:nvSpPr>
            <p:spPr>
              <a:xfrm>
                <a:off x="9531125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1" y="27"/>
                      <a:pt x="1" y="80"/>
                    </a:cubicBezTo>
                    <a:lnTo>
                      <a:pt x="1" y="41504"/>
                    </a:lnTo>
                    <a:cubicBezTo>
                      <a:pt x="1" y="41504"/>
                      <a:pt x="1" y="41609"/>
                      <a:pt x="106" y="41609"/>
                    </a:cubicBezTo>
                    <a:cubicBezTo>
                      <a:pt x="212" y="41609"/>
                      <a:pt x="212" y="41609"/>
                      <a:pt x="212" y="41504"/>
                    </a:cubicBezTo>
                    <a:lnTo>
                      <a:pt x="212" y="80"/>
                    </a:lnTo>
                    <a:cubicBezTo>
                      <a:pt x="212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76" name="Google Shape;4976;p34"/>
            <p:cNvGrpSpPr/>
            <p:nvPr/>
          </p:nvGrpSpPr>
          <p:grpSpPr>
            <a:xfrm>
              <a:off x="1354426" y="4646076"/>
              <a:ext cx="6435094" cy="198675"/>
              <a:chOff x="9562474" y="4886827"/>
              <a:chExt cx="4127971" cy="198675"/>
            </a:xfrm>
          </p:grpSpPr>
          <p:sp>
            <p:nvSpPr>
              <p:cNvPr id="4977" name="Google Shape;4977;p34"/>
              <p:cNvSpPr/>
              <p:nvPr/>
            </p:nvSpPr>
            <p:spPr>
              <a:xfrm>
                <a:off x="9583340" y="5025086"/>
                <a:ext cx="4086238" cy="10581"/>
              </a:xfrm>
              <a:custGeom>
                <a:avLst/>
                <a:gdLst/>
                <a:ahLst/>
                <a:cxnLst/>
                <a:rect l="l" t="t" r="r" b="b"/>
                <a:pathLst>
                  <a:path w="41320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41319" y="106"/>
                    </a:lnTo>
                    <a:lnTo>
                      <a:pt x="4131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34"/>
              <p:cNvSpPr/>
              <p:nvPr/>
            </p:nvSpPr>
            <p:spPr>
              <a:xfrm>
                <a:off x="960430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34"/>
              <p:cNvSpPr/>
              <p:nvPr/>
            </p:nvSpPr>
            <p:spPr>
              <a:xfrm>
                <a:off x="967738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34"/>
              <p:cNvSpPr/>
              <p:nvPr/>
            </p:nvSpPr>
            <p:spPr>
              <a:xfrm>
                <a:off x="9740085" y="4949525"/>
                <a:ext cx="62896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34"/>
              <p:cNvSpPr/>
              <p:nvPr/>
            </p:nvSpPr>
            <p:spPr>
              <a:xfrm>
                <a:off x="980288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34"/>
              <p:cNvSpPr/>
              <p:nvPr/>
            </p:nvSpPr>
            <p:spPr>
              <a:xfrm>
                <a:off x="987596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34"/>
              <p:cNvSpPr/>
              <p:nvPr/>
            </p:nvSpPr>
            <p:spPr>
              <a:xfrm>
                <a:off x="993866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34"/>
              <p:cNvSpPr/>
              <p:nvPr/>
            </p:nvSpPr>
            <p:spPr>
              <a:xfrm>
                <a:off x="1001184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4985;p34"/>
              <p:cNvSpPr/>
              <p:nvPr/>
            </p:nvSpPr>
            <p:spPr>
              <a:xfrm>
                <a:off x="1007453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34"/>
              <p:cNvSpPr/>
              <p:nvPr/>
            </p:nvSpPr>
            <p:spPr>
              <a:xfrm>
                <a:off x="1014772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34"/>
              <p:cNvSpPr/>
              <p:nvPr/>
            </p:nvSpPr>
            <p:spPr>
              <a:xfrm>
                <a:off x="1021041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34"/>
              <p:cNvSpPr/>
              <p:nvPr/>
            </p:nvSpPr>
            <p:spPr>
              <a:xfrm>
                <a:off x="10283499" y="4949525"/>
                <a:ext cx="62896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34"/>
              <p:cNvSpPr/>
              <p:nvPr/>
            </p:nvSpPr>
            <p:spPr>
              <a:xfrm>
                <a:off x="1034629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34"/>
              <p:cNvSpPr/>
              <p:nvPr/>
            </p:nvSpPr>
            <p:spPr>
              <a:xfrm>
                <a:off x="1041937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34"/>
              <p:cNvSpPr/>
              <p:nvPr/>
            </p:nvSpPr>
            <p:spPr>
              <a:xfrm>
                <a:off x="1048207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34"/>
              <p:cNvSpPr/>
              <p:nvPr/>
            </p:nvSpPr>
            <p:spPr>
              <a:xfrm>
                <a:off x="1055525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34"/>
              <p:cNvSpPr/>
              <p:nvPr/>
            </p:nvSpPr>
            <p:spPr>
              <a:xfrm>
                <a:off x="1061795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34"/>
              <p:cNvSpPr/>
              <p:nvPr/>
            </p:nvSpPr>
            <p:spPr>
              <a:xfrm>
                <a:off x="1069113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34"/>
              <p:cNvSpPr/>
              <p:nvPr/>
            </p:nvSpPr>
            <p:spPr>
              <a:xfrm>
                <a:off x="1075383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34"/>
              <p:cNvSpPr/>
              <p:nvPr/>
            </p:nvSpPr>
            <p:spPr>
              <a:xfrm>
                <a:off x="10826913" y="4949525"/>
                <a:ext cx="62896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34"/>
              <p:cNvSpPr/>
              <p:nvPr/>
            </p:nvSpPr>
            <p:spPr>
              <a:xfrm>
                <a:off x="1088971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34"/>
              <p:cNvSpPr/>
              <p:nvPr/>
            </p:nvSpPr>
            <p:spPr>
              <a:xfrm>
                <a:off x="1096279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34"/>
              <p:cNvSpPr/>
              <p:nvPr/>
            </p:nvSpPr>
            <p:spPr>
              <a:xfrm>
                <a:off x="1102548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34"/>
              <p:cNvSpPr/>
              <p:nvPr/>
            </p:nvSpPr>
            <p:spPr>
              <a:xfrm>
                <a:off x="1109867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34"/>
              <p:cNvSpPr/>
              <p:nvPr/>
            </p:nvSpPr>
            <p:spPr>
              <a:xfrm>
                <a:off x="11161368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34"/>
              <p:cNvSpPr/>
              <p:nvPr/>
            </p:nvSpPr>
            <p:spPr>
              <a:xfrm>
                <a:off x="11234548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34"/>
              <p:cNvSpPr/>
              <p:nvPr/>
            </p:nvSpPr>
            <p:spPr>
              <a:xfrm>
                <a:off x="1129724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34"/>
              <p:cNvSpPr/>
              <p:nvPr/>
            </p:nvSpPr>
            <p:spPr>
              <a:xfrm>
                <a:off x="11370327" y="4949525"/>
                <a:ext cx="62896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34"/>
              <p:cNvSpPr/>
              <p:nvPr/>
            </p:nvSpPr>
            <p:spPr>
              <a:xfrm>
                <a:off x="1143312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34"/>
              <p:cNvSpPr/>
              <p:nvPr/>
            </p:nvSpPr>
            <p:spPr>
              <a:xfrm>
                <a:off x="1150620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34"/>
              <p:cNvSpPr/>
              <p:nvPr/>
            </p:nvSpPr>
            <p:spPr>
              <a:xfrm>
                <a:off x="1156890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34"/>
              <p:cNvSpPr/>
              <p:nvPr/>
            </p:nvSpPr>
            <p:spPr>
              <a:xfrm>
                <a:off x="1164208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34"/>
              <p:cNvSpPr/>
              <p:nvPr/>
            </p:nvSpPr>
            <p:spPr>
              <a:xfrm>
                <a:off x="1170478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34"/>
              <p:cNvSpPr/>
              <p:nvPr/>
            </p:nvSpPr>
            <p:spPr>
              <a:xfrm>
                <a:off x="1177796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34"/>
              <p:cNvSpPr/>
              <p:nvPr/>
            </p:nvSpPr>
            <p:spPr>
              <a:xfrm>
                <a:off x="1184066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34"/>
              <p:cNvSpPr/>
              <p:nvPr/>
            </p:nvSpPr>
            <p:spPr>
              <a:xfrm>
                <a:off x="1191374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34"/>
              <p:cNvSpPr/>
              <p:nvPr/>
            </p:nvSpPr>
            <p:spPr>
              <a:xfrm>
                <a:off x="1197653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4" name="Google Shape;5014;p34"/>
              <p:cNvSpPr/>
              <p:nvPr/>
            </p:nvSpPr>
            <p:spPr>
              <a:xfrm>
                <a:off x="1204962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5" name="Google Shape;5015;p34"/>
              <p:cNvSpPr/>
              <p:nvPr/>
            </p:nvSpPr>
            <p:spPr>
              <a:xfrm>
                <a:off x="12112318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34"/>
              <p:cNvSpPr/>
              <p:nvPr/>
            </p:nvSpPr>
            <p:spPr>
              <a:xfrm>
                <a:off x="12185498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7" name="Google Shape;5017;p34"/>
              <p:cNvSpPr/>
              <p:nvPr/>
            </p:nvSpPr>
            <p:spPr>
              <a:xfrm>
                <a:off x="1224819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8" name="Google Shape;5018;p34"/>
              <p:cNvSpPr/>
              <p:nvPr/>
            </p:nvSpPr>
            <p:spPr>
              <a:xfrm>
                <a:off x="1232137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9" name="Google Shape;5019;p34"/>
              <p:cNvSpPr/>
              <p:nvPr/>
            </p:nvSpPr>
            <p:spPr>
              <a:xfrm>
                <a:off x="1238407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0" name="Google Shape;5020;p34"/>
              <p:cNvSpPr/>
              <p:nvPr/>
            </p:nvSpPr>
            <p:spPr>
              <a:xfrm>
                <a:off x="1245715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1" name="Google Shape;5021;p34"/>
              <p:cNvSpPr/>
              <p:nvPr/>
            </p:nvSpPr>
            <p:spPr>
              <a:xfrm>
                <a:off x="1251995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2" name="Google Shape;5022;p34"/>
              <p:cNvSpPr/>
              <p:nvPr/>
            </p:nvSpPr>
            <p:spPr>
              <a:xfrm>
                <a:off x="1259303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3" name="Google Shape;5023;p34"/>
              <p:cNvSpPr/>
              <p:nvPr/>
            </p:nvSpPr>
            <p:spPr>
              <a:xfrm>
                <a:off x="1265573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4" name="Google Shape;5024;p34"/>
              <p:cNvSpPr/>
              <p:nvPr/>
            </p:nvSpPr>
            <p:spPr>
              <a:xfrm>
                <a:off x="1272891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5" name="Google Shape;5025;p34"/>
              <p:cNvSpPr/>
              <p:nvPr/>
            </p:nvSpPr>
            <p:spPr>
              <a:xfrm>
                <a:off x="1279161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6" name="Google Shape;5026;p34"/>
              <p:cNvSpPr/>
              <p:nvPr/>
            </p:nvSpPr>
            <p:spPr>
              <a:xfrm>
                <a:off x="1286479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34"/>
              <p:cNvSpPr/>
              <p:nvPr/>
            </p:nvSpPr>
            <p:spPr>
              <a:xfrm>
                <a:off x="1292748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34"/>
              <p:cNvSpPr/>
              <p:nvPr/>
            </p:nvSpPr>
            <p:spPr>
              <a:xfrm>
                <a:off x="1300057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9" name="Google Shape;5029;p34"/>
              <p:cNvSpPr/>
              <p:nvPr/>
            </p:nvSpPr>
            <p:spPr>
              <a:xfrm>
                <a:off x="13073751" y="4949525"/>
                <a:ext cx="52413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530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529" y="1"/>
                    </a:lnTo>
                    <a:lnTo>
                      <a:pt x="52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0" name="Google Shape;5030;p34"/>
              <p:cNvSpPr/>
              <p:nvPr/>
            </p:nvSpPr>
            <p:spPr>
              <a:xfrm>
                <a:off x="1313644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34"/>
              <p:cNvSpPr/>
              <p:nvPr/>
            </p:nvSpPr>
            <p:spPr>
              <a:xfrm>
                <a:off x="1319914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2" name="Google Shape;5032;p34"/>
              <p:cNvSpPr/>
              <p:nvPr/>
            </p:nvSpPr>
            <p:spPr>
              <a:xfrm>
                <a:off x="1327232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3" name="Google Shape;5033;p34"/>
              <p:cNvSpPr/>
              <p:nvPr/>
            </p:nvSpPr>
            <p:spPr>
              <a:xfrm>
                <a:off x="1333502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4" name="Google Shape;5034;p34"/>
              <p:cNvSpPr/>
              <p:nvPr/>
            </p:nvSpPr>
            <p:spPr>
              <a:xfrm>
                <a:off x="1340820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5" name="Google Shape;5035;p34"/>
              <p:cNvSpPr/>
              <p:nvPr/>
            </p:nvSpPr>
            <p:spPr>
              <a:xfrm>
                <a:off x="1347090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6" name="Google Shape;5036;p34"/>
              <p:cNvSpPr/>
              <p:nvPr/>
            </p:nvSpPr>
            <p:spPr>
              <a:xfrm>
                <a:off x="1354398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7" name="Google Shape;5037;p34"/>
              <p:cNvSpPr/>
              <p:nvPr/>
            </p:nvSpPr>
            <p:spPr>
              <a:xfrm>
                <a:off x="1360678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8" name="Google Shape;5038;p34"/>
              <p:cNvSpPr/>
              <p:nvPr/>
            </p:nvSpPr>
            <p:spPr>
              <a:xfrm>
                <a:off x="9562474" y="4886827"/>
                <a:ext cx="4127971" cy="31448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318" extrusionOk="0">
                    <a:moveTo>
                      <a:pt x="212" y="1"/>
                    </a:moveTo>
                    <a:cubicBezTo>
                      <a:pt x="1" y="1"/>
                      <a:pt x="1" y="318"/>
                      <a:pt x="212" y="318"/>
                    </a:cubicBezTo>
                    <a:lnTo>
                      <a:pt x="41530" y="318"/>
                    </a:lnTo>
                    <a:cubicBezTo>
                      <a:pt x="41741" y="318"/>
                      <a:pt x="41741" y="1"/>
                      <a:pt x="415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9" name="Google Shape;5039;p34"/>
              <p:cNvSpPr/>
              <p:nvPr/>
            </p:nvSpPr>
            <p:spPr>
              <a:xfrm>
                <a:off x="9562474" y="5064537"/>
                <a:ext cx="4127971" cy="20965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212" extrusionOk="0">
                    <a:moveTo>
                      <a:pt x="212" y="0"/>
                    </a:moveTo>
                    <a:cubicBezTo>
                      <a:pt x="1" y="0"/>
                      <a:pt x="1" y="211"/>
                      <a:pt x="212" y="211"/>
                    </a:cubicBezTo>
                    <a:lnTo>
                      <a:pt x="41530" y="211"/>
                    </a:lnTo>
                    <a:cubicBezTo>
                      <a:pt x="41741" y="211"/>
                      <a:pt x="41741" y="0"/>
                      <a:pt x="415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40" name="Google Shape;5040;p34"/>
            <p:cNvSpPr/>
            <p:nvPr/>
          </p:nvSpPr>
          <p:spPr>
            <a:xfrm>
              <a:off x="7847119" y="4708775"/>
              <a:ext cx="99090" cy="104628"/>
            </a:xfrm>
            <a:custGeom>
              <a:avLst/>
              <a:gdLst/>
              <a:ahLst/>
              <a:cxnLst/>
              <a:rect l="l" t="t" r="r" b="b"/>
              <a:pathLst>
                <a:path w="1002" h="1058" extrusionOk="0">
                  <a:moveTo>
                    <a:pt x="473" y="1"/>
                  </a:moveTo>
                  <a:cubicBezTo>
                    <a:pt x="168" y="1"/>
                    <a:pt x="229" y="220"/>
                    <a:pt x="375" y="390"/>
                  </a:cubicBezTo>
                  <a:lnTo>
                    <a:pt x="375" y="390"/>
                  </a:lnTo>
                  <a:cubicBezTo>
                    <a:pt x="479" y="274"/>
                    <a:pt x="603" y="178"/>
                    <a:pt x="714" y="138"/>
                  </a:cubicBezTo>
                  <a:lnTo>
                    <a:pt x="714" y="138"/>
                  </a:lnTo>
                  <a:cubicBezTo>
                    <a:pt x="661" y="56"/>
                    <a:pt x="581" y="1"/>
                    <a:pt x="473" y="1"/>
                  </a:cubicBezTo>
                  <a:close/>
                  <a:moveTo>
                    <a:pt x="813" y="120"/>
                  </a:moveTo>
                  <a:cubicBezTo>
                    <a:pt x="782" y="120"/>
                    <a:pt x="749" y="126"/>
                    <a:pt x="714" y="138"/>
                  </a:cubicBezTo>
                  <a:lnTo>
                    <a:pt x="714" y="138"/>
                  </a:lnTo>
                  <a:cubicBezTo>
                    <a:pt x="765" y="217"/>
                    <a:pt x="790" y="320"/>
                    <a:pt x="790" y="423"/>
                  </a:cubicBezTo>
                  <a:cubicBezTo>
                    <a:pt x="790" y="538"/>
                    <a:pt x="745" y="583"/>
                    <a:pt x="681" y="583"/>
                  </a:cubicBezTo>
                  <a:cubicBezTo>
                    <a:pt x="592" y="583"/>
                    <a:pt x="467" y="496"/>
                    <a:pt x="375" y="390"/>
                  </a:cubicBezTo>
                  <a:lnTo>
                    <a:pt x="375" y="390"/>
                  </a:lnTo>
                  <a:cubicBezTo>
                    <a:pt x="128" y="667"/>
                    <a:pt x="1" y="1057"/>
                    <a:pt x="473" y="1057"/>
                  </a:cubicBezTo>
                  <a:cubicBezTo>
                    <a:pt x="790" y="1057"/>
                    <a:pt x="1001" y="740"/>
                    <a:pt x="1001" y="423"/>
                  </a:cubicBezTo>
                  <a:cubicBezTo>
                    <a:pt x="1001" y="204"/>
                    <a:pt x="922" y="120"/>
                    <a:pt x="813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34"/>
            <p:cNvSpPr/>
            <p:nvPr/>
          </p:nvSpPr>
          <p:spPr>
            <a:xfrm>
              <a:off x="1208563" y="4708775"/>
              <a:ext cx="104332" cy="104628"/>
            </a:xfrm>
            <a:custGeom>
              <a:avLst/>
              <a:gdLst/>
              <a:ahLst/>
              <a:cxnLst/>
              <a:rect l="l" t="t" r="r" b="b"/>
              <a:pathLst>
                <a:path w="1055" h="1058" extrusionOk="0">
                  <a:moveTo>
                    <a:pt x="420" y="1"/>
                  </a:moveTo>
                  <a:cubicBezTo>
                    <a:pt x="166" y="1"/>
                    <a:pt x="254" y="221"/>
                    <a:pt x="414" y="390"/>
                  </a:cubicBezTo>
                  <a:lnTo>
                    <a:pt x="414" y="390"/>
                  </a:lnTo>
                  <a:cubicBezTo>
                    <a:pt x="512" y="286"/>
                    <a:pt x="625" y="198"/>
                    <a:pt x="729" y="152"/>
                  </a:cubicBezTo>
                  <a:lnTo>
                    <a:pt x="729" y="152"/>
                  </a:lnTo>
                  <a:cubicBezTo>
                    <a:pt x="648" y="62"/>
                    <a:pt x="534" y="1"/>
                    <a:pt x="420" y="1"/>
                  </a:cubicBezTo>
                  <a:close/>
                  <a:moveTo>
                    <a:pt x="865" y="120"/>
                  </a:moveTo>
                  <a:cubicBezTo>
                    <a:pt x="823" y="120"/>
                    <a:pt x="777" y="131"/>
                    <a:pt x="729" y="152"/>
                  </a:cubicBezTo>
                  <a:lnTo>
                    <a:pt x="729" y="152"/>
                  </a:lnTo>
                  <a:cubicBezTo>
                    <a:pt x="798" y="229"/>
                    <a:pt x="843" y="326"/>
                    <a:pt x="843" y="423"/>
                  </a:cubicBezTo>
                  <a:cubicBezTo>
                    <a:pt x="843" y="538"/>
                    <a:pt x="798" y="583"/>
                    <a:pt x="733" y="583"/>
                  </a:cubicBezTo>
                  <a:cubicBezTo>
                    <a:pt x="643" y="583"/>
                    <a:pt x="514" y="497"/>
                    <a:pt x="414" y="390"/>
                  </a:cubicBezTo>
                  <a:lnTo>
                    <a:pt x="414" y="390"/>
                  </a:lnTo>
                  <a:cubicBezTo>
                    <a:pt x="154" y="667"/>
                    <a:pt x="1" y="1057"/>
                    <a:pt x="420" y="1057"/>
                  </a:cubicBezTo>
                  <a:cubicBezTo>
                    <a:pt x="737" y="1057"/>
                    <a:pt x="1054" y="740"/>
                    <a:pt x="1054" y="423"/>
                  </a:cubicBezTo>
                  <a:cubicBezTo>
                    <a:pt x="1054" y="204"/>
                    <a:pt x="975" y="120"/>
                    <a:pt x="865" y="120"/>
                  </a:cubicBezTo>
                  <a:close/>
                </a:path>
              </a:pathLst>
            </a:custGeom>
            <a:gradFill>
              <a:gsLst>
                <a:gs pos="0">
                  <a:srgbClr val="786446"/>
                </a:gs>
                <a:gs pos="24000">
                  <a:srgbClr val="A68C63"/>
                </a:gs>
                <a:gs pos="45000">
                  <a:srgbClr val="A6946E"/>
                </a:gs>
                <a:gs pos="76000">
                  <a:srgbClr val="A68C63"/>
                </a:gs>
                <a:gs pos="100000">
                  <a:srgbClr val="78644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42" name="Google Shape;5042;p34"/>
            <p:cNvGrpSpPr/>
            <p:nvPr/>
          </p:nvGrpSpPr>
          <p:grpSpPr>
            <a:xfrm>
              <a:off x="1354510" y="298750"/>
              <a:ext cx="6435094" cy="198675"/>
              <a:chOff x="9562474" y="539512"/>
              <a:chExt cx="4127971" cy="198675"/>
            </a:xfrm>
          </p:grpSpPr>
          <p:sp>
            <p:nvSpPr>
              <p:cNvPr id="5043" name="Google Shape;5043;p34"/>
              <p:cNvSpPr/>
              <p:nvPr/>
            </p:nvSpPr>
            <p:spPr>
              <a:xfrm>
                <a:off x="9583340" y="680153"/>
                <a:ext cx="4086238" cy="10581"/>
              </a:xfrm>
              <a:custGeom>
                <a:avLst/>
                <a:gdLst/>
                <a:ahLst/>
                <a:cxnLst/>
                <a:rect l="l" t="t" r="r" b="b"/>
                <a:pathLst>
                  <a:path w="41320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41319" y="106"/>
                    </a:lnTo>
                    <a:lnTo>
                      <a:pt x="4131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34"/>
              <p:cNvSpPr/>
              <p:nvPr/>
            </p:nvSpPr>
            <p:spPr>
              <a:xfrm>
                <a:off x="960430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5" name="Google Shape;5045;p34"/>
              <p:cNvSpPr/>
              <p:nvPr/>
            </p:nvSpPr>
            <p:spPr>
              <a:xfrm>
                <a:off x="967738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6" name="Google Shape;5046;p34"/>
              <p:cNvSpPr/>
              <p:nvPr/>
            </p:nvSpPr>
            <p:spPr>
              <a:xfrm>
                <a:off x="9740085" y="612693"/>
                <a:ext cx="62896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7" name="Google Shape;5047;p34"/>
              <p:cNvSpPr/>
              <p:nvPr/>
            </p:nvSpPr>
            <p:spPr>
              <a:xfrm>
                <a:off x="980288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8" name="Google Shape;5048;p34"/>
              <p:cNvSpPr/>
              <p:nvPr/>
            </p:nvSpPr>
            <p:spPr>
              <a:xfrm>
                <a:off x="987596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9" name="Google Shape;5049;p34"/>
              <p:cNvSpPr/>
              <p:nvPr/>
            </p:nvSpPr>
            <p:spPr>
              <a:xfrm>
                <a:off x="993866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0" name="Google Shape;5050;p34"/>
              <p:cNvSpPr/>
              <p:nvPr/>
            </p:nvSpPr>
            <p:spPr>
              <a:xfrm>
                <a:off x="1001184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1" name="Google Shape;5051;p34"/>
              <p:cNvSpPr/>
              <p:nvPr/>
            </p:nvSpPr>
            <p:spPr>
              <a:xfrm>
                <a:off x="1007453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2" name="Google Shape;5052;p34"/>
              <p:cNvSpPr/>
              <p:nvPr/>
            </p:nvSpPr>
            <p:spPr>
              <a:xfrm>
                <a:off x="1014772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3" name="Google Shape;5053;p34"/>
              <p:cNvSpPr/>
              <p:nvPr/>
            </p:nvSpPr>
            <p:spPr>
              <a:xfrm>
                <a:off x="1021041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4" name="Google Shape;5054;p34"/>
              <p:cNvSpPr/>
              <p:nvPr/>
            </p:nvSpPr>
            <p:spPr>
              <a:xfrm>
                <a:off x="10283499" y="612693"/>
                <a:ext cx="62896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5" name="Google Shape;5055;p34"/>
              <p:cNvSpPr/>
              <p:nvPr/>
            </p:nvSpPr>
            <p:spPr>
              <a:xfrm>
                <a:off x="1034629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6" name="Google Shape;5056;p34"/>
              <p:cNvSpPr/>
              <p:nvPr/>
            </p:nvSpPr>
            <p:spPr>
              <a:xfrm>
                <a:off x="1041937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7" name="Google Shape;5057;p34"/>
              <p:cNvSpPr/>
              <p:nvPr/>
            </p:nvSpPr>
            <p:spPr>
              <a:xfrm>
                <a:off x="1048207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8" name="Google Shape;5058;p34"/>
              <p:cNvSpPr/>
              <p:nvPr/>
            </p:nvSpPr>
            <p:spPr>
              <a:xfrm>
                <a:off x="1055525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9" name="Google Shape;5059;p34"/>
              <p:cNvSpPr/>
              <p:nvPr/>
            </p:nvSpPr>
            <p:spPr>
              <a:xfrm>
                <a:off x="1061795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0" name="Google Shape;5060;p34"/>
              <p:cNvSpPr/>
              <p:nvPr/>
            </p:nvSpPr>
            <p:spPr>
              <a:xfrm>
                <a:off x="1069113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1" name="Google Shape;5061;p34"/>
              <p:cNvSpPr/>
              <p:nvPr/>
            </p:nvSpPr>
            <p:spPr>
              <a:xfrm>
                <a:off x="1075383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2" name="Google Shape;5062;p34"/>
              <p:cNvSpPr/>
              <p:nvPr/>
            </p:nvSpPr>
            <p:spPr>
              <a:xfrm>
                <a:off x="10826913" y="612693"/>
                <a:ext cx="62896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3" name="Google Shape;5063;p34"/>
              <p:cNvSpPr/>
              <p:nvPr/>
            </p:nvSpPr>
            <p:spPr>
              <a:xfrm>
                <a:off x="1088971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4" name="Google Shape;5064;p34"/>
              <p:cNvSpPr/>
              <p:nvPr/>
            </p:nvSpPr>
            <p:spPr>
              <a:xfrm>
                <a:off x="1096279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5" name="Google Shape;5065;p34"/>
              <p:cNvSpPr/>
              <p:nvPr/>
            </p:nvSpPr>
            <p:spPr>
              <a:xfrm>
                <a:off x="1102548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6" name="Google Shape;5066;p34"/>
              <p:cNvSpPr/>
              <p:nvPr/>
            </p:nvSpPr>
            <p:spPr>
              <a:xfrm>
                <a:off x="1109867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7" name="Google Shape;5067;p34"/>
              <p:cNvSpPr/>
              <p:nvPr/>
            </p:nvSpPr>
            <p:spPr>
              <a:xfrm>
                <a:off x="11161368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8" name="Google Shape;5068;p34"/>
              <p:cNvSpPr/>
              <p:nvPr/>
            </p:nvSpPr>
            <p:spPr>
              <a:xfrm>
                <a:off x="11234548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9" name="Google Shape;5069;p34"/>
              <p:cNvSpPr/>
              <p:nvPr/>
            </p:nvSpPr>
            <p:spPr>
              <a:xfrm>
                <a:off x="1129724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0" name="Google Shape;5070;p34"/>
              <p:cNvSpPr/>
              <p:nvPr/>
            </p:nvSpPr>
            <p:spPr>
              <a:xfrm>
                <a:off x="11370327" y="612693"/>
                <a:ext cx="62896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1" name="Google Shape;5071;p34"/>
              <p:cNvSpPr/>
              <p:nvPr/>
            </p:nvSpPr>
            <p:spPr>
              <a:xfrm>
                <a:off x="1143312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2" name="Google Shape;5072;p34"/>
              <p:cNvSpPr/>
              <p:nvPr/>
            </p:nvSpPr>
            <p:spPr>
              <a:xfrm>
                <a:off x="1150620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3" name="Google Shape;5073;p34"/>
              <p:cNvSpPr/>
              <p:nvPr/>
            </p:nvSpPr>
            <p:spPr>
              <a:xfrm>
                <a:off x="1156890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4" name="Google Shape;5074;p34"/>
              <p:cNvSpPr/>
              <p:nvPr/>
            </p:nvSpPr>
            <p:spPr>
              <a:xfrm>
                <a:off x="1164208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5" name="Google Shape;5075;p34"/>
              <p:cNvSpPr/>
              <p:nvPr/>
            </p:nvSpPr>
            <p:spPr>
              <a:xfrm>
                <a:off x="1170478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6" name="Google Shape;5076;p34"/>
              <p:cNvSpPr/>
              <p:nvPr/>
            </p:nvSpPr>
            <p:spPr>
              <a:xfrm>
                <a:off x="1177796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7" name="Google Shape;5077;p34"/>
              <p:cNvSpPr/>
              <p:nvPr/>
            </p:nvSpPr>
            <p:spPr>
              <a:xfrm>
                <a:off x="1184066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8" name="Google Shape;5078;p34"/>
              <p:cNvSpPr/>
              <p:nvPr/>
            </p:nvSpPr>
            <p:spPr>
              <a:xfrm>
                <a:off x="1191374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9" name="Google Shape;5079;p34"/>
              <p:cNvSpPr/>
              <p:nvPr/>
            </p:nvSpPr>
            <p:spPr>
              <a:xfrm>
                <a:off x="1197653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0" name="Google Shape;5080;p34"/>
              <p:cNvSpPr/>
              <p:nvPr/>
            </p:nvSpPr>
            <p:spPr>
              <a:xfrm>
                <a:off x="1204962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1" name="Google Shape;5081;p34"/>
              <p:cNvSpPr/>
              <p:nvPr/>
            </p:nvSpPr>
            <p:spPr>
              <a:xfrm>
                <a:off x="12112318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2" name="Google Shape;5082;p34"/>
              <p:cNvSpPr/>
              <p:nvPr/>
            </p:nvSpPr>
            <p:spPr>
              <a:xfrm>
                <a:off x="12185498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3" name="Google Shape;5083;p34"/>
              <p:cNvSpPr/>
              <p:nvPr/>
            </p:nvSpPr>
            <p:spPr>
              <a:xfrm>
                <a:off x="1224819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4" name="Google Shape;5084;p34"/>
              <p:cNvSpPr/>
              <p:nvPr/>
            </p:nvSpPr>
            <p:spPr>
              <a:xfrm>
                <a:off x="1232137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5" name="Google Shape;5085;p34"/>
              <p:cNvSpPr/>
              <p:nvPr/>
            </p:nvSpPr>
            <p:spPr>
              <a:xfrm>
                <a:off x="1238407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6" name="Google Shape;5086;p34"/>
              <p:cNvSpPr/>
              <p:nvPr/>
            </p:nvSpPr>
            <p:spPr>
              <a:xfrm>
                <a:off x="1245715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7" name="Google Shape;5087;p34"/>
              <p:cNvSpPr/>
              <p:nvPr/>
            </p:nvSpPr>
            <p:spPr>
              <a:xfrm>
                <a:off x="1251995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8" name="Google Shape;5088;p34"/>
              <p:cNvSpPr/>
              <p:nvPr/>
            </p:nvSpPr>
            <p:spPr>
              <a:xfrm>
                <a:off x="1259303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9" name="Google Shape;5089;p34"/>
              <p:cNvSpPr/>
              <p:nvPr/>
            </p:nvSpPr>
            <p:spPr>
              <a:xfrm>
                <a:off x="1265573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0" name="Google Shape;5090;p34"/>
              <p:cNvSpPr/>
              <p:nvPr/>
            </p:nvSpPr>
            <p:spPr>
              <a:xfrm>
                <a:off x="1272891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1" name="Google Shape;5091;p34"/>
              <p:cNvSpPr/>
              <p:nvPr/>
            </p:nvSpPr>
            <p:spPr>
              <a:xfrm>
                <a:off x="1279161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2" name="Google Shape;5092;p34"/>
              <p:cNvSpPr/>
              <p:nvPr/>
            </p:nvSpPr>
            <p:spPr>
              <a:xfrm>
                <a:off x="1286479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3" name="Google Shape;5093;p34"/>
              <p:cNvSpPr/>
              <p:nvPr/>
            </p:nvSpPr>
            <p:spPr>
              <a:xfrm>
                <a:off x="1292748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4" name="Google Shape;5094;p34"/>
              <p:cNvSpPr/>
              <p:nvPr/>
            </p:nvSpPr>
            <p:spPr>
              <a:xfrm>
                <a:off x="1300057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5" name="Google Shape;5095;p34"/>
              <p:cNvSpPr/>
              <p:nvPr/>
            </p:nvSpPr>
            <p:spPr>
              <a:xfrm>
                <a:off x="13073751" y="612693"/>
                <a:ext cx="5241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530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529" y="0"/>
                    </a:lnTo>
                    <a:lnTo>
                      <a:pt x="52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6" name="Google Shape;5096;p34"/>
              <p:cNvSpPr/>
              <p:nvPr/>
            </p:nvSpPr>
            <p:spPr>
              <a:xfrm>
                <a:off x="1313644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7" name="Google Shape;5097;p34"/>
              <p:cNvSpPr/>
              <p:nvPr/>
            </p:nvSpPr>
            <p:spPr>
              <a:xfrm>
                <a:off x="1319914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8" name="Google Shape;5098;p34"/>
              <p:cNvSpPr/>
              <p:nvPr/>
            </p:nvSpPr>
            <p:spPr>
              <a:xfrm>
                <a:off x="1327232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9" name="Google Shape;5099;p34"/>
              <p:cNvSpPr/>
              <p:nvPr/>
            </p:nvSpPr>
            <p:spPr>
              <a:xfrm>
                <a:off x="1333502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0" name="Google Shape;5100;p34"/>
              <p:cNvSpPr/>
              <p:nvPr/>
            </p:nvSpPr>
            <p:spPr>
              <a:xfrm>
                <a:off x="1340820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1" name="Google Shape;5101;p34"/>
              <p:cNvSpPr/>
              <p:nvPr/>
            </p:nvSpPr>
            <p:spPr>
              <a:xfrm>
                <a:off x="1347090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2" name="Google Shape;5102;p34"/>
              <p:cNvSpPr/>
              <p:nvPr/>
            </p:nvSpPr>
            <p:spPr>
              <a:xfrm>
                <a:off x="1354398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3" name="Google Shape;5103;p34"/>
              <p:cNvSpPr/>
              <p:nvPr/>
            </p:nvSpPr>
            <p:spPr>
              <a:xfrm>
                <a:off x="1360678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4" name="Google Shape;5104;p34"/>
              <p:cNvSpPr/>
              <p:nvPr/>
            </p:nvSpPr>
            <p:spPr>
              <a:xfrm>
                <a:off x="9562474" y="539512"/>
                <a:ext cx="4127971" cy="31448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318" extrusionOk="0">
                    <a:moveTo>
                      <a:pt x="212" y="1"/>
                    </a:moveTo>
                    <a:cubicBezTo>
                      <a:pt x="1" y="1"/>
                      <a:pt x="1" y="212"/>
                      <a:pt x="212" y="318"/>
                    </a:cubicBezTo>
                    <a:lnTo>
                      <a:pt x="41530" y="318"/>
                    </a:lnTo>
                    <a:cubicBezTo>
                      <a:pt x="41741" y="318"/>
                      <a:pt x="41741" y="1"/>
                      <a:pt x="415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5" name="Google Shape;5105;p34"/>
              <p:cNvSpPr/>
              <p:nvPr/>
            </p:nvSpPr>
            <p:spPr>
              <a:xfrm>
                <a:off x="9562474" y="717222"/>
                <a:ext cx="4127971" cy="20965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212" extrusionOk="0">
                    <a:moveTo>
                      <a:pt x="212" y="0"/>
                    </a:moveTo>
                    <a:cubicBezTo>
                      <a:pt x="1" y="0"/>
                      <a:pt x="1" y="211"/>
                      <a:pt x="212" y="211"/>
                    </a:cubicBezTo>
                    <a:lnTo>
                      <a:pt x="41530" y="211"/>
                    </a:lnTo>
                    <a:cubicBezTo>
                      <a:pt x="41741" y="211"/>
                      <a:pt x="41741" y="0"/>
                      <a:pt x="415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06" name="Google Shape;5106;p34"/>
            <p:cNvSpPr/>
            <p:nvPr/>
          </p:nvSpPr>
          <p:spPr>
            <a:xfrm>
              <a:off x="7848602" y="361460"/>
              <a:ext cx="97607" cy="94146"/>
            </a:xfrm>
            <a:custGeom>
              <a:avLst/>
              <a:gdLst/>
              <a:ahLst/>
              <a:cxnLst/>
              <a:rect l="l" t="t" r="r" b="b"/>
              <a:pathLst>
                <a:path w="987" h="952" extrusionOk="0">
                  <a:moveTo>
                    <a:pt x="458" y="1"/>
                  </a:moveTo>
                  <a:cubicBezTo>
                    <a:pt x="170" y="1"/>
                    <a:pt x="209" y="196"/>
                    <a:pt x="337" y="361"/>
                  </a:cubicBezTo>
                  <a:lnTo>
                    <a:pt x="337" y="361"/>
                  </a:lnTo>
                  <a:cubicBezTo>
                    <a:pt x="441" y="249"/>
                    <a:pt x="570" y="155"/>
                    <a:pt x="687" y="120"/>
                  </a:cubicBezTo>
                  <a:lnTo>
                    <a:pt x="687" y="120"/>
                  </a:lnTo>
                  <a:cubicBezTo>
                    <a:pt x="634" y="48"/>
                    <a:pt x="558" y="1"/>
                    <a:pt x="458" y="1"/>
                  </a:cubicBezTo>
                  <a:close/>
                  <a:moveTo>
                    <a:pt x="780" y="104"/>
                  </a:moveTo>
                  <a:cubicBezTo>
                    <a:pt x="750" y="104"/>
                    <a:pt x="719" y="110"/>
                    <a:pt x="687" y="120"/>
                  </a:cubicBezTo>
                  <a:lnTo>
                    <a:pt x="687" y="120"/>
                  </a:lnTo>
                  <a:cubicBezTo>
                    <a:pt x="745" y="200"/>
                    <a:pt x="775" y="312"/>
                    <a:pt x="775" y="423"/>
                  </a:cubicBezTo>
                  <a:cubicBezTo>
                    <a:pt x="775" y="538"/>
                    <a:pt x="730" y="583"/>
                    <a:pt x="666" y="583"/>
                  </a:cubicBezTo>
                  <a:cubicBezTo>
                    <a:pt x="569" y="583"/>
                    <a:pt x="429" y="480"/>
                    <a:pt x="337" y="361"/>
                  </a:cubicBezTo>
                  <a:lnTo>
                    <a:pt x="337" y="361"/>
                  </a:lnTo>
                  <a:cubicBezTo>
                    <a:pt x="105" y="610"/>
                    <a:pt x="1" y="952"/>
                    <a:pt x="458" y="952"/>
                  </a:cubicBezTo>
                  <a:cubicBezTo>
                    <a:pt x="775" y="952"/>
                    <a:pt x="986" y="740"/>
                    <a:pt x="986" y="423"/>
                  </a:cubicBezTo>
                  <a:cubicBezTo>
                    <a:pt x="986" y="192"/>
                    <a:pt x="899" y="104"/>
                    <a:pt x="780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34"/>
            <p:cNvSpPr/>
            <p:nvPr/>
          </p:nvSpPr>
          <p:spPr>
            <a:xfrm>
              <a:off x="120994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8" name="Google Shape;5108;p34"/>
            <p:cNvGrpSpPr/>
            <p:nvPr/>
          </p:nvGrpSpPr>
          <p:grpSpPr>
            <a:xfrm>
              <a:off x="7789369" y="510392"/>
              <a:ext cx="198576" cy="4114917"/>
              <a:chOff x="13700828" y="751142"/>
              <a:chExt cx="198576" cy="4114917"/>
            </a:xfrm>
          </p:grpSpPr>
          <p:sp>
            <p:nvSpPr>
              <p:cNvPr id="5109" name="Google Shape;5109;p34"/>
              <p:cNvSpPr/>
              <p:nvPr/>
            </p:nvSpPr>
            <p:spPr>
              <a:xfrm>
                <a:off x="13763526" y="4771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0" name="Google Shape;5110;p34"/>
              <p:cNvSpPr/>
              <p:nvPr/>
            </p:nvSpPr>
            <p:spPr>
              <a:xfrm>
                <a:off x="13763526" y="4709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1" name="Google Shape;5111;p34"/>
              <p:cNvSpPr/>
              <p:nvPr/>
            </p:nvSpPr>
            <p:spPr>
              <a:xfrm>
                <a:off x="13763526" y="46360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2" name="Google Shape;5112;p34"/>
              <p:cNvSpPr/>
              <p:nvPr/>
            </p:nvSpPr>
            <p:spPr>
              <a:xfrm>
                <a:off x="13763526" y="45733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3" name="Google Shape;5113;p34"/>
              <p:cNvSpPr/>
              <p:nvPr/>
            </p:nvSpPr>
            <p:spPr>
              <a:xfrm>
                <a:off x="13763526" y="450015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4" name="Google Shape;5114;p34"/>
              <p:cNvSpPr/>
              <p:nvPr/>
            </p:nvSpPr>
            <p:spPr>
              <a:xfrm>
                <a:off x="13763526" y="44374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5" name="Google Shape;5115;p34"/>
              <p:cNvSpPr/>
              <p:nvPr/>
            </p:nvSpPr>
            <p:spPr>
              <a:xfrm>
                <a:off x="13763526" y="4364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6" name="Google Shape;5116;p34"/>
              <p:cNvSpPr/>
              <p:nvPr/>
            </p:nvSpPr>
            <p:spPr>
              <a:xfrm>
                <a:off x="13763526" y="4301581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7" name="Google Shape;5117;p34"/>
              <p:cNvSpPr/>
              <p:nvPr/>
            </p:nvSpPr>
            <p:spPr>
              <a:xfrm>
                <a:off x="13763526" y="422849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8" name="Google Shape;5118;p34"/>
              <p:cNvSpPr/>
              <p:nvPr/>
            </p:nvSpPr>
            <p:spPr>
              <a:xfrm>
                <a:off x="13763526" y="416580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9" name="Google Shape;5119;p34"/>
              <p:cNvSpPr/>
              <p:nvPr/>
            </p:nvSpPr>
            <p:spPr>
              <a:xfrm>
                <a:off x="13763526" y="409262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0" name="Google Shape;5120;p34"/>
              <p:cNvSpPr/>
              <p:nvPr/>
            </p:nvSpPr>
            <p:spPr>
              <a:xfrm>
                <a:off x="13763526" y="402992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1" name="Google Shape;5121;p34"/>
              <p:cNvSpPr/>
              <p:nvPr/>
            </p:nvSpPr>
            <p:spPr>
              <a:xfrm>
                <a:off x="13763526" y="395674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2" name="Google Shape;5122;p34"/>
              <p:cNvSpPr/>
              <p:nvPr/>
            </p:nvSpPr>
            <p:spPr>
              <a:xfrm>
                <a:off x="13763526" y="389404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3" name="Google Shape;5123;p34"/>
              <p:cNvSpPr/>
              <p:nvPr/>
            </p:nvSpPr>
            <p:spPr>
              <a:xfrm>
                <a:off x="13763526" y="382096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4" name="Google Shape;5124;p34"/>
              <p:cNvSpPr/>
              <p:nvPr/>
            </p:nvSpPr>
            <p:spPr>
              <a:xfrm>
                <a:off x="13763526" y="375816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5" name="Google Shape;5125;p34"/>
              <p:cNvSpPr/>
              <p:nvPr/>
            </p:nvSpPr>
            <p:spPr>
              <a:xfrm>
                <a:off x="13763526" y="368508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6" name="Google Shape;5126;p34"/>
              <p:cNvSpPr/>
              <p:nvPr/>
            </p:nvSpPr>
            <p:spPr>
              <a:xfrm>
                <a:off x="13763526" y="362238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7" name="Google Shape;5127;p34"/>
              <p:cNvSpPr/>
              <p:nvPr/>
            </p:nvSpPr>
            <p:spPr>
              <a:xfrm>
                <a:off x="13763526" y="354920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8" name="Google Shape;5128;p34"/>
              <p:cNvSpPr/>
              <p:nvPr/>
            </p:nvSpPr>
            <p:spPr>
              <a:xfrm>
                <a:off x="13763526" y="3486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9" name="Google Shape;5129;p34"/>
              <p:cNvSpPr/>
              <p:nvPr/>
            </p:nvSpPr>
            <p:spPr>
              <a:xfrm>
                <a:off x="13763526" y="34133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0" name="Google Shape;5130;p34"/>
              <p:cNvSpPr/>
              <p:nvPr/>
            </p:nvSpPr>
            <p:spPr>
              <a:xfrm>
                <a:off x="13763526" y="335063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1" name="Google Shape;5131;p34"/>
              <p:cNvSpPr/>
              <p:nvPr/>
            </p:nvSpPr>
            <p:spPr>
              <a:xfrm>
                <a:off x="13763526" y="327754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2" name="Google Shape;5132;p34"/>
              <p:cNvSpPr/>
              <p:nvPr/>
            </p:nvSpPr>
            <p:spPr>
              <a:xfrm>
                <a:off x="13763526" y="321475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3" name="Google Shape;5133;p34"/>
              <p:cNvSpPr/>
              <p:nvPr/>
            </p:nvSpPr>
            <p:spPr>
              <a:xfrm>
                <a:off x="13763526" y="3141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4" name="Google Shape;5134;p34"/>
              <p:cNvSpPr/>
              <p:nvPr/>
            </p:nvSpPr>
            <p:spPr>
              <a:xfrm>
                <a:off x="13763526" y="3078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5" name="Google Shape;5135;p34"/>
              <p:cNvSpPr/>
              <p:nvPr/>
            </p:nvSpPr>
            <p:spPr>
              <a:xfrm>
                <a:off x="13763526" y="300579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6" name="Google Shape;5136;p34"/>
              <p:cNvSpPr/>
              <p:nvPr/>
            </p:nvSpPr>
            <p:spPr>
              <a:xfrm>
                <a:off x="13763526" y="2943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7" name="Google Shape;5137;p34"/>
              <p:cNvSpPr/>
              <p:nvPr/>
            </p:nvSpPr>
            <p:spPr>
              <a:xfrm>
                <a:off x="13763526" y="2869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8" name="Google Shape;5138;p34"/>
              <p:cNvSpPr/>
              <p:nvPr/>
            </p:nvSpPr>
            <p:spPr>
              <a:xfrm>
                <a:off x="13763526" y="2807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9" name="Google Shape;5139;p34"/>
              <p:cNvSpPr/>
              <p:nvPr/>
            </p:nvSpPr>
            <p:spPr>
              <a:xfrm>
                <a:off x="13763526" y="2734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0" name="Google Shape;5140;p34"/>
              <p:cNvSpPr/>
              <p:nvPr/>
            </p:nvSpPr>
            <p:spPr>
              <a:xfrm>
                <a:off x="13763526" y="267133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1" name="Google Shape;5141;p34"/>
              <p:cNvSpPr/>
              <p:nvPr/>
            </p:nvSpPr>
            <p:spPr>
              <a:xfrm>
                <a:off x="13763526" y="259825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2" name="Google Shape;5142;p34"/>
              <p:cNvSpPr/>
              <p:nvPr/>
            </p:nvSpPr>
            <p:spPr>
              <a:xfrm>
                <a:off x="13763526" y="25355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3" name="Google Shape;5143;p34"/>
              <p:cNvSpPr/>
              <p:nvPr/>
            </p:nvSpPr>
            <p:spPr>
              <a:xfrm>
                <a:off x="13763526" y="2462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4" name="Google Shape;5144;p34"/>
              <p:cNvSpPr/>
              <p:nvPr/>
            </p:nvSpPr>
            <p:spPr>
              <a:xfrm>
                <a:off x="13763526" y="239968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5" name="Google Shape;5145;p34"/>
              <p:cNvSpPr/>
              <p:nvPr/>
            </p:nvSpPr>
            <p:spPr>
              <a:xfrm>
                <a:off x="13763526" y="232650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6" name="Google Shape;5146;p34"/>
              <p:cNvSpPr/>
              <p:nvPr/>
            </p:nvSpPr>
            <p:spPr>
              <a:xfrm>
                <a:off x="13763526" y="226380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7" name="Google Shape;5147;p34"/>
              <p:cNvSpPr/>
              <p:nvPr/>
            </p:nvSpPr>
            <p:spPr>
              <a:xfrm>
                <a:off x="13763526" y="219062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8" name="Google Shape;5148;p34"/>
              <p:cNvSpPr/>
              <p:nvPr/>
            </p:nvSpPr>
            <p:spPr>
              <a:xfrm>
                <a:off x="13763526" y="212792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9" name="Google Shape;5149;p34"/>
              <p:cNvSpPr/>
              <p:nvPr/>
            </p:nvSpPr>
            <p:spPr>
              <a:xfrm>
                <a:off x="13763526" y="206522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0" name="Google Shape;5150;p34"/>
              <p:cNvSpPr/>
              <p:nvPr/>
            </p:nvSpPr>
            <p:spPr>
              <a:xfrm>
                <a:off x="13763526" y="199214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1" name="Google Shape;5151;p34"/>
              <p:cNvSpPr/>
              <p:nvPr/>
            </p:nvSpPr>
            <p:spPr>
              <a:xfrm>
                <a:off x="13763526" y="191896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2" name="Google Shape;5152;p34"/>
              <p:cNvSpPr/>
              <p:nvPr/>
            </p:nvSpPr>
            <p:spPr>
              <a:xfrm>
                <a:off x="13763526" y="185626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3" name="Google Shape;5153;p34"/>
              <p:cNvSpPr/>
              <p:nvPr/>
            </p:nvSpPr>
            <p:spPr>
              <a:xfrm>
                <a:off x="13763526" y="178308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4" name="Google Shape;5154;p34"/>
              <p:cNvSpPr/>
              <p:nvPr/>
            </p:nvSpPr>
            <p:spPr>
              <a:xfrm>
                <a:off x="13763526" y="172038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5" name="Google Shape;5155;p34"/>
              <p:cNvSpPr/>
              <p:nvPr/>
            </p:nvSpPr>
            <p:spPr>
              <a:xfrm>
                <a:off x="13763526" y="164720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6" name="Google Shape;5156;p34"/>
              <p:cNvSpPr/>
              <p:nvPr/>
            </p:nvSpPr>
            <p:spPr>
              <a:xfrm>
                <a:off x="13763526" y="1584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7" name="Google Shape;5157;p34"/>
              <p:cNvSpPr/>
              <p:nvPr/>
            </p:nvSpPr>
            <p:spPr>
              <a:xfrm>
                <a:off x="13763526" y="15114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8" name="Google Shape;5158;p34"/>
              <p:cNvSpPr/>
              <p:nvPr/>
            </p:nvSpPr>
            <p:spPr>
              <a:xfrm>
                <a:off x="13763526" y="144873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9" name="Google Shape;5159;p34"/>
              <p:cNvSpPr/>
              <p:nvPr/>
            </p:nvSpPr>
            <p:spPr>
              <a:xfrm>
                <a:off x="13763526" y="137555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0" name="Google Shape;5160;p34"/>
              <p:cNvSpPr/>
              <p:nvPr/>
            </p:nvSpPr>
            <p:spPr>
              <a:xfrm>
                <a:off x="13763526" y="131285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1" name="Google Shape;5161;p34"/>
              <p:cNvSpPr/>
              <p:nvPr/>
            </p:nvSpPr>
            <p:spPr>
              <a:xfrm>
                <a:off x="13763526" y="1239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2" name="Google Shape;5162;p34"/>
              <p:cNvSpPr/>
              <p:nvPr/>
            </p:nvSpPr>
            <p:spPr>
              <a:xfrm>
                <a:off x="13763526" y="1176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3" name="Google Shape;5163;p34"/>
              <p:cNvSpPr/>
              <p:nvPr/>
            </p:nvSpPr>
            <p:spPr>
              <a:xfrm>
                <a:off x="13763526" y="1103793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4" name="Google Shape;5164;p34"/>
              <p:cNvSpPr/>
              <p:nvPr/>
            </p:nvSpPr>
            <p:spPr>
              <a:xfrm>
                <a:off x="13763526" y="1041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5" name="Google Shape;5165;p34"/>
              <p:cNvSpPr/>
              <p:nvPr/>
            </p:nvSpPr>
            <p:spPr>
              <a:xfrm>
                <a:off x="13763526" y="9680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6" name="Google Shape;5166;p34"/>
              <p:cNvSpPr/>
              <p:nvPr/>
            </p:nvSpPr>
            <p:spPr>
              <a:xfrm>
                <a:off x="13763526" y="9053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7" name="Google Shape;5167;p34"/>
              <p:cNvSpPr/>
              <p:nvPr/>
            </p:nvSpPr>
            <p:spPr>
              <a:xfrm>
                <a:off x="13763526" y="832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8" name="Google Shape;5168;p34"/>
              <p:cNvSpPr/>
              <p:nvPr/>
            </p:nvSpPr>
            <p:spPr>
              <a:xfrm>
                <a:off x="13763526" y="7694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9" name="Google Shape;5169;p34"/>
              <p:cNvSpPr/>
              <p:nvPr/>
            </p:nvSpPr>
            <p:spPr>
              <a:xfrm>
                <a:off x="13700828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0" y="27"/>
                      <a:pt x="0" y="80"/>
                    </a:cubicBezTo>
                    <a:lnTo>
                      <a:pt x="0" y="41504"/>
                    </a:lnTo>
                    <a:cubicBezTo>
                      <a:pt x="0" y="41504"/>
                      <a:pt x="106" y="41609"/>
                      <a:pt x="106" y="41609"/>
                    </a:cubicBezTo>
                    <a:cubicBezTo>
                      <a:pt x="211" y="41609"/>
                      <a:pt x="211" y="41609"/>
                      <a:pt x="211" y="41504"/>
                    </a:cubicBezTo>
                    <a:lnTo>
                      <a:pt x="211" y="80"/>
                    </a:lnTo>
                    <a:cubicBezTo>
                      <a:pt x="211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0" name="Google Shape;5170;p34"/>
              <p:cNvSpPr/>
              <p:nvPr/>
            </p:nvSpPr>
            <p:spPr>
              <a:xfrm>
                <a:off x="13878439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1" y="27"/>
                      <a:pt x="1" y="80"/>
                    </a:cubicBezTo>
                    <a:lnTo>
                      <a:pt x="1" y="41504"/>
                    </a:lnTo>
                    <a:cubicBezTo>
                      <a:pt x="1" y="41504"/>
                      <a:pt x="1" y="41609"/>
                      <a:pt x="106" y="41609"/>
                    </a:cubicBezTo>
                    <a:cubicBezTo>
                      <a:pt x="106" y="41609"/>
                      <a:pt x="212" y="41609"/>
                      <a:pt x="212" y="41504"/>
                    </a:cubicBezTo>
                    <a:lnTo>
                      <a:pt x="212" y="80"/>
                    </a:lnTo>
                    <a:cubicBezTo>
                      <a:pt x="212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37" name="Google Shape;5337;p34"/>
          <p:cNvGrpSpPr>
            <a:grpSpLocks noChangeAspect="1"/>
          </p:cNvGrpSpPr>
          <p:nvPr/>
        </p:nvGrpSpPr>
        <p:grpSpPr>
          <a:xfrm>
            <a:off x="414913" y="3687613"/>
            <a:ext cx="1243110" cy="1455887"/>
            <a:chOff x="1612250" y="304925"/>
            <a:chExt cx="4356750" cy="5102475"/>
          </a:xfrm>
        </p:grpSpPr>
        <p:sp>
          <p:nvSpPr>
            <p:cNvPr id="5338" name="Google Shape;5338;p34"/>
            <p:cNvSpPr/>
            <p:nvPr/>
          </p:nvSpPr>
          <p:spPr>
            <a:xfrm>
              <a:off x="1763275" y="437250"/>
              <a:ext cx="4069400" cy="4836500"/>
            </a:xfrm>
            <a:custGeom>
              <a:avLst/>
              <a:gdLst/>
              <a:ahLst/>
              <a:cxnLst/>
              <a:rect l="l" t="t" r="r" b="b"/>
              <a:pathLst>
                <a:path w="162776" h="193460" extrusionOk="0">
                  <a:moveTo>
                    <a:pt x="96436" y="0"/>
                  </a:moveTo>
                  <a:cubicBezTo>
                    <a:pt x="94191" y="0"/>
                    <a:pt x="92854" y="1764"/>
                    <a:pt x="91892" y="3101"/>
                  </a:cubicBezTo>
                  <a:cubicBezTo>
                    <a:pt x="91411" y="3795"/>
                    <a:pt x="90876" y="4490"/>
                    <a:pt x="90288" y="5078"/>
                  </a:cubicBezTo>
                  <a:cubicBezTo>
                    <a:pt x="89326" y="5987"/>
                    <a:pt x="88631" y="7163"/>
                    <a:pt x="88257" y="8393"/>
                  </a:cubicBezTo>
                  <a:cubicBezTo>
                    <a:pt x="87936" y="8553"/>
                    <a:pt x="87616" y="8767"/>
                    <a:pt x="87348" y="9034"/>
                  </a:cubicBezTo>
                  <a:cubicBezTo>
                    <a:pt x="85852" y="10638"/>
                    <a:pt x="84729" y="12616"/>
                    <a:pt x="84141" y="14808"/>
                  </a:cubicBezTo>
                  <a:cubicBezTo>
                    <a:pt x="84034" y="15289"/>
                    <a:pt x="83820" y="15930"/>
                    <a:pt x="83660" y="16625"/>
                  </a:cubicBezTo>
                  <a:cubicBezTo>
                    <a:pt x="83179" y="17106"/>
                    <a:pt x="82858" y="17748"/>
                    <a:pt x="82804" y="18443"/>
                  </a:cubicBezTo>
                  <a:lnTo>
                    <a:pt x="82804" y="18763"/>
                  </a:lnTo>
                  <a:lnTo>
                    <a:pt x="82804" y="18924"/>
                  </a:lnTo>
                  <a:lnTo>
                    <a:pt x="82804" y="19939"/>
                  </a:lnTo>
                  <a:lnTo>
                    <a:pt x="82804" y="20046"/>
                  </a:lnTo>
                  <a:cubicBezTo>
                    <a:pt x="82804" y="20207"/>
                    <a:pt x="82858" y="20367"/>
                    <a:pt x="82858" y="20581"/>
                  </a:cubicBezTo>
                  <a:cubicBezTo>
                    <a:pt x="82751" y="20848"/>
                    <a:pt x="82644" y="21115"/>
                    <a:pt x="82591" y="21383"/>
                  </a:cubicBezTo>
                  <a:cubicBezTo>
                    <a:pt x="82323" y="22826"/>
                    <a:pt x="82163" y="24269"/>
                    <a:pt x="82163" y="25713"/>
                  </a:cubicBezTo>
                  <a:cubicBezTo>
                    <a:pt x="81735" y="26247"/>
                    <a:pt x="81522" y="26942"/>
                    <a:pt x="81628" y="27584"/>
                  </a:cubicBezTo>
                  <a:cubicBezTo>
                    <a:pt x="81628" y="27584"/>
                    <a:pt x="81682" y="28065"/>
                    <a:pt x="81682" y="28118"/>
                  </a:cubicBezTo>
                  <a:cubicBezTo>
                    <a:pt x="81735" y="28386"/>
                    <a:pt x="81789" y="28813"/>
                    <a:pt x="81896" y="29294"/>
                  </a:cubicBezTo>
                  <a:lnTo>
                    <a:pt x="81896" y="29348"/>
                  </a:lnTo>
                  <a:cubicBezTo>
                    <a:pt x="82003" y="29829"/>
                    <a:pt x="82163" y="30363"/>
                    <a:pt x="82323" y="30898"/>
                  </a:cubicBezTo>
                  <a:lnTo>
                    <a:pt x="82377" y="31005"/>
                  </a:lnTo>
                  <a:cubicBezTo>
                    <a:pt x="82537" y="31539"/>
                    <a:pt x="82751" y="32074"/>
                    <a:pt x="83018" y="32662"/>
                  </a:cubicBezTo>
                  <a:lnTo>
                    <a:pt x="83072" y="32769"/>
                  </a:lnTo>
                  <a:cubicBezTo>
                    <a:pt x="83018" y="33036"/>
                    <a:pt x="82965" y="33304"/>
                    <a:pt x="82965" y="33571"/>
                  </a:cubicBezTo>
                  <a:cubicBezTo>
                    <a:pt x="82911" y="34800"/>
                    <a:pt x="82911" y="36083"/>
                    <a:pt x="83018" y="37313"/>
                  </a:cubicBezTo>
                  <a:cubicBezTo>
                    <a:pt x="82858" y="37580"/>
                    <a:pt x="82804" y="37847"/>
                    <a:pt x="82751" y="38115"/>
                  </a:cubicBezTo>
                  <a:lnTo>
                    <a:pt x="82751" y="38382"/>
                  </a:lnTo>
                  <a:cubicBezTo>
                    <a:pt x="82751" y="38542"/>
                    <a:pt x="82751" y="38703"/>
                    <a:pt x="82751" y="38863"/>
                  </a:cubicBezTo>
                  <a:cubicBezTo>
                    <a:pt x="82698" y="39558"/>
                    <a:pt x="82698" y="40199"/>
                    <a:pt x="82804" y="40841"/>
                  </a:cubicBezTo>
                  <a:cubicBezTo>
                    <a:pt x="82911" y="41643"/>
                    <a:pt x="83072" y="42445"/>
                    <a:pt x="83286" y="43246"/>
                  </a:cubicBezTo>
                  <a:lnTo>
                    <a:pt x="83286" y="43300"/>
                  </a:lnTo>
                  <a:cubicBezTo>
                    <a:pt x="83499" y="44102"/>
                    <a:pt x="83767" y="44957"/>
                    <a:pt x="84034" y="45652"/>
                  </a:cubicBezTo>
                  <a:lnTo>
                    <a:pt x="84194" y="45973"/>
                  </a:lnTo>
                  <a:cubicBezTo>
                    <a:pt x="83874" y="46668"/>
                    <a:pt x="83767" y="47470"/>
                    <a:pt x="83874" y="48218"/>
                  </a:cubicBezTo>
                  <a:cubicBezTo>
                    <a:pt x="84034" y="49394"/>
                    <a:pt x="84034" y="50623"/>
                    <a:pt x="83874" y="51800"/>
                  </a:cubicBezTo>
                  <a:cubicBezTo>
                    <a:pt x="83179" y="54045"/>
                    <a:pt x="83018" y="56504"/>
                    <a:pt x="83446" y="58802"/>
                  </a:cubicBezTo>
                  <a:cubicBezTo>
                    <a:pt x="82804" y="59604"/>
                    <a:pt x="82698" y="60673"/>
                    <a:pt x="83072" y="61582"/>
                  </a:cubicBezTo>
                  <a:lnTo>
                    <a:pt x="83232" y="61903"/>
                  </a:lnTo>
                  <a:lnTo>
                    <a:pt x="83286" y="62063"/>
                  </a:lnTo>
                  <a:cubicBezTo>
                    <a:pt x="83339" y="62170"/>
                    <a:pt x="83393" y="62277"/>
                    <a:pt x="83446" y="62437"/>
                  </a:cubicBezTo>
                  <a:cubicBezTo>
                    <a:pt x="82751" y="62544"/>
                    <a:pt x="82323" y="62651"/>
                    <a:pt x="82270" y="62651"/>
                  </a:cubicBezTo>
                  <a:cubicBezTo>
                    <a:pt x="80559" y="63025"/>
                    <a:pt x="79330" y="64576"/>
                    <a:pt x="79330" y="66340"/>
                  </a:cubicBezTo>
                  <a:lnTo>
                    <a:pt x="79330" y="69013"/>
                  </a:lnTo>
                  <a:cubicBezTo>
                    <a:pt x="79009" y="69387"/>
                    <a:pt x="78795" y="69814"/>
                    <a:pt x="78635" y="70242"/>
                  </a:cubicBezTo>
                  <a:lnTo>
                    <a:pt x="78100" y="70402"/>
                  </a:lnTo>
                  <a:cubicBezTo>
                    <a:pt x="75000" y="71525"/>
                    <a:pt x="73129" y="74037"/>
                    <a:pt x="73129" y="77085"/>
                  </a:cubicBezTo>
                  <a:lnTo>
                    <a:pt x="73129" y="85103"/>
                  </a:lnTo>
                  <a:lnTo>
                    <a:pt x="34480" y="87348"/>
                  </a:lnTo>
                  <a:cubicBezTo>
                    <a:pt x="33197" y="87402"/>
                    <a:pt x="32128" y="88150"/>
                    <a:pt x="31540" y="89273"/>
                  </a:cubicBezTo>
                  <a:cubicBezTo>
                    <a:pt x="30898" y="90502"/>
                    <a:pt x="30952" y="91999"/>
                    <a:pt x="31700" y="93175"/>
                  </a:cubicBezTo>
                  <a:cubicBezTo>
                    <a:pt x="32502" y="94404"/>
                    <a:pt x="33838" y="95153"/>
                    <a:pt x="35335" y="95153"/>
                  </a:cubicBezTo>
                  <a:cubicBezTo>
                    <a:pt x="35495" y="96169"/>
                    <a:pt x="35495" y="97238"/>
                    <a:pt x="35335" y="98253"/>
                  </a:cubicBezTo>
                  <a:cubicBezTo>
                    <a:pt x="35068" y="98307"/>
                    <a:pt x="34854" y="98307"/>
                    <a:pt x="34587" y="98360"/>
                  </a:cubicBezTo>
                  <a:lnTo>
                    <a:pt x="27370" y="98841"/>
                  </a:lnTo>
                  <a:cubicBezTo>
                    <a:pt x="26889" y="98895"/>
                    <a:pt x="26408" y="99002"/>
                    <a:pt x="25927" y="99216"/>
                  </a:cubicBezTo>
                  <a:cubicBezTo>
                    <a:pt x="22345" y="101033"/>
                    <a:pt x="19940" y="105470"/>
                    <a:pt x="19940" y="110602"/>
                  </a:cubicBezTo>
                  <a:cubicBezTo>
                    <a:pt x="19886" y="112526"/>
                    <a:pt x="20260" y="114397"/>
                    <a:pt x="20955" y="116215"/>
                  </a:cubicBezTo>
                  <a:lnTo>
                    <a:pt x="14647" y="116642"/>
                  </a:lnTo>
                  <a:cubicBezTo>
                    <a:pt x="14059" y="116696"/>
                    <a:pt x="13471" y="116856"/>
                    <a:pt x="12937" y="117177"/>
                  </a:cubicBezTo>
                  <a:cubicBezTo>
                    <a:pt x="9355" y="119262"/>
                    <a:pt x="7110" y="124287"/>
                    <a:pt x="7163" y="130274"/>
                  </a:cubicBezTo>
                  <a:cubicBezTo>
                    <a:pt x="7110" y="133481"/>
                    <a:pt x="7965" y="136689"/>
                    <a:pt x="9569" y="139468"/>
                  </a:cubicBezTo>
                  <a:lnTo>
                    <a:pt x="4170" y="140003"/>
                  </a:lnTo>
                  <a:cubicBezTo>
                    <a:pt x="2459" y="140163"/>
                    <a:pt x="1016" y="141393"/>
                    <a:pt x="535" y="143050"/>
                  </a:cubicBezTo>
                  <a:cubicBezTo>
                    <a:pt x="0" y="144814"/>
                    <a:pt x="267" y="146739"/>
                    <a:pt x="1337" y="148289"/>
                  </a:cubicBezTo>
                  <a:cubicBezTo>
                    <a:pt x="2372" y="149635"/>
                    <a:pt x="3959" y="150430"/>
                    <a:pt x="5613" y="150430"/>
                  </a:cubicBezTo>
                  <a:cubicBezTo>
                    <a:pt x="5666" y="150430"/>
                    <a:pt x="5720" y="150429"/>
                    <a:pt x="5774" y="150427"/>
                  </a:cubicBezTo>
                  <a:lnTo>
                    <a:pt x="5774" y="150427"/>
                  </a:lnTo>
                  <a:cubicBezTo>
                    <a:pt x="6575" y="155666"/>
                    <a:pt x="6522" y="161011"/>
                    <a:pt x="5720" y="166250"/>
                  </a:cubicBezTo>
                  <a:cubicBezTo>
                    <a:pt x="4063" y="166464"/>
                    <a:pt x="2566" y="167319"/>
                    <a:pt x="1497" y="168602"/>
                  </a:cubicBezTo>
                  <a:cubicBezTo>
                    <a:pt x="374" y="170099"/>
                    <a:pt x="0" y="171970"/>
                    <a:pt x="481" y="173734"/>
                  </a:cubicBezTo>
                  <a:cubicBezTo>
                    <a:pt x="802" y="175071"/>
                    <a:pt x="1764" y="176193"/>
                    <a:pt x="3047" y="176674"/>
                  </a:cubicBezTo>
                  <a:cubicBezTo>
                    <a:pt x="4384" y="177209"/>
                    <a:pt x="35121" y="188809"/>
                    <a:pt x="59551" y="193406"/>
                  </a:cubicBezTo>
                  <a:cubicBezTo>
                    <a:pt x="59765" y="193406"/>
                    <a:pt x="60032" y="193460"/>
                    <a:pt x="60299" y="193460"/>
                  </a:cubicBezTo>
                  <a:lnTo>
                    <a:pt x="60460" y="193406"/>
                  </a:lnTo>
                  <a:lnTo>
                    <a:pt x="61048" y="193406"/>
                  </a:lnTo>
                  <a:cubicBezTo>
                    <a:pt x="64309" y="192765"/>
                    <a:pt x="141233" y="178385"/>
                    <a:pt x="151496" y="176033"/>
                  </a:cubicBezTo>
                  <a:cubicBezTo>
                    <a:pt x="158499" y="174376"/>
                    <a:pt x="162722" y="166304"/>
                    <a:pt x="162776" y="154276"/>
                  </a:cubicBezTo>
                  <a:cubicBezTo>
                    <a:pt x="162776" y="151870"/>
                    <a:pt x="162562" y="139896"/>
                    <a:pt x="156682" y="135299"/>
                  </a:cubicBezTo>
                  <a:cubicBezTo>
                    <a:pt x="156040" y="134764"/>
                    <a:pt x="155238" y="134497"/>
                    <a:pt x="154383" y="134443"/>
                  </a:cubicBezTo>
                  <a:lnTo>
                    <a:pt x="144119" y="133695"/>
                  </a:lnTo>
                  <a:cubicBezTo>
                    <a:pt x="143531" y="133481"/>
                    <a:pt x="142943" y="133321"/>
                    <a:pt x="142409" y="133214"/>
                  </a:cubicBezTo>
                  <a:cubicBezTo>
                    <a:pt x="141981" y="130969"/>
                    <a:pt x="141981" y="128617"/>
                    <a:pt x="142409" y="126318"/>
                  </a:cubicBezTo>
                  <a:cubicBezTo>
                    <a:pt x="144066" y="126318"/>
                    <a:pt x="145616" y="125516"/>
                    <a:pt x="146578" y="124126"/>
                  </a:cubicBezTo>
                  <a:cubicBezTo>
                    <a:pt x="146952" y="123538"/>
                    <a:pt x="147166" y="122897"/>
                    <a:pt x="147273" y="122202"/>
                  </a:cubicBezTo>
                  <a:cubicBezTo>
                    <a:pt x="152084" y="121133"/>
                    <a:pt x="155078" y="120384"/>
                    <a:pt x="155078" y="120384"/>
                  </a:cubicBezTo>
                  <a:cubicBezTo>
                    <a:pt x="156254" y="120064"/>
                    <a:pt x="157216" y="119262"/>
                    <a:pt x="157697" y="118139"/>
                  </a:cubicBezTo>
                  <a:cubicBezTo>
                    <a:pt x="158285" y="116749"/>
                    <a:pt x="158178" y="115199"/>
                    <a:pt x="157323" y="113916"/>
                  </a:cubicBezTo>
                  <a:cubicBezTo>
                    <a:pt x="156361" y="112580"/>
                    <a:pt x="154811" y="111778"/>
                    <a:pt x="153153" y="111724"/>
                  </a:cubicBezTo>
                  <a:cubicBezTo>
                    <a:pt x="152940" y="110228"/>
                    <a:pt x="152993" y="108731"/>
                    <a:pt x="153260" y="107234"/>
                  </a:cubicBezTo>
                  <a:lnTo>
                    <a:pt x="153367" y="107234"/>
                  </a:lnTo>
                  <a:cubicBezTo>
                    <a:pt x="153418" y="107236"/>
                    <a:pt x="153468" y="107236"/>
                    <a:pt x="153519" y="107236"/>
                  </a:cubicBezTo>
                  <a:cubicBezTo>
                    <a:pt x="155172" y="107236"/>
                    <a:pt x="156710" y="106390"/>
                    <a:pt x="157644" y="104989"/>
                  </a:cubicBezTo>
                  <a:cubicBezTo>
                    <a:pt x="158392" y="103706"/>
                    <a:pt x="158499" y="102049"/>
                    <a:pt x="157804" y="100712"/>
                  </a:cubicBezTo>
                  <a:cubicBezTo>
                    <a:pt x="157163" y="99376"/>
                    <a:pt x="155880" y="98574"/>
                    <a:pt x="154490" y="98521"/>
                  </a:cubicBezTo>
                  <a:lnTo>
                    <a:pt x="147059" y="98307"/>
                  </a:lnTo>
                  <a:cubicBezTo>
                    <a:pt x="147380" y="97238"/>
                    <a:pt x="147487" y="96169"/>
                    <a:pt x="147540" y="95046"/>
                  </a:cubicBezTo>
                  <a:cubicBezTo>
                    <a:pt x="147540" y="91037"/>
                    <a:pt x="145883" y="87509"/>
                    <a:pt x="143157" y="85798"/>
                  </a:cubicBezTo>
                  <a:cubicBezTo>
                    <a:pt x="143050" y="85744"/>
                    <a:pt x="142943" y="85691"/>
                    <a:pt x="142836" y="85638"/>
                  </a:cubicBezTo>
                  <a:cubicBezTo>
                    <a:pt x="142676" y="85531"/>
                    <a:pt x="142462" y="85424"/>
                    <a:pt x="142302" y="85370"/>
                  </a:cubicBezTo>
                  <a:cubicBezTo>
                    <a:pt x="141874" y="85156"/>
                    <a:pt x="141446" y="85050"/>
                    <a:pt x="140965" y="85050"/>
                  </a:cubicBezTo>
                  <a:lnTo>
                    <a:pt x="105042" y="83606"/>
                  </a:lnTo>
                  <a:lnTo>
                    <a:pt x="105042" y="77191"/>
                  </a:lnTo>
                  <a:cubicBezTo>
                    <a:pt x="105042" y="73877"/>
                    <a:pt x="103011" y="71365"/>
                    <a:pt x="99536" y="70296"/>
                  </a:cubicBezTo>
                  <a:cubicBezTo>
                    <a:pt x="99376" y="69868"/>
                    <a:pt x="99109" y="69440"/>
                    <a:pt x="98841" y="69119"/>
                  </a:cubicBezTo>
                  <a:lnTo>
                    <a:pt x="98841" y="66447"/>
                  </a:lnTo>
                  <a:cubicBezTo>
                    <a:pt x="98841" y="64843"/>
                    <a:pt x="97826" y="63400"/>
                    <a:pt x="96382" y="62865"/>
                  </a:cubicBezTo>
                  <a:lnTo>
                    <a:pt x="96596" y="62598"/>
                  </a:lnTo>
                  <a:cubicBezTo>
                    <a:pt x="96970" y="62224"/>
                    <a:pt x="97291" y="61849"/>
                    <a:pt x="97559" y="61582"/>
                  </a:cubicBezTo>
                  <a:lnTo>
                    <a:pt x="97665" y="61475"/>
                  </a:lnTo>
                  <a:lnTo>
                    <a:pt x="98307" y="60673"/>
                  </a:lnTo>
                  <a:lnTo>
                    <a:pt x="98628" y="60299"/>
                  </a:lnTo>
                  <a:cubicBezTo>
                    <a:pt x="98948" y="59871"/>
                    <a:pt x="99162" y="59337"/>
                    <a:pt x="99216" y="58802"/>
                  </a:cubicBezTo>
                  <a:cubicBezTo>
                    <a:pt x="99697" y="58107"/>
                    <a:pt x="100124" y="57359"/>
                    <a:pt x="100552" y="56611"/>
                  </a:cubicBezTo>
                  <a:lnTo>
                    <a:pt x="100606" y="56557"/>
                  </a:lnTo>
                  <a:cubicBezTo>
                    <a:pt x="100873" y="55916"/>
                    <a:pt x="101194" y="55274"/>
                    <a:pt x="101407" y="54633"/>
                  </a:cubicBezTo>
                  <a:cubicBezTo>
                    <a:pt x="101461" y="54419"/>
                    <a:pt x="101514" y="54205"/>
                    <a:pt x="101568" y="54045"/>
                  </a:cubicBezTo>
                  <a:lnTo>
                    <a:pt x="101621" y="53831"/>
                  </a:lnTo>
                  <a:cubicBezTo>
                    <a:pt x="101835" y="53189"/>
                    <a:pt x="101782" y="52548"/>
                    <a:pt x="101461" y="51960"/>
                  </a:cubicBezTo>
                  <a:cubicBezTo>
                    <a:pt x="104027" y="43621"/>
                    <a:pt x="104027" y="38328"/>
                    <a:pt x="104027" y="37740"/>
                  </a:cubicBezTo>
                  <a:cubicBezTo>
                    <a:pt x="103973" y="37259"/>
                    <a:pt x="103920" y="36725"/>
                    <a:pt x="103706" y="36297"/>
                  </a:cubicBezTo>
                  <a:cubicBezTo>
                    <a:pt x="103866" y="35763"/>
                    <a:pt x="103973" y="35281"/>
                    <a:pt x="104134" y="34854"/>
                  </a:cubicBezTo>
                  <a:lnTo>
                    <a:pt x="104134" y="34800"/>
                  </a:lnTo>
                  <a:cubicBezTo>
                    <a:pt x="104294" y="34052"/>
                    <a:pt x="104508" y="33250"/>
                    <a:pt x="104615" y="32662"/>
                  </a:cubicBezTo>
                  <a:cubicBezTo>
                    <a:pt x="104775" y="32021"/>
                    <a:pt x="104829" y="31486"/>
                    <a:pt x="104882" y="31112"/>
                  </a:cubicBezTo>
                  <a:cubicBezTo>
                    <a:pt x="104882" y="31058"/>
                    <a:pt x="104989" y="30470"/>
                    <a:pt x="104989" y="30470"/>
                  </a:cubicBezTo>
                  <a:cubicBezTo>
                    <a:pt x="105096" y="29508"/>
                    <a:pt x="104722" y="28599"/>
                    <a:pt x="103973" y="28011"/>
                  </a:cubicBezTo>
                  <a:cubicBezTo>
                    <a:pt x="103813" y="27049"/>
                    <a:pt x="103653" y="26033"/>
                    <a:pt x="103439" y="25125"/>
                  </a:cubicBezTo>
                  <a:cubicBezTo>
                    <a:pt x="103225" y="24056"/>
                    <a:pt x="103065" y="22986"/>
                    <a:pt x="102904" y="21917"/>
                  </a:cubicBezTo>
                  <a:cubicBezTo>
                    <a:pt x="103011" y="19939"/>
                    <a:pt x="103332" y="17267"/>
                    <a:pt x="103385" y="16785"/>
                  </a:cubicBezTo>
                  <a:cubicBezTo>
                    <a:pt x="103492" y="15930"/>
                    <a:pt x="103332" y="15075"/>
                    <a:pt x="102904" y="14326"/>
                  </a:cubicBezTo>
                  <a:lnTo>
                    <a:pt x="102958" y="14113"/>
                  </a:lnTo>
                  <a:lnTo>
                    <a:pt x="103118" y="13792"/>
                  </a:lnTo>
                  <a:cubicBezTo>
                    <a:pt x="103546" y="12616"/>
                    <a:pt x="103118" y="11279"/>
                    <a:pt x="102049" y="10638"/>
                  </a:cubicBezTo>
                  <a:cubicBezTo>
                    <a:pt x="101995" y="10531"/>
                    <a:pt x="101889" y="10478"/>
                    <a:pt x="101782" y="10424"/>
                  </a:cubicBezTo>
                  <a:cubicBezTo>
                    <a:pt x="101675" y="9783"/>
                    <a:pt x="101621" y="9088"/>
                    <a:pt x="101675" y="8446"/>
                  </a:cubicBezTo>
                  <a:cubicBezTo>
                    <a:pt x="101728" y="6468"/>
                    <a:pt x="101942" y="1283"/>
                    <a:pt x="97452" y="160"/>
                  </a:cubicBezTo>
                  <a:cubicBezTo>
                    <a:pt x="97291" y="107"/>
                    <a:pt x="97184" y="107"/>
                    <a:pt x="97024" y="53"/>
                  </a:cubicBezTo>
                  <a:cubicBezTo>
                    <a:pt x="96810" y="53"/>
                    <a:pt x="96650" y="0"/>
                    <a:pt x="964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9" name="Google Shape;5339;p34"/>
            <p:cNvSpPr/>
            <p:nvPr/>
          </p:nvSpPr>
          <p:spPr>
            <a:xfrm>
              <a:off x="1612250" y="304925"/>
              <a:ext cx="4356750" cy="5102475"/>
            </a:xfrm>
            <a:custGeom>
              <a:avLst/>
              <a:gdLst/>
              <a:ahLst/>
              <a:cxnLst/>
              <a:rect l="l" t="t" r="r" b="b"/>
              <a:pathLst>
                <a:path w="174270" h="204099" extrusionOk="0">
                  <a:moveTo>
                    <a:pt x="102530" y="1"/>
                  </a:moveTo>
                  <a:cubicBezTo>
                    <a:pt x="97559" y="1"/>
                    <a:pt x="94886" y="3689"/>
                    <a:pt x="93710" y="5293"/>
                  </a:cubicBezTo>
                  <a:cubicBezTo>
                    <a:pt x="93443" y="5721"/>
                    <a:pt x="93122" y="6095"/>
                    <a:pt x="92748" y="6469"/>
                  </a:cubicBezTo>
                  <a:cubicBezTo>
                    <a:pt x="91625" y="7538"/>
                    <a:pt x="90663" y="8821"/>
                    <a:pt x="90022" y="10265"/>
                  </a:cubicBezTo>
                  <a:lnTo>
                    <a:pt x="89754" y="10478"/>
                  </a:lnTo>
                  <a:cubicBezTo>
                    <a:pt x="87509" y="12724"/>
                    <a:pt x="85905" y="15557"/>
                    <a:pt x="85104" y="18604"/>
                  </a:cubicBezTo>
                  <a:cubicBezTo>
                    <a:pt x="84997" y="18871"/>
                    <a:pt x="84890" y="19192"/>
                    <a:pt x="84836" y="19566"/>
                  </a:cubicBezTo>
                  <a:cubicBezTo>
                    <a:pt x="84034" y="20689"/>
                    <a:pt x="83607" y="22078"/>
                    <a:pt x="83500" y="23468"/>
                  </a:cubicBezTo>
                  <a:lnTo>
                    <a:pt x="83500" y="23789"/>
                  </a:lnTo>
                  <a:lnTo>
                    <a:pt x="83500" y="24217"/>
                  </a:lnTo>
                  <a:lnTo>
                    <a:pt x="83500" y="25232"/>
                  </a:lnTo>
                  <a:cubicBezTo>
                    <a:pt x="83500" y="25339"/>
                    <a:pt x="83446" y="25446"/>
                    <a:pt x="83446" y="25553"/>
                  </a:cubicBezTo>
                  <a:cubicBezTo>
                    <a:pt x="83179" y="26890"/>
                    <a:pt x="83019" y="28226"/>
                    <a:pt x="82965" y="29562"/>
                  </a:cubicBezTo>
                  <a:cubicBezTo>
                    <a:pt x="82431" y="30792"/>
                    <a:pt x="82217" y="32182"/>
                    <a:pt x="82377" y="33465"/>
                  </a:cubicBezTo>
                  <a:lnTo>
                    <a:pt x="82431" y="33892"/>
                  </a:lnTo>
                  <a:cubicBezTo>
                    <a:pt x="82484" y="33999"/>
                    <a:pt x="82484" y="34160"/>
                    <a:pt x="82484" y="34267"/>
                  </a:cubicBezTo>
                  <a:cubicBezTo>
                    <a:pt x="82538" y="34587"/>
                    <a:pt x="82591" y="35068"/>
                    <a:pt x="82751" y="35656"/>
                  </a:cubicBezTo>
                  <a:lnTo>
                    <a:pt x="82805" y="35924"/>
                  </a:lnTo>
                  <a:cubicBezTo>
                    <a:pt x="82912" y="36512"/>
                    <a:pt x="83126" y="37153"/>
                    <a:pt x="83339" y="37848"/>
                  </a:cubicBezTo>
                  <a:cubicBezTo>
                    <a:pt x="83339" y="37955"/>
                    <a:pt x="83393" y="38062"/>
                    <a:pt x="83446" y="38169"/>
                  </a:cubicBezTo>
                  <a:cubicBezTo>
                    <a:pt x="83500" y="38383"/>
                    <a:pt x="83607" y="38650"/>
                    <a:pt x="83714" y="38864"/>
                  </a:cubicBezTo>
                  <a:cubicBezTo>
                    <a:pt x="83714" y="39452"/>
                    <a:pt x="83660" y="40574"/>
                    <a:pt x="83714" y="41964"/>
                  </a:cubicBezTo>
                  <a:cubicBezTo>
                    <a:pt x="83660" y="42232"/>
                    <a:pt x="83607" y="42552"/>
                    <a:pt x="83553" y="42820"/>
                  </a:cubicBezTo>
                  <a:lnTo>
                    <a:pt x="83553" y="43087"/>
                  </a:lnTo>
                  <a:cubicBezTo>
                    <a:pt x="83553" y="43301"/>
                    <a:pt x="83500" y="43621"/>
                    <a:pt x="83500" y="43942"/>
                  </a:cubicBezTo>
                  <a:cubicBezTo>
                    <a:pt x="83446" y="44851"/>
                    <a:pt x="83500" y="45760"/>
                    <a:pt x="83553" y="46668"/>
                  </a:cubicBezTo>
                  <a:lnTo>
                    <a:pt x="83553" y="46882"/>
                  </a:lnTo>
                  <a:cubicBezTo>
                    <a:pt x="83714" y="47898"/>
                    <a:pt x="83927" y="48967"/>
                    <a:pt x="84195" y="49983"/>
                  </a:cubicBezTo>
                  <a:lnTo>
                    <a:pt x="84248" y="50143"/>
                  </a:lnTo>
                  <a:cubicBezTo>
                    <a:pt x="84409" y="50678"/>
                    <a:pt x="84516" y="51159"/>
                    <a:pt x="84729" y="51640"/>
                  </a:cubicBezTo>
                  <a:cubicBezTo>
                    <a:pt x="84569" y="52549"/>
                    <a:pt x="84569" y="53457"/>
                    <a:pt x="84729" y="54313"/>
                  </a:cubicBezTo>
                  <a:cubicBezTo>
                    <a:pt x="84783" y="54901"/>
                    <a:pt x="84783" y="55435"/>
                    <a:pt x="84783" y="56023"/>
                  </a:cubicBezTo>
                  <a:cubicBezTo>
                    <a:pt x="84088" y="58375"/>
                    <a:pt x="83821" y="60834"/>
                    <a:pt x="84088" y="63240"/>
                  </a:cubicBezTo>
                  <a:cubicBezTo>
                    <a:pt x="83927" y="63614"/>
                    <a:pt x="83821" y="63988"/>
                    <a:pt x="83767" y="64363"/>
                  </a:cubicBezTo>
                  <a:cubicBezTo>
                    <a:pt x="81468" y="66127"/>
                    <a:pt x="80079" y="68853"/>
                    <a:pt x="80132" y="71740"/>
                  </a:cubicBezTo>
                  <a:lnTo>
                    <a:pt x="80132" y="71847"/>
                  </a:lnTo>
                  <a:cubicBezTo>
                    <a:pt x="76230" y="73985"/>
                    <a:pt x="73878" y="78048"/>
                    <a:pt x="73878" y="82484"/>
                  </a:cubicBezTo>
                  <a:lnTo>
                    <a:pt x="73878" y="85425"/>
                  </a:lnTo>
                  <a:lnTo>
                    <a:pt x="40307" y="87349"/>
                  </a:lnTo>
                  <a:cubicBezTo>
                    <a:pt x="37153" y="87509"/>
                    <a:pt x="34320" y="89380"/>
                    <a:pt x="32876" y="92214"/>
                  </a:cubicBezTo>
                  <a:cubicBezTo>
                    <a:pt x="31861" y="94298"/>
                    <a:pt x="31593" y="96704"/>
                    <a:pt x="32235" y="99003"/>
                  </a:cubicBezTo>
                  <a:cubicBezTo>
                    <a:pt x="31326" y="99109"/>
                    <a:pt x="30471" y="99377"/>
                    <a:pt x="29722" y="99804"/>
                  </a:cubicBezTo>
                  <a:cubicBezTo>
                    <a:pt x="24270" y="102424"/>
                    <a:pt x="20688" y="108785"/>
                    <a:pt x="20635" y="115895"/>
                  </a:cubicBezTo>
                  <a:lnTo>
                    <a:pt x="20635" y="116643"/>
                  </a:lnTo>
                  <a:lnTo>
                    <a:pt x="20314" y="116643"/>
                  </a:lnTo>
                  <a:cubicBezTo>
                    <a:pt x="18871" y="116750"/>
                    <a:pt x="17534" y="117178"/>
                    <a:pt x="16305" y="117873"/>
                  </a:cubicBezTo>
                  <a:cubicBezTo>
                    <a:pt x="11013" y="120920"/>
                    <a:pt x="7805" y="127709"/>
                    <a:pt x="7859" y="135620"/>
                  </a:cubicBezTo>
                  <a:cubicBezTo>
                    <a:pt x="7859" y="137171"/>
                    <a:pt x="8019" y="138721"/>
                    <a:pt x="8286" y="140271"/>
                  </a:cubicBezTo>
                  <a:cubicBezTo>
                    <a:pt x="4972" y="141073"/>
                    <a:pt x="2353" y="143585"/>
                    <a:pt x="1444" y="146846"/>
                  </a:cubicBezTo>
                  <a:cubicBezTo>
                    <a:pt x="375" y="150267"/>
                    <a:pt x="1016" y="153956"/>
                    <a:pt x="3101" y="156843"/>
                  </a:cubicBezTo>
                  <a:cubicBezTo>
                    <a:pt x="4117" y="158126"/>
                    <a:pt x="5400" y="159195"/>
                    <a:pt x="6897" y="159943"/>
                  </a:cubicBezTo>
                  <a:cubicBezTo>
                    <a:pt x="7057" y="162509"/>
                    <a:pt x="7057" y="165075"/>
                    <a:pt x="6897" y="167641"/>
                  </a:cubicBezTo>
                  <a:cubicBezTo>
                    <a:pt x="2299" y="170046"/>
                    <a:pt x="1" y="175285"/>
                    <a:pt x="1337" y="180310"/>
                  </a:cubicBezTo>
                  <a:cubicBezTo>
                    <a:pt x="2085" y="183357"/>
                    <a:pt x="4277" y="185870"/>
                    <a:pt x="7217" y="186992"/>
                  </a:cubicBezTo>
                  <a:cubicBezTo>
                    <a:pt x="8554" y="187473"/>
                    <a:pt x="39719" y="199234"/>
                    <a:pt x="64576" y="203938"/>
                  </a:cubicBezTo>
                  <a:cubicBezTo>
                    <a:pt x="65164" y="204045"/>
                    <a:pt x="65752" y="204098"/>
                    <a:pt x="66340" y="204098"/>
                  </a:cubicBezTo>
                  <a:lnTo>
                    <a:pt x="66768" y="204098"/>
                  </a:lnTo>
                  <a:cubicBezTo>
                    <a:pt x="67035" y="204098"/>
                    <a:pt x="67356" y="204045"/>
                    <a:pt x="67677" y="203991"/>
                  </a:cubicBezTo>
                  <a:lnTo>
                    <a:pt x="68158" y="203938"/>
                  </a:lnTo>
                  <a:cubicBezTo>
                    <a:pt x="71472" y="203350"/>
                    <a:pt x="148450" y="188917"/>
                    <a:pt x="158820" y="186511"/>
                  </a:cubicBezTo>
                  <a:cubicBezTo>
                    <a:pt x="168389" y="184319"/>
                    <a:pt x="174162" y="174216"/>
                    <a:pt x="174216" y="159569"/>
                  </a:cubicBezTo>
                  <a:cubicBezTo>
                    <a:pt x="174269" y="154544"/>
                    <a:pt x="173521" y="142195"/>
                    <a:pt x="166144" y="136369"/>
                  </a:cubicBezTo>
                  <a:cubicBezTo>
                    <a:pt x="164647" y="135193"/>
                    <a:pt x="162776" y="134498"/>
                    <a:pt x="160905" y="134391"/>
                  </a:cubicBezTo>
                  <a:lnTo>
                    <a:pt x="155666" y="134017"/>
                  </a:lnTo>
                  <a:cubicBezTo>
                    <a:pt x="156147" y="133536"/>
                    <a:pt x="156628" y="132947"/>
                    <a:pt x="157056" y="132306"/>
                  </a:cubicBezTo>
                  <a:lnTo>
                    <a:pt x="157163" y="132092"/>
                  </a:lnTo>
                  <a:cubicBezTo>
                    <a:pt x="160370" y="131344"/>
                    <a:pt x="162402" y="130863"/>
                    <a:pt x="162402" y="130863"/>
                  </a:cubicBezTo>
                  <a:cubicBezTo>
                    <a:pt x="165182" y="130168"/>
                    <a:pt x="167480" y="128190"/>
                    <a:pt x="168603" y="125517"/>
                  </a:cubicBezTo>
                  <a:cubicBezTo>
                    <a:pt x="169886" y="122470"/>
                    <a:pt x="169565" y="118995"/>
                    <a:pt x="167801" y="116269"/>
                  </a:cubicBezTo>
                  <a:cubicBezTo>
                    <a:pt x="167480" y="115788"/>
                    <a:pt x="167106" y="115360"/>
                    <a:pt x="166732" y="114933"/>
                  </a:cubicBezTo>
                  <a:cubicBezTo>
                    <a:pt x="169672" y="111992"/>
                    <a:pt x="170474" y="107449"/>
                    <a:pt x="168603" y="103653"/>
                  </a:cubicBezTo>
                  <a:cubicBezTo>
                    <a:pt x="167106" y="100553"/>
                    <a:pt x="164059" y="98575"/>
                    <a:pt x="160638" y="98468"/>
                  </a:cubicBezTo>
                  <a:lnTo>
                    <a:pt x="158767" y="98414"/>
                  </a:lnTo>
                  <a:cubicBezTo>
                    <a:pt x="158339" y="93443"/>
                    <a:pt x="155880" y="89060"/>
                    <a:pt x="152085" y="86654"/>
                  </a:cubicBezTo>
                  <a:cubicBezTo>
                    <a:pt x="151871" y="86494"/>
                    <a:pt x="151604" y="86333"/>
                    <a:pt x="151336" y="86173"/>
                  </a:cubicBezTo>
                  <a:cubicBezTo>
                    <a:pt x="151069" y="86066"/>
                    <a:pt x="150802" y="85906"/>
                    <a:pt x="150534" y="85799"/>
                  </a:cubicBezTo>
                  <a:cubicBezTo>
                    <a:pt x="149519" y="85318"/>
                    <a:pt x="148343" y="85050"/>
                    <a:pt x="147220" y="84997"/>
                  </a:cubicBezTo>
                  <a:lnTo>
                    <a:pt x="116429" y="83767"/>
                  </a:lnTo>
                  <a:lnTo>
                    <a:pt x="116429" y="82484"/>
                  </a:lnTo>
                  <a:cubicBezTo>
                    <a:pt x="116483" y="78048"/>
                    <a:pt x="114077" y="73931"/>
                    <a:pt x="110175" y="71793"/>
                  </a:cubicBezTo>
                  <a:lnTo>
                    <a:pt x="110175" y="71740"/>
                  </a:lnTo>
                  <a:cubicBezTo>
                    <a:pt x="110175" y="70457"/>
                    <a:pt x="109961" y="69227"/>
                    <a:pt x="109426" y="68105"/>
                  </a:cubicBezTo>
                  <a:cubicBezTo>
                    <a:pt x="109800" y="67517"/>
                    <a:pt x="110068" y="66929"/>
                    <a:pt x="110282" y="66234"/>
                  </a:cubicBezTo>
                  <a:cubicBezTo>
                    <a:pt x="110656" y="65646"/>
                    <a:pt x="111030" y="65004"/>
                    <a:pt x="111351" y="64416"/>
                  </a:cubicBezTo>
                  <a:lnTo>
                    <a:pt x="111458" y="64202"/>
                  </a:lnTo>
                  <a:cubicBezTo>
                    <a:pt x="111885" y="63400"/>
                    <a:pt x="112206" y="62545"/>
                    <a:pt x="112527" y="61636"/>
                  </a:cubicBezTo>
                  <a:cubicBezTo>
                    <a:pt x="112634" y="61316"/>
                    <a:pt x="112741" y="61048"/>
                    <a:pt x="112794" y="60728"/>
                  </a:cubicBezTo>
                  <a:lnTo>
                    <a:pt x="112848" y="60567"/>
                  </a:lnTo>
                  <a:cubicBezTo>
                    <a:pt x="113168" y="59552"/>
                    <a:pt x="113222" y="58482"/>
                    <a:pt x="113115" y="57413"/>
                  </a:cubicBezTo>
                  <a:cubicBezTo>
                    <a:pt x="115413" y="49288"/>
                    <a:pt x="115413" y="43996"/>
                    <a:pt x="115413" y="42980"/>
                  </a:cubicBezTo>
                  <a:cubicBezTo>
                    <a:pt x="115413" y="42552"/>
                    <a:pt x="115360" y="42125"/>
                    <a:pt x="115307" y="41697"/>
                  </a:cubicBezTo>
                  <a:lnTo>
                    <a:pt x="115413" y="41376"/>
                  </a:lnTo>
                  <a:cubicBezTo>
                    <a:pt x="115627" y="40574"/>
                    <a:pt x="115788" y="39773"/>
                    <a:pt x="115948" y="39131"/>
                  </a:cubicBezTo>
                  <a:lnTo>
                    <a:pt x="116001" y="38917"/>
                  </a:lnTo>
                  <a:cubicBezTo>
                    <a:pt x="116108" y="38276"/>
                    <a:pt x="116215" y="37688"/>
                    <a:pt x="116269" y="37260"/>
                  </a:cubicBezTo>
                  <a:cubicBezTo>
                    <a:pt x="116322" y="37207"/>
                    <a:pt x="116322" y="37100"/>
                    <a:pt x="116322" y="37046"/>
                  </a:cubicBezTo>
                  <a:lnTo>
                    <a:pt x="116376" y="36458"/>
                  </a:lnTo>
                  <a:cubicBezTo>
                    <a:pt x="116643" y="34534"/>
                    <a:pt x="116162" y="32609"/>
                    <a:pt x="115093" y="30952"/>
                  </a:cubicBezTo>
                  <a:cubicBezTo>
                    <a:pt x="114986" y="30418"/>
                    <a:pt x="114879" y="29883"/>
                    <a:pt x="114772" y="29402"/>
                  </a:cubicBezTo>
                  <a:cubicBezTo>
                    <a:pt x="114665" y="28761"/>
                    <a:pt x="114451" y="27691"/>
                    <a:pt x="114398" y="27157"/>
                  </a:cubicBezTo>
                  <a:cubicBezTo>
                    <a:pt x="114451" y="25767"/>
                    <a:pt x="114665" y="23949"/>
                    <a:pt x="114772" y="22720"/>
                  </a:cubicBezTo>
                  <a:cubicBezTo>
                    <a:pt x="114932" y="21651"/>
                    <a:pt x="114879" y="20528"/>
                    <a:pt x="114612" y="19459"/>
                  </a:cubicBezTo>
                  <a:cubicBezTo>
                    <a:pt x="114986" y="17321"/>
                    <a:pt x="114451" y="15076"/>
                    <a:pt x="113115" y="13365"/>
                  </a:cubicBezTo>
                  <a:cubicBezTo>
                    <a:pt x="113275" y="3903"/>
                    <a:pt x="108090" y="1123"/>
                    <a:pt x="104882" y="322"/>
                  </a:cubicBezTo>
                  <a:cubicBezTo>
                    <a:pt x="104562" y="215"/>
                    <a:pt x="104241" y="161"/>
                    <a:pt x="103867" y="108"/>
                  </a:cubicBezTo>
                  <a:cubicBezTo>
                    <a:pt x="103439" y="54"/>
                    <a:pt x="103011" y="1"/>
                    <a:pt x="1025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42863" dist="9525" algn="bl" rotWithShape="0">
                <a:schemeClr val="dk2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0" name="Google Shape;5340;p34"/>
            <p:cNvSpPr/>
            <p:nvPr/>
          </p:nvSpPr>
          <p:spPr>
            <a:xfrm>
              <a:off x="1831425" y="502525"/>
              <a:ext cx="3935775" cy="4704075"/>
            </a:xfrm>
            <a:custGeom>
              <a:avLst/>
              <a:gdLst/>
              <a:ahLst/>
              <a:cxnLst/>
              <a:rect l="l" t="t" r="r" b="b"/>
              <a:pathLst>
                <a:path w="157431" h="188163" extrusionOk="0">
                  <a:moveTo>
                    <a:pt x="93717" y="0"/>
                  </a:moveTo>
                  <a:cubicBezTo>
                    <a:pt x="92778" y="0"/>
                    <a:pt x="92065" y="924"/>
                    <a:pt x="91304" y="2040"/>
                  </a:cubicBezTo>
                  <a:cubicBezTo>
                    <a:pt x="90716" y="2895"/>
                    <a:pt x="90021" y="3643"/>
                    <a:pt x="89273" y="4392"/>
                  </a:cubicBezTo>
                  <a:cubicBezTo>
                    <a:pt x="88204" y="5354"/>
                    <a:pt x="87562" y="7492"/>
                    <a:pt x="87242" y="9631"/>
                  </a:cubicBezTo>
                  <a:lnTo>
                    <a:pt x="87242" y="9149"/>
                  </a:lnTo>
                  <a:cubicBezTo>
                    <a:pt x="87242" y="8829"/>
                    <a:pt x="87188" y="8508"/>
                    <a:pt x="86974" y="8294"/>
                  </a:cubicBezTo>
                  <a:cubicBezTo>
                    <a:pt x="86921" y="8187"/>
                    <a:pt x="86814" y="8187"/>
                    <a:pt x="86707" y="8134"/>
                  </a:cubicBezTo>
                  <a:cubicBezTo>
                    <a:pt x="86600" y="8134"/>
                    <a:pt x="86440" y="8187"/>
                    <a:pt x="86386" y="8294"/>
                  </a:cubicBezTo>
                  <a:cubicBezTo>
                    <a:pt x="85157" y="9577"/>
                    <a:pt x="84302" y="11181"/>
                    <a:pt x="83874" y="12891"/>
                  </a:cubicBezTo>
                  <a:cubicBezTo>
                    <a:pt x="83393" y="14335"/>
                    <a:pt x="83126" y="15832"/>
                    <a:pt x="83072" y="17382"/>
                  </a:cubicBezTo>
                  <a:cubicBezTo>
                    <a:pt x="83019" y="17221"/>
                    <a:pt x="82965" y="17061"/>
                    <a:pt x="82965" y="16954"/>
                  </a:cubicBezTo>
                  <a:cubicBezTo>
                    <a:pt x="82858" y="16633"/>
                    <a:pt x="82751" y="16420"/>
                    <a:pt x="82698" y="16206"/>
                  </a:cubicBezTo>
                  <a:lnTo>
                    <a:pt x="82644" y="15938"/>
                  </a:lnTo>
                  <a:lnTo>
                    <a:pt x="82644" y="16259"/>
                  </a:lnTo>
                  <a:lnTo>
                    <a:pt x="82644" y="17115"/>
                  </a:lnTo>
                  <a:cubicBezTo>
                    <a:pt x="82644" y="17435"/>
                    <a:pt x="82698" y="17863"/>
                    <a:pt x="82805" y="18291"/>
                  </a:cubicBezTo>
                  <a:cubicBezTo>
                    <a:pt x="82805" y="18397"/>
                    <a:pt x="82858" y="18504"/>
                    <a:pt x="82912" y="18665"/>
                  </a:cubicBezTo>
                  <a:cubicBezTo>
                    <a:pt x="82644" y="18665"/>
                    <a:pt x="82484" y="18932"/>
                    <a:pt x="82377" y="19306"/>
                  </a:cubicBezTo>
                  <a:cubicBezTo>
                    <a:pt x="82003" y="21445"/>
                    <a:pt x="81896" y="23636"/>
                    <a:pt x="82003" y="25828"/>
                  </a:cubicBezTo>
                  <a:cubicBezTo>
                    <a:pt x="81843" y="25507"/>
                    <a:pt x="81682" y="25186"/>
                    <a:pt x="81629" y="24973"/>
                  </a:cubicBezTo>
                  <a:lnTo>
                    <a:pt x="81468" y="24652"/>
                  </a:lnTo>
                  <a:lnTo>
                    <a:pt x="81522" y="25080"/>
                  </a:lnTo>
                  <a:cubicBezTo>
                    <a:pt x="81522" y="25293"/>
                    <a:pt x="81575" y="25668"/>
                    <a:pt x="81682" y="26095"/>
                  </a:cubicBezTo>
                  <a:cubicBezTo>
                    <a:pt x="81789" y="26523"/>
                    <a:pt x="81896" y="26951"/>
                    <a:pt x="82056" y="27432"/>
                  </a:cubicBezTo>
                  <a:cubicBezTo>
                    <a:pt x="82217" y="27859"/>
                    <a:pt x="82431" y="28394"/>
                    <a:pt x="82644" y="28875"/>
                  </a:cubicBezTo>
                  <a:cubicBezTo>
                    <a:pt x="82912" y="29303"/>
                    <a:pt x="83179" y="29730"/>
                    <a:pt x="83393" y="30104"/>
                  </a:cubicBezTo>
                  <a:lnTo>
                    <a:pt x="83500" y="30158"/>
                  </a:lnTo>
                  <a:cubicBezTo>
                    <a:pt x="83339" y="30158"/>
                    <a:pt x="83232" y="30211"/>
                    <a:pt x="83126" y="30318"/>
                  </a:cubicBezTo>
                  <a:cubicBezTo>
                    <a:pt x="82965" y="30479"/>
                    <a:pt x="82858" y="30746"/>
                    <a:pt x="82858" y="31013"/>
                  </a:cubicBezTo>
                  <a:cubicBezTo>
                    <a:pt x="82698" y="33579"/>
                    <a:pt x="82912" y="36145"/>
                    <a:pt x="83500" y="38658"/>
                  </a:cubicBezTo>
                  <a:cubicBezTo>
                    <a:pt x="83607" y="39085"/>
                    <a:pt x="83714" y="39566"/>
                    <a:pt x="83820" y="40101"/>
                  </a:cubicBezTo>
                  <a:lnTo>
                    <a:pt x="84088" y="41170"/>
                  </a:lnTo>
                  <a:cubicBezTo>
                    <a:pt x="83874" y="40635"/>
                    <a:pt x="83660" y="40101"/>
                    <a:pt x="83500" y="39566"/>
                  </a:cubicBezTo>
                  <a:cubicBezTo>
                    <a:pt x="83286" y="38925"/>
                    <a:pt x="83072" y="38337"/>
                    <a:pt x="82965" y="37695"/>
                  </a:cubicBezTo>
                  <a:cubicBezTo>
                    <a:pt x="82858" y="37268"/>
                    <a:pt x="82751" y="36787"/>
                    <a:pt x="82698" y="36305"/>
                  </a:cubicBezTo>
                  <a:cubicBezTo>
                    <a:pt x="82698" y="36145"/>
                    <a:pt x="82644" y="35985"/>
                    <a:pt x="82644" y="35878"/>
                  </a:cubicBezTo>
                  <a:cubicBezTo>
                    <a:pt x="82644" y="35985"/>
                    <a:pt x="82644" y="36145"/>
                    <a:pt x="82644" y="36305"/>
                  </a:cubicBezTo>
                  <a:cubicBezTo>
                    <a:pt x="82591" y="36840"/>
                    <a:pt x="82591" y="37321"/>
                    <a:pt x="82644" y="37856"/>
                  </a:cubicBezTo>
                  <a:cubicBezTo>
                    <a:pt x="82751" y="38551"/>
                    <a:pt x="82912" y="39246"/>
                    <a:pt x="83072" y="39941"/>
                  </a:cubicBezTo>
                  <a:cubicBezTo>
                    <a:pt x="83286" y="40635"/>
                    <a:pt x="83553" y="41384"/>
                    <a:pt x="83820" y="42079"/>
                  </a:cubicBezTo>
                  <a:cubicBezTo>
                    <a:pt x="84034" y="42774"/>
                    <a:pt x="84355" y="43415"/>
                    <a:pt x="84569" y="44110"/>
                  </a:cubicBezTo>
                  <a:cubicBezTo>
                    <a:pt x="84515" y="44057"/>
                    <a:pt x="84462" y="44057"/>
                    <a:pt x="84408" y="44003"/>
                  </a:cubicBezTo>
                  <a:cubicBezTo>
                    <a:pt x="84302" y="44003"/>
                    <a:pt x="84195" y="44057"/>
                    <a:pt x="84088" y="44110"/>
                  </a:cubicBezTo>
                  <a:cubicBezTo>
                    <a:pt x="83820" y="44377"/>
                    <a:pt x="83714" y="44805"/>
                    <a:pt x="83767" y="45179"/>
                  </a:cubicBezTo>
                  <a:cubicBezTo>
                    <a:pt x="83874" y="46035"/>
                    <a:pt x="84141" y="48547"/>
                    <a:pt x="83714" y="49883"/>
                  </a:cubicBezTo>
                  <a:cubicBezTo>
                    <a:pt x="83072" y="52236"/>
                    <a:pt x="82912" y="53625"/>
                    <a:pt x="83607" y="57207"/>
                  </a:cubicBezTo>
                  <a:cubicBezTo>
                    <a:pt x="83714" y="57848"/>
                    <a:pt x="83874" y="58704"/>
                    <a:pt x="84088" y="59559"/>
                  </a:cubicBezTo>
                  <a:cubicBezTo>
                    <a:pt x="83927" y="59238"/>
                    <a:pt x="83767" y="58971"/>
                    <a:pt x="83607" y="58757"/>
                  </a:cubicBezTo>
                  <a:cubicBezTo>
                    <a:pt x="83446" y="58490"/>
                    <a:pt x="83179" y="58223"/>
                    <a:pt x="83019" y="58062"/>
                  </a:cubicBezTo>
                  <a:lnTo>
                    <a:pt x="82805" y="57848"/>
                  </a:lnTo>
                  <a:lnTo>
                    <a:pt x="82965" y="58223"/>
                  </a:lnTo>
                  <a:cubicBezTo>
                    <a:pt x="83072" y="58383"/>
                    <a:pt x="83179" y="58704"/>
                    <a:pt x="83339" y="59078"/>
                  </a:cubicBezTo>
                  <a:cubicBezTo>
                    <a:pt x="83500" y="59452"/>
                    <a:pt x="83714" y="59880"/>
                    <a:pt x="83874" y="60361"/>
                  </a:cubicBezTo>
                  <a:cubicBezTo>
                    <a:pt x="84088" y="60842"/>
                    <a:pt x="84302" y="61323"/>
                    <a:pt x="84462" y="61804"/>
                  </a:cubicBezTo>
                  <a:lnTo>
                    <a:pt x="84515" y="62072"/>
                  </a:lnTo>
                  <a:cubicBezTo>
                    <a:pt x="83072" y="62125"/>
                    <a:pt x="81575" y="62285"/>
                    <a:pt x="80132" y="62606"/>
                  </a:cubicBezTo>
                  <a:cubicBezTo>
                    <a:pt x="79651" y="62713"/>
                    <a:pt x="79277" y="63194"/>
                    <a:pt x="79277" y="63675"/>
                  </a:cubicBezTo>
                  <a:lnTo>
                    <a:pt x="79277" y="67631"/>
                  </a:lnTo>
                  <a:cubicBezTo>
                    <a:pt x="78635" y="67952"/>
                    <a:pt x="78261" y="68647"/>
                    <a:pt x="78261" y="69395"/>
                  </a:cubicBezTo>
                  <a:lnTo>
                    <a:pt x="78261" y="69930"/>
                  </a:lnTo>
                  <a:cubicBezTo>
                    <a:pt x="77566" y="69983"/>
                    <a:pt x="76925" y="70144"/>
                    <a:pt x="76283" y="70357"/>
                  </a:cubicBezTo>
                  <a:cubicBezTo>
                    <a:pt x="74198" y="71106"/>
                    <a:pt x="73022" y="72603"/>
                    <a:pt x="73022" y="74527"/>
                  </a:cubicBezTo>
                  <a:lnTo>
                    <a:pt x="73022" y="85058"/>
                  </a:lnTo>
                  <a:lnTo>
                    <a:pt x="31914" y="87410"/>
                  </a:lnTo>
                  <a:cubicBezTo>
                    <a:pt x="31593" y="87463"/>
                    <a:pt x="31380" y="87624"/>
                    <a:pt x="31219" y="87891"/>
                  </a:cubicBezTo>
                  <a:cubicBezTo>
                    <a:pt x="31005" y="88319"/>
                    <a:pt x="31005" y="88800"/>
                    <a:pt x="31273" y="89228"/>
                  </a:cubicBezTo>
                  <a:cubicBezTo>
                    <a:pt x="31615" y="89668"/>
                    <a:pt x="32137" y="89929"/>
                    <a:pt x="32715" y="89929"/>
                  </a:cubicBezTo>
                  <a:cubicBezTo>
                    <a:pt x="32768" y="89929"/>
                    <a:pt x="32822" y="89927"/>
                    <a:pt x="32876" y="89922"/>
                  </a:cubicBezTo>
                  <a:cubicBezTo>
                    <a:pt x="33464" y="89922"/>
                    <a:pt x="34106" y="89869"/>
                    <a:pt x="34747" y="89816"/>
                  </a:cubicBezTo>
                  <a:lnTo>
                    <a:pt x="34747" y="89816"/>
                  </a:lnTo>
                  <a:cubicBezTo>
                    <a:pt x="35603" y="92542"/>
                    <a:pt x="35603" y="95535"/>
                    <a:pt x="34694" y="98262"/>
                  </a:cubicBezTo>
                  <a:lnTo>
                    <a:pt x="34266" y="98262"/>
                  </a:lnTo>
                  <a:cubicBezTo>
                    <a:pt x="34153" y="98252"/>
                    <a:pt x="34039" y="98248"/>
                    <a:pt x="33925" y="98248"/>
                  </a:cubicBezTo>
                  <a:cubicBezTo>
                    <a:pt x="33397" y="98248"/>
                    <a:pt x="32870" y="98344"/>
                    <a:pt x="32342" y="98476"/>
                  </a:cubicBezTo>
                  <a:lnTo>
                    <a:pt x="24804" y="98957"/>
                  </a:lnTo>
                  <a:cubicBezTo>
                    <a:pt x="24697" y="98957"/>
                    <a:pt x="24537" y="99010"/>
                    <a:pt x="24377" y="99064"/>
                  </a:cubicBezTo>
                  <a:cubicBezTo>
                    <a:pt x="21704" y="100400"/>
                    <a:pt x="19886" y="103982"/>
                    <a:pt x="19886" y="108044"/>
                  </a:cubicBezTo>
                  <a:cubicBezTo>
                    <a:pt x="19886" y="110771"/>
                    <a:pt x="20742" y="113925"/>
                    <a:pt x="23040" y="115956"/>
                  </a:cubicBezTo>
                  <a:lnTo>
                    <a:pt x="12082" y="116704"/>
                  </a:lnTo>
                  <a:cubicBezTo>
                    <a:pt x="11921" y="116758"/>
                    <a:pt x="11707" y="116811"/>
                    <a:pt x="11547" y="116918"/>
                  </a:cubicBezTo>
                  <a:cubicBezTo>
                    <a:pt x="8821" y="118468"/>
                    <a:pt x="7057" y="122691"/>
                    <a:pt x="7057" y="127663"/>
                  </a:cubicBezTo>
                  <a:cubicBezTo>
                    <a:pt x="7057" y="131993"/>
                    <a:pt x="8714" y="137178"/>
                    <a:pt x="12990" y="138996"/>
                  </a:cubicBezTo>
                  <a:lnTo>
                    <a:pt x="1658" y="140118"/>
                  </a:lnTo>
                  <a:cubicBezTo>
                    <a:pt x="1016" y="140172"/>
                    <a:pt x="482" y="140599"/>
                    <a:pt x="321" y="141187"/>
                  </a:cubicBezTo>
                  <a:cubicBezTo>
                    <a:pt x="0" y="142203"/>
                    <a:pt x="161" y="143272"/>
                    <a:pt x="695" y="144128"/>
                  </a:cubicBezTo>
                  <a:cubicBezTo>
                    <a:pt x="1247" y="144829"/>
                    <a:pt x="2032" y="145202"/>
                    <a:pt x="2877" y="145202"/>
                  </a:cubicBezTo>
                  <a:cubicBezTo>
                    <a:pt x="2934" y="145202"/>
                    <a:pt x="2991" y="145200"/>
                    <a:pt x="3048" y="145197"/>
                  </a:cubicBezTo>
                  <a:cubicBezTo>
                    <a:pt x="3796" y="145197"/>
                    <a:pt x="4544" y="145143"/>
                    <a:pt x="5239" y="145036"/>
                  </a:cubicBezTo>
                  <a:lnTo>
                    <a:pt x="5239" y="145036"/>
                  </a:lnTo>
                  <a:cubicBezTo>
                    <a:pt x="5881" y="148404"/>
                    <a:pt x="7164" y="157278"/>
                    <a:pt x="5186" y="166205"/>
                  </a:cubicBezTo>
                  <a:lnTo>
                    <a:pt x="5025" y="166205"/>
                  </a:lnTo>
                  <a:cubicBezTo>
                    <a:pt x="3048" y="166205"/>
                    <a:pt x="1604" y="166740"/>
                    <a:pt x="802" y="167702"/>
                  </a:cubicBezTo>
                  <a:cubicBezTo>
                    <a:pt x="214" y="168557"/>
                    <a:pt x="54" y="169573"/>
                    <a:pt x="375" y="170535"/>
                  </a:cubicBezTo>
                  <a:cubicBezTo>
                    <a:pt x="482" y="171016"/>
                    <a:pt x="856" y="171390"/>
                    <a:pt x="1337" y="171604"/>
                  </a:cubicBezTo>
                  <a:cubicBezTo>
                    <a:pt x="1604" y="171711"/>
                    <a:pt x="32930" y="183578"/>
                    <a:pt x="57306" y="188122"/>
                  </a:cubicBezTo>
                  <a:cubicBezTo>
                    <a:pt x="57359" y="188149"/>
                    <a:pt x="57413" y="188162"/>
                    <a:pt x="57466" y="188162"/>
                  </a:cubicBezTo>
                  <a:cubicBezTo>
                    <a:pt x="57520" y="188162"/>
                    <a:pt x="57573" y="188149"/>
                    <a:pt x="57627" y="188122"/>
                  </a:cubicBezTo>
                  <a:lnTo>
                    <a:pt x="57841" y="188122"/>
                  </a:lnTo>
                  <a:cubicBezTo>
                    <a:pt x="61155" y="187534"/>
                    <a:pt x="138025" y="173154"/>
                    <a:pt x="148182" y="170749"/>
                  </a:cubicBezTo>
                  <a:cubicBezTo>
                    <a:pt x="154918" y="169199"/>
                    <a:pt x="157377" y="159844"/>
                    <a:pt x="157377" y="151611"/>
                  </a:cubicBezTo>
                  <a:cubicBezTo>
                    <a:pt x="157430" y="145731"/>
                    <a:pt x="156094" y="137766"/>
                    <a:pt x="152352" y="134773"/>
                  </a:cubicBezTo>
                  <a:cubicBezTo>
                    <a:pt x="152085" y="134612"/>
                    <a:pt x="151817" y="134505"/>
                    <a:pt x="151497" y="134452"/>
                  </a:cubicBezTo>
                  <a:lnTo>
                    <a:pt x="140698" y="133703"/>
                  </a:lnTo>
                  <a:cubicBezTo>
                    <a:pt x="139948" y="133328"/>
                    <a:pt x="139116" y="133159"/>
                    <a:pt x="138274" y="133159"/>
                  </a:cubicBezTo>
                  <a:cubicBezTo>
                    <a:pt x="138155" y="133159"/>
                    <a:pt x="138037" y="133162"/>
                    <a:pt x="137919" y="133169"/>
                  </a:cubicBezTo>
                  <a:lnTo>
                    <a:pt x="137437" y="133169"/>
                  </a:lnTo>
                  <a:cubicBezTo>
                    <a:pt x="135887" y="128091"/>
                    <a:pt x="136849" y="123066"/>
                    <a:pt x="137384" y="120981"/>
                  </a:cubicBezTo>
                  <a:cubicBezTo>
                    <a:pt x="137812" y="120981"/>
                    <a:pt x="138400" y="121034"/>
                    <a:pt x="138988" y="121034"/>
                  </a:cubicBezTo>
                  <a:lnTo>
                    <a:pt x="139362" y="121034"/>
                  </a:lnTo>
                  <a:cubicBezTo>
                    <a:pt x="139412" y="121038"/>
                    <a:pt x="139463" y="121039"/>
                    <a:pt x="139513" y="121039"/>
                  </a:cubicBezTo>
                  <a:cubicBezTo>
                    <a:pt x="140263" y="121039"/>
                    <a:pt x="140996" y="120670"/>
                    <a:pt x="141447" y="120019"/>
                  </a:cubicBezTo>
                  <a:cubicBezTo>
                    <a:pt x="141821" y="119431"/>
                    <a:pt x="141874" y="118629"/>
                    <a:pt x="141607" y="117987"/>
                  </a:cubicBezTo>
                  <a:cubicBezTo>
                    <a:pt x="141554" y="117827"/>
                    <a:pt x="141447" y="117666"/>
                    <a:pt x="141340" y="117560"/>
                  </a:cubicBezTo>
                  <a:cubicBezTo>
                    <a:pt x="147434" y="116170"/>
                    <a:pt x="151497" y="115154"/>
                    <a:pt x="151603" y="115154"/>
                  </a:cubicBezTo>
                  <a:cubicBezTo>
                    <a:pt x="151924" y="115047"/>
                    <a:pt x="152245" y="114833"/>
                    <a:pt x="152405" y="114459"/>
                  </a:cubicBezTo>
                  <a:cubicBezTo>
                    <a:pt x="152619" y="113925"/>
                    <a:pt x="152566" y="113283"/>
                    <a:pt x="152245" y="112802"/>
                  </a:cubicBezTo>
                  <a:cubicBezTo>
                    <a:pt x="151764" y="112054"/>
                    <a:pt x="150695" y="111679"/>
                    <a:pt x="148931" y="111679"/>
                  </a:cubicBezTo>
                  <a:lnTo>
                    <a:pt x="148236" y="111679"/>
                  </a:lnTo>
                  <a:cubicBezTo>
                    <a:pt x="146846" y="107617"/>
                    <a:pt x="147808" y="103554"/>
                    <a:pt x="148343" y="101897"/>
                  </a:cubicBezTo>
                  <a:cubicBezTo>
                    <a:pt x="148824" y="101897"/>
                    <a:pt x="149358" y="101950"/>
                    <a:pt x="150000" y="101950"/>
                  </a:cubicBezTo>
                  <a:lnTo>
                    <a:pt x="150481" y="101950"/>
                  </a:lnTo>
                  <a:cubicBezTo>
                    <a:pt x="150532" y="101954"/>
                    <a:pt x="150582" y="101955"/>
                    <a:pt x="150633" y="101955"/>
                  </a:cubicBezTo>
                  <a:cubicBezTo>
                    <a:pt x="151383" y="101955"/>
                    <a:pt x="152112" y="101589"/>
                    <a:pt x="152512" y="100988"/>
                  </a:cubicBezTo>
                  <a:cubicBezTo>
                    <a:pt x="152833" y="100453"/>
                    <a:pt x="152886" y="99758"/>
                    <a:pt x="152619" y="99224"/>
                  </a:cubicBezTo>
                  <a:cubicBezTo>
                    <a:pt x="152405" y="98850"/>
                    <a:pt x="152031" y="98582"/>
                    <a:pt x="151603" y="98529"/>
                  </a:cubicBezTo>
                  <a:lnTo>
                    <a:pt x="140057" y="98208"/>
                  </a:lnTo>
                  <a:cubicBezTo>
                    <a:pt x="141340" y="96551"/>
                    <a:pt x="142035" y="94520"/>
                    <a:pt x="142035" y="92381"/>
                  </a:cubicBezTo>
                  <a:cubicBezTo>
                    <a:pt x="142035" y="89281"/>
                    <a:pt x="140805" y="86555"/>
                    <a:pt x="138827" y="85379"/>
                  </a:cubicBezTo>
                  <a:cubicBezTo>
                    <a:pt x="138667" y="85325"/>
                    <a:pt x="138560" y="85218"/>
                    <a:pt x="138400" y="85165"/>
                  </a:cubicBezTo>
                  <a:cubicBezTo>
                    <a:pt x="138293" y="85111"/>
                    <a:pt x="138186" y="85111"/>
                    <a:pt x="138079" y="85111"/>
                  </a:cubicBezTo>
                  <a:lnTo>
                    <a:pt x="99911" y="83561"/>
                  </a:lnTo>
                  <a:lnTo>
                    <a:pt x="99644" y="83561"/>
                  </a:lnTo>
                  <a:lnTo>
                    <a:pt x="99644" y="74527"/>
                  </a:lnTo>
                  <a:cubicBezTo>
                    <a:pt x="99644" y="71373"/>
                    <a:pt x="96704" y="70197"/>
                    <a:pt x="94405" y="69930"/>
                  </a:cubicBezTo>
                  <a:lnTo>
                    <a:pt x="94405" y="69395"/>
                  </a:lnTo>
                  <a:cubicBezTo>
                    <a:pt x="94405" y="68647"/>
                    <a:pt x="94031" y="67952"/>
                    <a:pt x="93389" y="67631"/>
                  </a:cubicBezTo>
                  <a:lnTo>
                    <a:pt x="93389" y="63782"/>
                  </a:lnTo>
                  <a:cubicBezTo>
                    <a:pt x="93389" y="63301"/>
                    <a:pt x="93015" y="62820"/>
                    <a:pt x="92534" y="62713"/>
                  </a:cubicBezTo>
                  <a:cubicBezTo>
                    <a:pt x="91251" y="62446"/>
                    <a:pt x="89915" y="62285"/>
                    <a:pt x="88578" y="62178"/>
                  </a:cubicBezTo>
                  <a:cubicBezTo>
                    <a:pt x="88792" y="61965"/>
                    <a:pt x="89006" y="61751"/>
                    <a:pt x="89273" y="61537"/>
                  </a:cubicBezTo>
                  <a:cubicBezTo>
                    <a:pt x="89433" y="61377"/>
                    <a:pt x="89594" y="61270"/>
                    <a:pt x="89701" y="61163"/>
                  </a:cubicBezTo>
                  <a:cubicBezTo>
                    <a:pt x="89808" y="61056"/>
                    <a:pt x="89968" y="60949"/>
                    <a:pt x="90075" y="60896"/>
                  </a:cubicBezTo>
                  <a:lnTo>
                    <a:pt x="90396" y="60628"/>
                  </a:lnTo>
                  <a:lnTo>
                    <a:pt x="90021" y="60682"/>
                  </a:lnTo>
                  <a:cubicBezTo>
                    <a:pt x="89915" y="60735"/>
                    <a:pt x="89754" y="60789"/>
                    <a:pt x="89647" y="60842"/>
                  </a:cubicBezTo>
                  <a:cubicBezTo>
                    <a:pt x="89487" y="60896"/>
                    <a:pt x="89326" y="60949"/>
                    <a:pt x="89166" y="61056"/>
                  </a:cubicBezTo>
                  <a:cubicBezTo>
                    <a:pt x="88952" y="61163"/>
                    <a:pt x="88792" y="61270"/>
                    <a:pt x="88578" y="61377"/>
                  </a:cubicBezTo>
                  <a:cubicBezTo>
                    <a:pt x="88845" y="61109"/>
                    <a:pt x="89166" y="60842"/>
                    <a:pt x="89540" y="60521"/>
                  </a:cubicBezTo>
                  <a:cubicBezTo>
                    <a:pt x="89861" y="60201"/>
                    <a:pt x="90289" y="59773"/>
                    <a:pt x="90716" y="59399"/>
                  </a:cubicBezTo>
                  <a:cubicBezTo>
                    <a:pt x="91091" y="59025"/>
                    <a:pt x="91465" y="58543"/>
                    <a:pt x="91839" y="58169"/>
                  </a:cubicBezTo>
                  <a:cubicBezTo>
                    <a:pt x="92213" y="57795"/>
                    <a:pt x="92534" y="57421"/>
                    <a:pt x="92855" y="57100"/>
                  </a:cubicBezTo>
                  <a:lnTo>
                    <a:pt x="93496" y="56298"/>
                  </a:lnTo>
                  <a:lnTo>
                    <a:pt x="93763" y="55978"/>
                  </a:lnTo>
                  <a:lnTo>
                    <a:pt x="93443" y="56138"/>
                  </a:lnTo>
                  <a:lnTo>
                    <a:pt x="92694" y="56672"/>
                  </a:lnTo>
                  <a:lnTo>
                    <a:pt x="92641" y="56672"/>
                  </a:lnTo>
                  <a:lnTo>
                    <a:pt x="92694" y="56619"/>
                  </a:lnTo>
                  <a:cubicBezTo>
                    <a:pt x="93229" y="55978"/>
                    <a:pt x="93763" y="55336"/>
                    <a:pt x="94244" y="54695"/>
                  </a:cubicBezTo>
                  <a:cubicBezTo>
                    <a:pt x="94672" y="54053"/>
                    <a:pt x="95046" y="53412"/>
                    <a:pt x="95421" y="52770"/>
                  </a:cubicBezTo>
                  <a:cubicBezTo>
                    <a:pt x="95688" y="52236"/>
                    <a:pt x="95902" y="51701"/>
                    <a:pt x="96115" y="51113"/>
                  </a:cubicBezTo>
                  <a:cubicBezTo>
                    <a:pt x="96169" y="50899"/>
                    <a:pt x="96222" y="50739"/>
                    <a:pt x="96222" y="50632"/>
                  </a:cubicBezTo>
                  <a:lnTo>
                    <a:pt x="96222" y="50632"/>
                  </a:lnTo>
                  <a:cubicBezTo>
                    <a:pt x="96169" y="50685"/>
                    <a:pt x="96115" y="50846"/>
                    <a:pt x="96009" y="51006"/>
                  </a:cubicBezTo>
                  <a:cubicBezTo>
                    <a:pt x="95795" y="51487"/>
                    <a:pt x="95474" y="51915"/>
                    <a:pt x="95207" y="52342"/>
                  </a:cubicBezTo>
                  <a:cubicBezTo>
                    <a:pt x="94833" y="52930"/>
                    <a:pt x="94405" y="53465"/>
                    <a:pt x="93924" y="54000"/>
                  </a:cubicBezTo>
                  <a:cubicBezTo>
                    <a:pt x="94779" y="52449"/>
                    <a:pt x="95474" y="50846"/>
                    <a:pt x="95955" y="49135"/>
                  </a:cubicBezTo>
                  <a:cubicBezTo>
                    <a:pt x="98628" y="40689"/>
                    <a:pt x="98574" y="35397"/>
                    <a:pt x="98521" y="35129"/>
                  </a:cubicBezTo>
                  <a:cubicBezTo>
                    <a:pt x="98574" y="34809"/>
                    <a:pt x="98414" y="34488"/>
                    <a:pt x="98147" y="34328"/>
                  </a:cubicBezTo>
                  <a:cubicBezTo>
                    <a:pt x="98147" y="34274"/>
                    <a:pt x="98093" y="34274"/>
                    <a:pt x="98040" y="34274"/>
                  </a:cubicBezTo>
                  <a:lnTo>
                    <a:pt x="97826" y="34274"/>
                  </a:lnTo>
                  <a:cubicBezTo>
                    <a:pt x="97933" y="34060"/>
                    <a:pt x="97986" y="33846"/>
                    <a:pt x="98093" y="33579"/>
                  </a:cubicBezTo>
                  <a:cubicBezTo>
                    <a:pt x="98307" y="32884"/>
                    <a:pt x="98574" y="32136"/>
                    <a:pt x="98735" y="31441"/>
                  </a:cubicBezTo>
                  <a:cubicBezTo>
                    <a:pt x="98949" y="30693"/>
                    <a:pt x="99109" y="29998"/>
                    <a:pt x="99216" y="29410"/>
                  </a:cubicBezTo>
                  <a:cubicBezTo>
                    <a:pt x="99376" y="28822"/>
                    <a:pt x="99430" y="28340"/>
                    <a:pt x="99483" y="27966"/>
                  </a:cubicBezTo>
                  <a:lnTo>
                    <a:pt x="99537" y="27432"/>
                  </a:lnTo>
                  <a:lnTo>
                    <a:pt x="99376" y="27913"/>
                  </a:lnTo>
                  <a:cubicBezTo>
                    <a:pt x="99269" y="28234"/>
                    <a:pt x="99109" y="28661"/>
                    <a:pt x="98949" y="29249"/>
                  </a:cubicBezTo>
                  <a:lnTo>
                    <a:pt x="98895" y="29410"/>
                  </a:lnTo>
                  <a:cubicBezTo>
                    <a:pt x="98842" y="27218"/>
                    <a:pt x="98574" y="25080"/>
                    <a:pt x="98040" y="22995"/>
                  </a:cubicBezTo>
                  <a:cubicBezTo>
                    <a:pt x="97719" y="21712"/>
                    <a:pt x="97559" y="20375"/>
                    <a:pt x="97452" y="19092"/>
                  </a:cubicBezTo>
                  <a:cubicBezTo>
                    <a:pt x="97612" y="16847"/>
                    <a:pt x="97933" y="13800"/>
                    <a:pt x="97933" y="13747"/>
                  </a:cubicBezTo>
                  <a:cubicBezTo>
                    <a:pt x="98040" y="13373"/>
                    <a:pt x="97933" y="13052"/>
                    <a:pt x="97666" y="12785"/>
                  </a:cubicBezTo>
                  <a:cubicBezTo>
                    <a:pt x="97612" y="12731"/>
                    <a:pt x="97505" y="12678"/>
                    <a:pt x="97452" y="12678"/>
                  </a:cubicBezTo>
                  <a:cubicBezTo>
                    <a:pt x="97414" y="12668"/>
                    <a:pt x="97378" y="12664"/>
                    <a:pt x="97343" y="12664"/>
                  </a:cubicBezTo>
                  <a:cubicBezTo>
                    <a:pt x="97183" y="12664"/>
                    <a:pt x="97059" y="12759"/>
                    <a:pt x="96971" y="12891"/>
                  </a:cubicBezTo>
                  <a:cubicBezTo>
                    <a:pt x="96436" y="13800"/>
                    <a:pt x="95955" y="14656"/>
                    <a:pt x="95474" y="15564"/>
                  </a:cubicBezTo>
                  <a:cubicBezTo>
                    <a:pt x="95527" y="15404"/>
                    <a:pt x="95581" y="15190"/>
                    <a:pt x="95688" y="15030"/>
                  </a:cubicBezTo>
                  <a:lnTo>
                    <a:pt x="95741" y="14816"/>
                  </a:lnTo>
                  <a:cubicBezTo>
                    <a:pt x="95955" y="14442"/>
                    <a:pt x="96115" y="14014"/>
                    <a:pt x="96329" y="13586"/>
                  </a:cubicBezTo>
                  <a:cubicBezTo>
                    <a:pt x="96543" y="13159"/>
                    <a:pt x="96704" y="12731"/>
                    <a:pt x="96864" y="12357"/>
                  </a:cubicBezTo>
                  <a:cubicBezTo>
                    <a:pt x="97078" y="11983"/>
                    <a:pt x="97238" y="11555"/>
                    <a:pt x="97345" y="11234"/>
                  </a:cubicBezTo>
                  <a:cubicBezTo>
                    <a:pt x="97505" y="10967"/>
                    <a:pt x="97612" y="10646"/>
                    <a:pt x="97719" y="10432"/>
                  </a:cubicBezTo>
                  <a:lnTo>
                    <a:pt x="97826" y="10112"/>
                  </a:lnTo>
                  <a:lnTo>
                    <a:pt x="97612" y="10326"/>
                  </a:lnTo>
                  <a:cubicBezTo>
                    <a:pt x="97505" y="10486"/>
                    <a:pt x="97345" y="10646"/>
                    <a:pt x="97131" y="10914"/>
                  </a:cubicBezTo>
                  <a:lnTo>
                    <a:pt x="97024" y="11020"/>
                  </a:lnTo>
                  <a:lnTo>
                    <a:pt x="97024" y="10967"/>
                  </a:lnTo>
                  <a:cubicBezTo>
                    <a:pt x="96436" y="9256"/>
                    <a:pt x="96169" y="7439"/>
                    <a:pt x="96222" y="5621"/>
                  </a:cubicBezTo>
                  <a:cubicBezTo>
                    <a:pt x="96383" y="2093"/>
                    <a:pt x="95741" y="490"/>
                    <a:pt x="94031" y="8"/>
                  </a:cubicBezTo>
                  <a:lnTo>
                    <a:pt x="93870" y="8"/>
                  </a:lnTo>
                  <a:cubicBezTo>
                    <a:pt x="93818" y="3"/>
                    <a:pt x="93767" y="0"/>
                    <a:pt x="93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1" name="Google Shape;5341;p34"/>
            <p:cNvSpPr/>
            <p:nvPr/>
          </p:nvSpPr>
          <p:spPr>
            <a:xfrm>
              <a:off x="4814300" y="2694450"/>
              <a:ext cx="106950" cy="294025"/>
            </a:xfrm>
            <a:custGeom>
              <a:avLst/>
              <a:gdLst/>
              <a:ahLst/>
              <a:cxnLst/>
              <a:rect l="l" t="t" r="r" b="b"/>
              <a:pathLst>
                <a:path w="4278" h="11761" extrusionOk="0">
                  <a:moveTo>
                    <a:pt x="1230" y="0"/>
                  </a:moveTo>
                  <a:lnTo>
                    <a:pt x="1" y="107"/>
                  </a:lnTo>
                  <a:cubicBezTo>
                    <a:pt x="856" y="802"/>
                    <a:pt x="1551" y="1711"/>
                    <a:pt x="2085" y="2673"/>
                  </a:cubicBezTo>
                  <a:cubicBezTo>
                    <a:pt x="2673" y="3956"/>
                    <a:pt x="3048" y="5293"/>
                    <a:pt x="2994" y="6682"/>
                  </a:cubicBezTo>
                  <a:cubicBezTo>
                    <a:pt x="2994" y="8072"/>
                    <a:pt x="2673" y="9462"/>
                    <a:pt x="2032" y="10692"/>
                  </a:cubicBezTo>
                  <a:cubicBezTo>
                    <a:pt x="1872" y="11066"/>
                    <a:pt x="1658" y="11440"/>
                    <a:pt x="1444" y="11761"/>
                  </a:cubicBezTo>
                  <a:lnTo>
                    <a:pt x="2780" y="11600"/>
                  </a:lnTo>
                  <a:cubicBezTo>
                    <a:pt x="3636" y="10157"/>
                    <a:pt x="4170" y="8553"/>
                    <a:pt x="4224" y="6843"/>
                  </a:cubicBezTo>
                  <a:cubicBezTo>
                    <a:pt x="4277" y="4223"/>
                    <a:pt x="3208" y="1711"/>
                    <a:pt x="1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2" name="Google Shape;5342;p34"/>
            <p:cNvSpPr/>
            <p:nvPr/>
          </p:nvSpPr>
          <p:spPr>
            <a:xfrm>
              <a:off x="3272075" y="3557775"/>
              <a:ext cx="155050" cy="461075"/>
            </a:xfrm>
            <a:custGeom>
              <a:avLst/>
              <a:gdLst/>
              <a:ahLst/>
              <a:cxnLst/>
              <a:rect l="l" t="t" r="r" b="b"/>
              <a:pathLst>
                <a:path w="6202" h="18443" extrusionOk="0">
                  <a:moveTo>
                    <a:pt x="4812" y="0"/>
                  </a:moveTo>
                  <a:cubicBezTo>
                    <a:pt x="1" y="6148"/>
                    <a:pt x="856" y="13792"/>
                    <a:pt x="3101" y="18336"/>
                  </a:cubicBezTo>
                  <a:lnTo>
                    <a:pt x="4598" y="18443"/>
                  </a:lnTo>
                  <a:cubicBezTo>
                    <a:pt x="4224" y="17801"/>
                    <a:pt x="3903" y="17160"/>
                    <a:pt x="3636" y="16411"/>
                  </a:cubicBezTo>
                  <a:cubicBezTo>
                    <a:pt x="2887" y="14487"/>
                    <a:pt x="2513" y="12456"/>
                    <a:pt x="2513" y="10424"/>
                  </a:cubicBezTo>
                  <a:cubicBezTo>
                    <a:pt x="2513" y="8340"/>
                    <a:pt x="2887" y="6308"/>
                    <a:pt x="3636" y="4384"/>
                  </a:cubicBezTo>
                  <a:cubicBezTo>
                    <a:pt x="4277" y="2833"/>
                    <a:pt x="5133" y="1390"/>
                    <a:pt x="6202" y="107"/>
                  </a:cubicBezTo>
                  <a:lnTo>
                    <a:pt x="48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3" name="Google Shape;5343;p34"/>
            <p:cNvSpPr/>
            <p:nvPr/>
          </p:nvSpPr>
          <p:spPr>
            <a:xfrm>
              <a:off x="4516275" y="2717175"/>
              <a:ext cx="105600" cy="304725"/>
            </a:xfrm>
            <a:custGeom>
              <a:avLst/>
              <a:gdLst/>
              <a:ahLst/>
              <a:cxnLst/>
              <a:rect l="l" t="t" r="r" b="b"/>
              <a:pathLst>
                <a:path w="4224" h="12189" extrusionOk="0">
                  <a:moveTo>
                    <a:pt x="1284" y="0"/>
                  </a:moveTo>
                  <a:lnTo>
                    <a:pt x="1" y="107"/>
                  </a:lnTo>
                  <a:cubicBezTo>
                    <a:pt x="803" y="855"/>
                    <a:pt x="1498" y="1711"/>
                    <a:pt x="1979" y="2673"/>
                  </a:cubicBezTo>
                  <a:cubicBezTo>
                    <a:pt x="2620" y="3956"/>
                    <a:pt x="2941" y="5399"/>
                    <a:pt x="2941" y="6789"/>
                  </a:cubicBezTo>
                  <a:cubicBezTo>
                    <a:pt x="2887" y="8232"/>
                    <a:pt x="2567" y="9622"/>
                    <a:pt x="1979" y="10905"/>
                  </a:cubicBezTo>
                  <a:cubicBezTo>
                    <a:pt x="1765" y="11386"/>
                    <a:pt x="1498" y="11761"/>
                    <a:pt x="1230" y="12188"/>
                  </a:cubicBezTo>
                  <a:lnTo>
                    <a:pt x="2620" y="12028"/>
                  </a:lnTo>
                  <a:cubicBezTo>
                    <a:pt x="3582" y="10531"/>
                    <a:pt x="4117" y="8767"/>
                    <a:pt x="4170" y="7003"/>
                  </a:cubicBezTo>
                  <a:cubicBezTo>
                    <a:pt x="4224" y="4330"/>
                    <a:pt x="3155" y="1818"/>
                    <a:pt x="12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4" name="Google Shape;5344;p34"/>
            <p:cNvSpPr/>
            <p:nvPr/>
          </p:nvSpPr>
          <p:spPr>
            <a:xfrm>
              <a:off x="4580425" y="2695775"/>
              <a:ext cx="288700" cy="335475"/>
            </a:xfrm>
            <a:custGeom>
              <a:avLst/>
              <a:gdLst/>
              <a:ahLst/>
              <a:cxnLst/>
              <a:rect l="l" t="t" r="r" b="b"/>
              <a:pathLst>
                <a:path w="11548" h="13419" extrusionOk="0">
                  <a:moveTo>
                    <a:pt x="9142" y="1"/>
                  </a:moveTo>
                  <a:lnTo>
                    <a:pt x="1" y="749"/>
                  </a:lnTo>
                  <a:cubicBezTo>
                    <a:pt x="1765" y="2674"/>
                    <a:pt x="2674" y="5240"/>
                    <a:pt x="2620" y="7859"/>
                  </a:cubicBezTo>
                  <a:cubicBezTo>
                    <a:pt x="2567" y="9569"/>
                    <a:pt x="2086" y="11227"/>
                    <a:pt x="1337" y="12723"/>
                  </a:cubicBezTo>
                  <a:lnTo>
                    <a:pt x="9249" y="11868"/>
                  </a:lnTo>
                  <a:lnTo>
                    <a:pt x="9035" y="13418"/>
                  </a:lnTo>
                  <a:cubicBezTo>
                    <a:pt x="9783" y="12510"/>
                    <a:pt x="10371" y="11494"/>
                    <a:pt x="10799" y="10371"/>
                  </a:cubicBezTo>
                  <a:cubicBezTo>
                    <a:pt x="11280" y="9195"/>
                    <a:pt x="11494" y="7912"/>
                    <a:pt x="11547" y="6629"/>
                  </a:cubicBezTo>
                  <a:cubicBezTo>
                    <a:pt x="11547" y="5346"/>
                    <a:pt x="11334" y="4063"/>
                    <a:pt x="10852" y="2887"/>
                  </a:cubicBezTo>
                  <a:cubicBezTo>
                    <a:pt x="10371" y="1872"/>
                    <a:pt x="9837" y="910"/>
                    <a:pt x="9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5" name="Google Shape;5345;p34"/>
            <p:cNvSpPr/>
            <p:nvPr/>
          </p:nvSpPr>
          <p:spPr>
            <a:xfrm>
              <a:off x="3602175" y="3242375"/>
              <a:ext cx="80200" cy="220525"/>
            </a:xfrm>
            <a:custGeom>
              <a:avLst/>
              <a:gdLst/>
              <a:ahLst/>
              <a:cxnLst/>
              <a:rect l="l" t="t" r="r" b="b"/>
              <a:pathLst>
                <a:path w="3208" h="8821" extrusionOk="0">
                  <a:moveTo>
                    <a:pt x="268" y="1"/>
                  </a:moveTo>
                  <a:cubicBezTo>
                    <a:pt x="107" y="909"/>
                    <a:pt x="1" y="1872"/>
                    <a:pt x="54" y="2834"/>
                  </a:cubicBezTo>
                  <a:cubicBezTo>
                    <a:pt x="107" y="4865"/>
                    <a:pt x="695" y="6896"/>
                    <a:pt x="1765" y="8714"/>
                  </a:cubicBezTo>
                  <a:lnTo>
                    <a:pt x="3208" y="8821"/>
                  </a:lnTo>
                  <a:cubicBezTo>
                    <a:pt x="2887" y="8340"/>
                    <a:pt x="2566" y="7805"/>
                    <a:pt x="2353" y="7271"/>
                  </a:cubicBezTo>
                  <a:cubicBezTo>
                    <a:pt x="1658" y="5613"/>
                    <a:pt x="1283" y="3903"/>
                    <a:pt x="1283" y="2139"/>
                  </a:cubicBezTo>
                  <a:lnTo>
                    <a:pt x="1390" y="802"/>
                  </a:lnTo>
                  <a:lnTo>
                    <a:pt x="1497" y="268"/>
                  </a:lnTo>
                  <a:lnTo>
                    <a:pt x="2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6" name="Google Shape;5346;p34"/>
            <p:cNvSpPr/>
            <p:nvPr/>
          </p:nvSpPr>
          <p:spPr>
            <a:xfrm>
              <a:off x="3632937" y="2766602"/>
              <a:ext cx="311425" cy="359525"/>
            </a:xfrm>
            <a:custGeom>
              <a:avLst/>
              <a:gdLst/>
              <a:ahLst/>
              <a:cxnLst/>
              <a:rect l="l" t="t" r="r" b="b"/>
              <a:pathLst>
                <a:path w="12457" h="14381" extrusionOk="0">
                  <a:moveTo>
                    <a:pt x="10050" y="1"/>
                  </a:moveTo>
                  <a:lnTo>
                    <a:pt x="1" y="803"/>
                  </a:lnTo>
                  <a:cubicBezTo>
                    <a:pt x="3101" y="4277"/>
                    <a:pt x="4438" y="7592"/>
                    <a:pt x="4010" y="10692"/>
                  </a:cubicBezTo>
                  <a:cubicBezTo>
                    <a:pt x="3796" y="11815"/>
                    <a:pt x="3368" y="12937"/>
                    <a:pt x="2727" y="13900"/>
                  </a:cubicBezTo>
                  <a:lnTo>
                    <a:pt x="10532" y="13044"/>
                  </a:lnTo>
                  <a:lnTo>
                    <a:pt x="10532" y="13044"/>
                  </a:lnTo>
                  <a:lnTo>
                    <a:pt x="10211" y="14381"/>
                  </a:lnTo>
                  <a:cubicBezTo>
                    <a:pt x="11654" y="12296"/>
                    <a:pt x="12403" y="9783"/>
                    <a:pt x="12456" y="7271"/>
                  </a:cubicBezTo>
                  <a:cubicBezTo>
                    <a:pt x="12456" y="5881"/>
                    <a:pt x="12242" y="4491"/>
                    <a:pt x="11761" y="3155"/>
                  </a:cubicBezTo>
                  <a:cubicBezTo>
                    <a:pt x="11333" y="2086"/>
                    <a:pt x="10745" y="1017"/>
                    <a:pt x="100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7" name="Google Shape;5347;p34"/>
            <p:cNvSpPr/>
            <p:nvPr/>
          </p:nvSpPr>
          <p:spPr>
            <a:xfrm>
              <a:off x="5061550" y="2674400"/>
              <a:ext cx="105600" cy="286025"/>
            </a:xfrm>
            <a:custGeom>
              <a:avLst/>
              <a:gdLst/>
              <a:ahLst/>
              <a:cxnLst/>
              <a:rect l="l" t="t" r="r" b="b"/>
              <a:pathLst>
                <a:path w="4224" h="11441" extrusionOk="0">
                  <a:moveTo>
                    <a:pt x="1230" y="0"/>
                  </a:moveTo>
                  <a:lnTo>
                    <a:pt x="0" y="54"/>
                  </a:lnTo>
                  <a:cubicBezTo>
                    <a:pt x="802" y="749"/>
                    <a:pt x="1497" y="1551"/>
                    <a:pt x="1978" y="2513"/>
                  </a:cubicBezTo>
                  <a:cubicBezTo>
                    <a:pt x="2673" y="3689"/>
                    <a:pt x="2994" y="5025"/>
                    <a:pt x="2994" y="6362"/>
                  </a:cubicBezTo>
                  <a:cubicBezTo>
                    <a:pt x="2940" y="7752"/>
                    <a:pt x="2619" y="9088"/>
                    <a:pt x="1978" y="10264"/>
                  </a:cubicBezTo>
                  <a:cubicBezTo>
                    <a:pt x="1764" y="10692"/>
                    <a:pt x="1497" y="11066"/>
                    <a:pt x="1230" y="11440"/>
                  </a:cubicBezTo>
                  <a:lnTo>
                    <a:pt x="2566" y="11280"/>
                  </a:lnTo>
                  <a:cubicBezTo>
                    <a:pt x="3582" y="9890"/>
                    <a:pt x="4116" y="8233"/>
                    <a:pt x="4170" y="6522"/>
                  </a:cubicBezTo>
                  <a:cubicBezTo>
                    <a:pt x="4223" y="4010"/>
                    <a:pt x="3154" y="1604"/>
                    <a:pt x="12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8" name="Google Shape;5348;p34"/>
            <p:cNvSpPr/>
            <p:nvPr/>
          </p:nvSpPr>
          <p:spPr>
            <a:xfrm>
              <a:off x="4878450" y="2675725"/>
              <a:ext cx="236575" cy="320775"/>
            </a:xfrm>
            <a:custGeom>
              <a:avLst/>
              <a:gdLst/>
              <a:ahLst/>
              <a:cxnLst/>
              <a:rect l="l" t="t" r="r" b="b"/>
              <a:pathLst>
                <a:path w="9463" h="12831" extrusionOk="0">
                  <a:moveTo>
                    <a:pt x="7110" y="1"/>
                  </a:moveTo>
                  <a:lnTo>
                    <a:pt x="1" y="589"/>
                  </a:lnTo>
                  <a:cubicBezTo>
                    <a:pt x="1818" y="2513"/>
                    <a:pt x="2780" y="5026"/>
                    <a:pt x="2673" y="7645"/>
                  </a:cubicBezTo>
                  <a:cubicBezTo>
                    <a:pt x="2620" y="9195"/>
                    <a:pt x="2192" y="10799"/>
                    <a:pt x="1497" y="12189"/>
                  </a:cubicBezTo>
                  <a:lnTo>
                    <a:pt x="7217" y="11548"/>
                  </a:lnTo>
                  <a:lnTo>
                    <a:pt x="6950" y="12830"/>
                  </a:lnTo>
                  <a:cubicBezTo>
                    <a:pt x="7698" y="11922"/>
                    <a:pt x="8286" y="10960"/>
                    <a:pt x="8714" y="9890"/>
                  </a:cubicBezTo>
                  <a:cubicBezTo>
                    <a:pt x="9142" y="8768"/>
                    <a:pt x="9409" y="7538"/>
                    <a:pt x="9462" y="6309"/>
                  </a:cubicBezTo>
                  <a:cubicBezTo>
                    <a:pt x="9462" y="5079"/>
                    <a:pt x="9195" y="3850"/>
                    <a:pt x="8714" y="2674"/>
                  </a:cubicBezTo>
                  <a:cubicBezTo>
                    <a:pt x="8286" y="1712"/>
                    <a:pt x="7752" y="856"/>
                    <a:pt x="7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9" name="Google Shape;5349;p34"/>
            <p:cNvSpPr/>
            <p:nvPr/>
          </p:nvSpPr>
          <p:spPr>
            <a:xfrm>
              <a:off x="4278400" y="2719825"/>
              <a:ext cx="290025" cy="340825"/>
            </a:xfrm>
            <a:custGeom>
              <a:avLst/>
              <a:gdLst/>
              <a:ahLst/>
              <a:cxnLst/>
              <a:rect l="l" t="t" r="r" b="b"/>
              <a:pathLst>
                <a:path w="11601" h="13633" extrusionOk="0">
                  <a:moveTo>
                    <a:pt x="9249" y="1"/>
                  </a:moveTo>
                  <a:lnTo>
                    <a:pt x="1" y="749"/>
                  </a:lnTo>
                  <a:cubicBezTo>
                    <a:pt x="1765" y="2781"/>
                    <a:pt x="2727" y="5454"/>
                    <a:pt x="2673" y="8180"/>
                  </a:cubicBezTo>
                  <a:cubicBezTo>
                    <a:pt x="2566" y="9890"/>
                    <a:pt x="2139" y="11601"/>
                    <a:pt x="1390" y="13151"/>
                  </a:cubicBezTo>
                  <a:lnTo>
                    <a:pt x="9462" y="12189"/>
                  </a:lnTo>
                  <a:lnTo>
                    <a:pt x="9142" y="13632"/>
                  </a:lnTo>
                  <a:cubicBezTo>
                    <a:pt x="10692" y="11655"/>
                    <a:pt x="11547" y="9196"/>
                    <a:pt x="11547" y="6683"/>
                  </a:cubicBezTo>
                  <a:cubicBezTo>
                    <a:pt x="11601" y="5400"/>
                    <a:pt x="11333" y="4064"/>
                    <a:pt x="10852" y="2834"/>
                  </a:cubicBezTo>
                  <a:cubicBezTo>
                    <a:pt x="10478" y="1818"/>
                    <a:pt x="9943" y="856"/>
                    <a:pt x="924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0" name="Google Shape;5350;p34"/>
            <p:cNvSpPr/>
            <p:nvPr/>
          </p:nvSpPr>
          <p:spPr>
            <a:xfrm>
              <a:off x="3664975" y="3585825"/>
              <a:ext cx="159075" cy="478475"/>
            </a:xfrm>
            <a:custGeom>
              <a:avLst/>
              <a:gdLst/>
              <a:ahLst/>
              <a:cxnLst/>
              <a:rect l="l" t="t" r="r" b="b"/>
              <a:pathLst>
                <a:path w="6363" h="19139" extrusionOk="0">
                  <a:moveTo>
                    <a:pt x="4972" y="1"/>
                  </a:moveTo>
                  <a:cubicBezTo>
                    <a:pt x="1" y="6629"/>
                    <a:pt x="1070" y="14381"/>
                    <a:pt x="3262" y="18978"/>
                  </a:cubicBezTo>
                  <a:lnTo>
                    <a:pt x="4705" y="19138"/>
                  </a:lnTo>
                  <a:cubicBezTo>
                    <a:pt x="4331" y="18443"/>
                    <a:pt x="4010" y="17748"/>
                    <a:pt x="3743" y="17000"/>
                  </a:cubicBezTo>
                  <a:cubicBezTo>
                    <a:pt x="3048" y="15022"/>
                    <a:pt x="2674" y="12884"/>
                    <a:pt x="2620" y="10799"/>
                  </a:cubicBezTo>
                  <a:cubicBezTo>
                    <a:pt x="2620" y="8661"/>
                    <a:pt x="2995" y="6523"/>
                    <a:pt x="3743" y="4545"/>
                  </a:cubicBezTo>
                  <a:cubicBezTo>
                    <a:pt x="4384" y="2941"/>
                    <a:pt x="5293" y="1444"/>
                    <a:pt x="6362" y="108"/>
                  </a:cubicBezTo>
                  <a:lnTo>
                    <a:pt x="49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1" name="Google Shape;5351;p34"/>
            <p:cNvSpPr/>
            <p:nvPr/>
          </p:nvSpPr>
          <p:spPr>
            <a:xfrm>
              <a:off x="3663650" y="3194275"/>
              <a:ext cx="327450" cy="310075"/>
            </a:xfrm>
            <a:custGeom>
              <a:avLst/>
              <a:gdLst/>
              <a:ahLst/>
              <a:cxnLst/>
              <a:rect l="l" t="t" r="r" b="b"/>
              <a:pathLst>
                <a:path w="13098" h="12403" extrusionOk="0">
                  <a:moveTo>
                    <a:pt x="12777" y="0"/>
                  </a:moveTo>
                  <a:cubicBezTo>
                    <a:pt x="8375" y="1403"/>
                    <a:pt x="4805" y="2718"/>
                    <a:pt x="2146" y="2718"/>
                  </a:cubicBezTo>
                  <a:cubicBezTo>
                    <a:pt x="1866" y="2718"/>
                    <a:pt x="1596" y="2703"/>
                    <a:pt x="1337" y="2673"/>
                  </a:cubicBezTo>
                  <a:cubicBezTo>
                    <a:pt x="1016" y="2619"/>
                    <a:pt x="589" y="2513"/>
                    <a:pt x="107" y="2459"/>
                  </a:cubicBezTo>
                  <a:cubicBezTo>
                    <a:pt x="1" y="2994"/>
                    <a:pt x="1" y="3528"/>
                    <a:pt x="1" y="4063"/>
                  </a:cubicBezTo>
                  <a:lnTo>
                    <a:pt x="1" y="5239"/>
                  </a:lnTo>
                  <a:cubicBezTo>
                    <a:pt x="1" y="5666"/>
                    <a:pt x="107" y="6041"/>
                    <a:pt x="161" y="6468"/>
                  </a:cubicBezTo>
                  <a:lnTo>
                    <a:pt x="375" y="7644"/>
                  </a:lnTo>
                  <a:lnTo>
                    <a:pt x="695" y="8820"/>
                  </a:lnTo>
                  <a:cubicBezTo>
                    <a:pt x="1123" y="10103"/>
                    <a:pt x="1711" y="11279"/>
                    <a:pt x="2460" y="12402"/>
                  </a:cubicBezTo>
                  <a:lnTo>
                    <a:pt x="2192" y="10852"/>
                  </a:lnTo>
                  <a:lnTo>
                    <a:pt x="13097" y="11814"/>
                  </a:lnTo>
                  <a:cubicBezTo>
                    <a:pt x="12242" y="9996"/>
                    <a:pt x="11761" y="8019"/>
                    <a:pt x="11654" y="5987"/>
                  </a:cubicBezTo>
                  <a:cubicBezTo>
                    <a:pt x="11601" y="3902"/>
                    <a:pt x="11975" y="1871"/>
                    <a:pt x="127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2" name="Google Shape;5352;p34"/>
            <p:cNvSpPr/>
            <p:nvPr/>
          </p:nvSpPr>
          <p:spPr>
            <a:xfrm>
              <a:off x="5029475" y="3472250"/>
              <a:ext cx="300700" cy="41450"/>
            </a:xfrm>
            <a:custGeom>
              <a:avLst/>
              <a:gdLst/>
              <a:ahLst/>
              <a:cxnLst/>
              <a:rect l="l" t="t" r="r" b="b"/>
              <a:pathLst>
                <a:path w="12028" h="1658" extrusionOk="0">
                  <a:moveTo>
                    <a:pt x="12028" y="0"/>
                  </a:moveTo>
                  <a:lnTo>
                    <a:pt x="6415" y="588"/>
                  </a:lnTo>
                  <a:lnTo>
                    <a:pt x="3635" y="909"/>
                  </a:lnTo>
                  <a:lnTo>
                    <a:pt x="0" y="1657"/>
                  </a:lnTo>
                  <a:lnTo>
                    <a:pt x="855" y="1550"/>
                  </a:lnTo>
                  <a:lnTo>
                    <a:pt x="6415" y="802"/>
                  </a:lnTo>
                  <a:lnTo>
                    <a:pt x="120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3" name="Google Shape;5353;p34"/>
            <p:cNvSpPr/>
            <p:nvPr/>
          </p:nvSpPr>
          <p:spPr>
            <a:xfrm>
              <a:off x="3885500" y="2766600"/>
              <a:ext cx="108275" cy="326125"/>
            </a:xfrm>
            <a:custGeom>
              <a:avLst/>
              <a:gdLst/>
              <a:ahLst/>
              <a:cxnLst/>
              <a:rect l="l" t="t" r="r" b="b"/>
              <a:pathLst>
                <a:path w="4331" h="13045" extrusionOk="0">
                  <a:moveTo>
                    <a:pt x="1283" y="1"/>
                  </a:moveTo>
                  <a:lnTo>
                    <a:pt x="0" y="108"/>
                  </a:lnTo>
                  <a:cubicBezTo>
                    <a:pt x="1978" y="1979"/>
                    <a:pt x="3047" y="4652"/>
                    <a:pt x="3047" y="7378"/>
                  </a:cubicBezTo>
                  <a:cubicBezTo>
                    <a:pt x="2994" y="8875"/>
                    <a:pt x="2673" y="10318"/>
                    <a:pt x="2085" y="11708"/>
                  </a:cubicBezTo>
                  <a:cubicBezTo>
                    <a:pt x="1871" y="12189"/>
                    <a:pt x="1657" y="12617"/>
                    <a:pt x="1390" y="13044"/>
                  </a:cubicBezTo>
                  <a:lnTo>
                    <a:pt x="2780" y="12884"/>
                  </a:lnTo>
                  <a:cubicBezTo>
                    <a:pt x="3689" y="11280"/>
                    <a:pt x="4223" y="9463"/>
                    <a:pt x="4277" y="7592"/>
                  </a:cubicBezTo>
                  <a:cubicBezTo>
                    <a:pt x="4330" y="4759"/>
                    <a:pt x="3261" y="2032"/>
                    <a:pt x="1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34"/>
            <p:cNvSpPr/>
            <p:nvPr/>
          </p:nvSpPr>
          <p:spPr>
            <a:xfrm>
              <a:off x="4212925" y="2741225"/>
              <a:ext cx="109600" cy="314075"/>
            </a:xfrm>
            <a:custGeom>
              <a:avLst/>
              <a:gdLst/>
              <a:ahLst/>
              <a:cxnLst/>
              <a:rect l="l" t="t" r="r" b="b"/>
              <a:pathLst>
                <a:path w="4384" h="12563" extrusionOk="0">
                  <a:moveTo>
                    <a:pt x="1337" y="0"/>
                  </a:moveTo>
                  <a:lnTo>
                    <a:pt x="0" y="54"/>
                  </a:lnTo>
                  <a:cubicBezTo>
                    <a:pt x="855" y="856"/>
                    <a:pt x="1550" y="1818"/>
                    <a:pt x="2085" y="2887"/>
                  </a:cubicBezTo>
                  <a:cubicBezTo>
                    <a:pt x="2726" y="4223"/>
                    <a:pt x="3047" y="5667"/>
                    <a:pt x="2994" y="7110"/>
                  </a:cubicBezTo>
                  <a:cubicBezTo>
                    <a:pt x="2994" y="8553"/>
                    <a:pt x="2673" y="9997"/>
                    <a:pt x="2032" y="11333"/>
                  </a:cubicBezTo>
                  <a:cubicBezTo>
                    <a:pt x="1871" y="11761"/>
                    <a:pt x="1657" y="12188"/>
                    <a:pt x="1390" y="12563"/>
                  </a:cubicBezTo>
                  <a:lnTo>
                    <a:pt x="2780" y="12402"/>
                  </a:lnTo>
                  <a:cubicBezTo>
                    <a:pt x="3689" y="10852"/>
                    <a:pt x="4223" y="9088"/>
                    <a:pt x="4277" y="7270"/>
                  </a:cubicBezTo>
                  <a:cubicBezTo>
                    <a:pt x="4384" y="4544"/>
                    <a:pt x="3314" y="1871"/>
                    <a:pt x="13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34"/>
            <p:cNvSpPr/>
            <p:nvPr/>
          </p:nvSpPr>
          <p:spPr>
            <a:xfrm>
              <a:off x="3949650" y="2743900"/>
              <a:ext cx="319425" cy="347475"/>
            </a:xfrm>
            <a:custGeom>
              <a:avLst/>
              <a:gdLst/>
              <a:ahLst/>
              <a:cxnLst/>
              <a:rect l="l" t="t" r="r" b="b"/>
              <a:pathLst>
                <a:path w="12777" h="13899" extrusionOk="0">
                  <a:moveTo>
                    <a:pt x="10371" y="0"/>
                  </a:moveTo>
                  <a:lnTo>
                    <a:pt x="0" y="802"/>
                  </a:lnTo>
                  <a:cubicBezTo>
                    <a:pt x="1818" y="2940"/>
                    <a:pt x="2833" y="5720"/>
                    <a:pt x="2727" y="8553"/>
                  </a:cubicBezTo>
                  <a:cubicBezTo>
                    <a:pt x="2673" y="10317"/>
                    <a:pt x="2192" y="12028"/>
                    <a:pt x="1444" y="13632"/>
                  </a:cubicBezTo>
                  <a:lnTo>
                    <a:pt x="10745" y="12562"/>
                  </a:lnTo>
                  <a:lnTo>
                    <a:pt x="10478" y="13899"/>
                  </a:lnTo>
                  <a:cubicBezTo>
                    <a:pt x="11921" y="11868"/>
                    <a:pt x="12669" y="9462"/>
                    <a:pt x="12723" y="7003"/>
                  </a:cubicBezTo>
                  <a:cubicBezTo>
                    <a:pt x="12776" y="5613"/>
                    <a:pt x="12509" y="4277"/>
                    <a:pt x="12081" y="2994"/>
                  </a:cubicBezTo>
                  <a:cubicBezTo>
                    <a:pt x="11654" y="1925"/>
                    <a:pt x="11066" y="909"/>
                    <a:pt x="103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6" name="Google Shape;5356;p34"/>
            <p:cNvSpPr/>
            <p:nvPr/>
          </p:nvSpPr>
          <p:spPr>
            <a:xfrm>
              <a:off x="3992400" y="3166200"/>
              <a:ext cx="80225" cy="331450"/>
            </a:xfrm>
            <a:custGeom>
              <a:avLst/>
              <a:gdLst/>
              <a:ahLst/>
              <a:cxnLst/>
              <a:rect l="l" t="t" r="r" b="b"/>
              <a:pathLst>
                <a:path w="3209" h="13258" extrusionOk="0">
                  <a:moveTo>
                    <a:pt x="3155" y="0"/>
                  </a:moveTo>
                  <a:lnTo>
                    <a:pt x="1658" y="428"/>
                  </a:lnTo>
                  <a:cubicBezTo>
                    <a:pt x="535" y="2459"/>
                    <a:pt x="1" y="4758"/>
                    <a:pt x="54" y="7057"/>
                  </a:cubicBezTo>
                  <a:cubicBezTo>
                    <a:pt x="161" y="9195"/>
                    <a:pt x="749" y="11280"/>
                    <a:pt x="1765" y="13151"/>
                  </a:cubicBezTo>
                  <a:lnTo>
                    <a:pt x="3208" y="13258"/>
                  </a:lnTo>
                  <a:cubicBezTo>
                    <a:pt x="2887" y="12723"/>
                    <a:pt x="2620" y="12189"/>
                    <a:pt x="2353" y="11601"/>
                  </a:cubicBezTo>
                  <a:cubicBezTo>
                    <a:pt x="1658" y="9943"/>
                    <a:pt x="1284" y="8126"/>
                    <a:pt x="1337" y="6362"/>
                  </a:cubicBezTo>
                  <a:cubicBezTo>
                    <a:pt x="1337" y="5881"/>
                    <a:pt x="1391" y="5453"/>
                    <a:pt x="1391" y="5025"/>
                  </a:cubicBezTo>
                  <a:cubicBezTo>
                    <a:pt x="1444" y="4544"/>
                    <a:pt x="1551" y="4063"/>
                    <a:pt x="1658" y="3636"/>
                  </a:cubicBezTo>
                  <a:lnTo>
                    <a:pt x="2032" y="2353"/>
                  </a:lnTo>
                  <a:cubicBezTo>
                    <a:pt x="2193" y="1925"/>
                    <a:pt x="2406" y="1497"/>
                    <a:pt x="2567" y="1123"/>
                  </a:cubicBezTo>
                  <a:cubicBezTo>
                    <a:pt x="2727" y="749"/>
                    <a:pt x="2941" y="375"/>
                    <a:pt x="31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7" name="Google Shape;5357;p34"/>
            <p:cNvSpPr/>
            <p:nvPr/>
          </p:nvSpPr>
          <p:spPr>
            <a:xfrm>
              <a:off x="4053875" y="3119425"/>
              <a:ext cx="370225" cy="419650"/>
            </a:xfrm>
            <a:custGeom>
              <a:avLst/>
              <a:gdLst/>
              <a:ahLst/>
              <a:cxnLst/>
              <a:rect l="l" t="t" r="r" b="b"/>
              <a:pathLst>
                <a:path w="14809" h="16786" extrusionOk="0">
                  <a:moveTo>
                    <a:pt x="10692" y="1"/>
                  </a:moveTo>
                  <a:lnTo>
                    <a:pt x="6683" y="428"/>
                  </a:lnTo>
                  <a:cubicBezTo>
                    <a:pt x="4919" y="749"/>
                    <a:pt x="3315" y="1177"/>
                    <a:pt x="1711" y="1604"/>
                  </a:cubicBezTo>
                  <a:cubicBezTo>
                    <a:pt x="1444" y="2139"/>
                    <a:pt x="1177" y="2727"/>
                    <a:pt x="963" y="3315"/>
                  </a:cubicBezTo>
                  <a:cubicBezTo>
                    <a:pt x="322" y="4919"/>
                    <a:pt x="54" y="6522"/>
                    <a:pt x="1" y="8233"/>
                  </a:cubicBezTo>
                  <a:lnTo>
                    <a:pt x="1" y="9462"/>
                  </a:lnTo>
                  <a:cubicBezTo>
                    <a:pt x="1" y="9890"/>
                    <a:pt x="108" y="10318"/>
                    <a:pt x="161" y="10692"/>
                  </a:cubicBezTo>
                  <a:cubicBezTo>
                    <a:pt x="215" y="11119"/>
                    <a:pt x="322" y="11547"/>
                    <a:pt x="375" y="11921"/>
                  </a:cubicBezTo>
                  <a:lnTo>
                    <a:pt x="749" y="13151"/>
                  </a:lnTo>
                  <a:cubicBezTo>
                    <a:pt x="1123" y="14434"/>
                    <a:pt x="1711" y="15663"/>
                    <a:pt x="2460" y="16786"/>
                  </a:cubicBezTo>
                  <a:lnTo>
                    <a:pt x="2139" y="15236"/>
                  </a:lnTo>
                  <a:lnTo>
                    <a:pt x="11334" y="16037"/>
                  </a:lnTo>
                  <a:cubicBezTo>
                    <a:pt x="10639" y="14968"/>
                    <a:pt x="10158" y="13739"/>
                    <a:pt x="9997" y="12456"/>
                  </a:cubicBezTo>
                  <a:cubicBezTo>
                    <a:pt x="9356" y="8660"/>
                    <a:pt x="11013" y="4598"/>
                    <a:pt x="14808" y="214"/>
                  </a:cubicBezTo>
                  <a:lnTo>
                    <a:pt x="10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34"/>
            <p:cNvSpPr/>
            <p:nvPr/>
          </p:nvSpPr>
          <p:spPr>
            <a:xfrm>
              <a:off x="4041850" y="3621925"/>
              <a:ext cx="1204150" cy="513200"/>
            </a:xfrm>
            <a:custGeom>
              <a:avLst/>
              <a:gdLst/>
              <a:ahLst/>
              <a:cxnLst/>
              <a:rect l="l" t="t" r="r" b="b"/>
              <a:pathLst>
                <a:path w="48166" h="20528" extrusionOk="0">
                  <a:moveTo>
                    <a:pt x="30150" y="1764"/>
                  </a:moveTo>
                  <a:lnTo>
                    <a:pt x="30150" y="1764"/>
                  </a:lnTo>
                  <a:cubicBezTo>
                    <a:pt x="28012" y="2138"/>
                    <a:pt x="25874" y="2459"/>
                    <a:pt x="23735" y="2833"/>
                  </a:cubicBezTo>
                  <a:cubicBezTo>
                    <a:pt x="21651" y="3154"/>
                    <a:pt x="19512" y="3421"/>
                    <a:pt x="17374" y="3742"/>
                  </a:cubicBezTo>
                  <a:cubicBezTo>
                    <a:pt x="15236" y="4063"/>
                    <a:pt x="13098" y="4330"/>
                    <a:pt x="10959" y="4597"/>
                  </a:cubicBezTo>
                  <a:cubicBezTo>
                    <a:pt x="8821" y="4865"/>
                    <a:pt x="6683" y="5132"/>
                    <a:pt x="4491" y="5346"/>
                  </a:cubicBezTo>
                  <a:cubicBezTo>
                    <a:pt x="6629" y="4918"/>
                    <a:pt x="8768" y="4597"/>
                    <a:pt x="10906" y="4277"/>
                  </a:cubicBezTo>
                  <a:cubicBezTo>
                    <a:pt x="13044" y="3956"/>
                    <a:pt x="15182" y="3635"/>
                    <a:pt x="17321" y="3315"/>
                  </a:cubicBezTo>
                  <a:cubicBezTo>
                    <a:pt x="19405" y="2994"/>
                    <a:pt x="21597" y="2726"/>
                    <a:pt x="23735" y="2513"/>
                  </a:cubicBezTo>
                  <a:cubicBezTo>
                    <a:pt x="25874" y="2245"/>
                    <a:pt x="28012" y="1978"/>
                    <a:pt x="30150" y="1764"/>
                  </a:cubicBezTo>
                  <a:close/>
                  <a:moveTo>
                    <a:pt x="36458" y="4330"/>
                  </a:moveTo>
                  <a:lnTo>
                    <a:pt x="36458" y="4330"/>
                  </a:lnTo>
                  <a:cubicBezTo>
                    <a:pt x="33732" y="4811"/>
                    <a:pt x="31059" y="5239"/>
                    <a:pt x="28333" y="5667"/>
                  </a:cubicBezTo>
                  <a:lnTo>
                    <a:pt x="20207" y="6896"/>
                  </a:lnTo>
                  <a:lnTo>
                    <a:pt x="12082" y="8019"/>
                  </a:lnTo>
                  <a:cubicBezTo>
                    <a:pt x="9356" y="8393"/>
                    <a:pt x="6629" y="8767"/>
                    <a:pt x="3903" y="9088"/>
                  </a:cubicBezTo>
                  <a:cubicBezTo>
                    <a:pt x="6576" y="8553"/>
                    <a:pt x="9302" y="8126"/>
                    <a:pt x="12028" y="7751"/>
                  </a:cubicBezTo>
                  <a:lnTo>
                    <a:pt x="20154" y="6468"/>
                  </a:lnTo>
                  <a:lnTo>
                    <a:pt x="28279" y="5346"/>
                  </a:lnTo>
                  <a:cubicBezTo>
                    <a:pt x="31006" y="4972"/>
                    <a:pt x="33732" y="4651"/>
                    <a:pt x="36458" y="4330"/>
                  </a:cubicBezTo>
                  <a:close/>
                  <a:moveTo>
                    <a:pt x="45172" y="6255"/>
                  </a:moveTo>
                  <a:lnTo>
                    <a:pt x="45172" y="6255"/>
                  </a:lnTo>
                  <a:cubicBezTo>
                    <a:pt x="43675" y="6629"/>
                    <a:pt x="42178" y="6896"/>
                    <a:pt x="40681" y="7270"/>
                  </a:cubicBezTo>
                  <a:cubicBezTo>
                    <a:pt x="39184" y="7591"/>
                    <a:pt x="37688" y="7858"/>
                    <a:pt x="36191" y="8179"/>
                  </a:cubicBezTo>
                  <a:cubicBezTo>
                    <a:pt x="34694" y="8446"/>
                    <a:pt x="33197" y="8714"/>
                    <a:pt x="31700" y="8927"/>
                  </a:cubicBezTo>
                  <a:cubicBezTo>
                    <a:pt x="30204" y="9195"/>
                    <a:pt x="28653" y="9462"/>
                    <a:pt x="27157" y="9622"/>
                  </a:cubicBezTo>
                  <a:cubicBezTo>
                    <a:pt x="28653" y="9248"/>
                    <a:pt x="30150" y="8927"/>
                    <a:pt x="31647" y="8607"/>
                  </a:cubicBezTo>
                  <a:cubicBezTo>
                    <a:pt x="33144" y="8286"/>
                    <a:pt x="34641" y="8019"/>
                    <a:pt x="36137" y="7698"/>
                  </a:cubicBezTo>
                  <a:cubicBezTo>
                    <a:pt x="37634" y="7377"/>
                    <a:pt x="39131" y="7163"/>
                    <a:pt x="40628" y="6896"/>
                  </a:cubicBezTo>
                  <a:cubicBezTo>
                    <a:pt x="42178" y="6682"/>
                    <a:pt x="43675" y="6415"/>
                    <a:pt x="45172" y="6255"/>
                  </a:cubicBezTo>
                  <a:close/>
                  <a:moveTo>
                    <a:pt x="46989" y="0"/>
                  </a:moveTo>
                  <a:cubicBezTo>
                    <a:pt x="43434" y="416"/>
                    <a:pt x="25202" y="2466"/>
                    <a:pt x="15856" y="2466"/>
                  </a:cubicBezTo>
                  <a:cubicBezTo>
                    <a:pt x="14382" y="2466"/>
                    <a:pt x="13128" y="2415"/>
                    <a:pt x="12189" y="2299"/>
                  </a:cubicBezTo>
                  <a:cubicBezTo>
                    <a:pt x="11601" y="2245"/>
                    <a:pt x="11120" y="2138"/>
                    <a:pt x="10639" y="2085"/>
                  </a:cubicBezTo>
                  <a:lnTo>
                    <a:pt x="5293" y="2673"/>
                  </a:lnTo>
                  <a:lnTo>
                    <a:pt x="10264" y="2032"/>
                  </a:lnTo>
                  <a:cubicBezTo>
                    <a:pt x="9356" y="1871"/>
                    <a:pt x="8393" y="1604"/>
                    <a:pt x="7538" y="1230"/>
                  </a:cubicBezTo>
                  <a:lnTo>
                    <a:pt x="3796" y="1657"/>
                  </a:lnTo>
                  <a:cubicBezTo>
                    <a:pt x="1658" y="4972"/>
                    <a:pt x="375" y="8126"/>
                    <a:pt x="108" y="11012"/>
                  </a:cubicBezTo>
                  <a:lnTo>
                    <a:pt x="45172" y="4384"/>
                  </a:lnTo>
                  <a:lnTo>
                    <a:pt x="45172" y="4384"/>
                  </a:lnTo>
                  <a:lnTo>
                    <a:pt x="54" y="11921"/>
                  </a:lnTo>
                  <a:cubicBezTo>
                    <a:pt x="1" y="12402"/>
                    <a:pt x="1" y="12937"/>
                    <a:pt x="54" y="13471"/>
                  </a:cubicBezTo>
                  <a:lnTo>
                    <a:pt x="23361" y="10104"/>
                  </a:lnTo>
                  <a:lnTo>
                    <a:pt x="161" y="14273"/>
                  </a:lnTo>
                  <a:lnTo>
                    <a:pt x="161" y="14540"/>
                  </a:lnTo>
                  <a:cubicBezTo>
                    <a:pt x="428" y="16251"/>
                    <a:pt x="1123" y="17962"/>
                    <a:pt x="2139" y="19405"/>
                  </a:cubicBezTo>
                  <a:lnTo>
                    <a:pt x="45118" y="10531"/>
                  </a:lnTo>
                  <a:lnTo>
                    <a:pt x="2674" y="20153"/>
                  </a:lnTo>
                  <a:lnTo>
                    <a:pt x="2994" y="20528"/>
                  </a:lnTo>
                  <a:cubicBezTo>
                    <a:pt x="24377" y="16572"/>
                    <a:pt x="44423" y="11173"/>
                    <a:pt x="48165" y="10157"/>
                  </a:cubicBezTo>
                  <a:lnTo>
                    <a:pt x="48005" y="9622"/>
                  </a:lnTo>
                  <a:cubicBezTo>
                    <a:pt x="47951" y="9302"/>
                    <a:pt x="47791" y="8927"/>
                    <a:pt x="47737" y="8607"/>
                  </a:cubicBezTo>
                  <a:lnTo>
                    <a:pt x="4919" y="16358"/>
                  </a:lnTo>
                  <a:lnTo>
                    <a:pt x="47470" y="7751"/>
                  </a:lnTo>
                  <a:cubicBezTo>
                    <a:pt x="47043" y="5774"/>
                    <a:pt x="46829" y="3742"/>
                    <a:pt x="46882" y="1711"/>
                  </a:cubicBezTo>
                  <a:lnTo>
                    <a:pt x="46882" y="1711"/>
                  </a:lnTo>
                  <a:lnTo>
                    <a:pt x="23468" y="4758"/>
                  </a:lnTo>
                  <a:lnTo>
                    <a:pt x="46936" y="856"/>
                  </a:lnTo>
                  <a:cubicBezTo>
                    <a:pt x="46936" y="588"/>
                    <a:pt x="46989" y="321"/>
                    <a:pt x="469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34"/>
            <p:cNvSpPr/>
            <p:nvPr/>
          </p:nvSpPr>
          <p:spPr>
            <a:xfrm>
              <a:off x="2341925" y="3485600"/>
              <a:ext cx="279350" cy="471775"/>
            </a:xfrm>
            <a:custGeom>
              <a:avLst/>
              <a:gdLst/>
              <a:ahLst/>
              <a:cxnLst/>
              <a:rect l="l" t="t" r="r" b="b"/>
              <a:pathLst>
                <a:path w="11174" h="18871" extrusionOk="0">
                  <a:moveTo>
                    <a:pt x="2727" y="1"/>
                  </a:moveTo>
                  <a:cubicBezTo>
                    <a:pt x="1979" y="1284"/>
                    <a:pt x="1337" y="2620"/>
                    <a:pt x="856" y="4010"/>
                  </a:cubicBezTo>
                  <a:cubicBezTo>
                    <a:pt x="268" y="5720"/>
                    <a:pt x="1" y="7485"/>
                    <a:pt x="1" y="9249"/>
                  </a:cubicBezTo>
                  <a:lnTo>
                    <a:pt x="54" y="10585"/>
                  </a:lnTo>
                  <a:lnTo>
                    <a:pt x="215" y="11921"/>
                  </a:lnTo>
                  <a:lnTo>
                    <a:pt x="482" y="13204"/>
                  </a:lnTo>
                  <a:lnTo>
                    <a:pt x="803" y="14487"/>
                  </a:lnTo>
                  <a:cubicBezTo>
                    <a:pt x="1284" y="16038"/>
                    <a:pt x="1979" y="17534"/>
                    <a:pt x="2888" y="18871"/>
                  </a:cubicBezTo>
                  <a:lnTo>
                    <a:pt x="2567" y="16893"/>
                  </a:lnTo>
                  <a:lnTo>
                    <a:pt x="9356" y="17695"/>
                  </a:lnTo>
                  <a:cubicBezTo>
                    <a:pt x="6843" y="12082"/>
                    <a:pt x="7538" y="5560"/>
                    <a:pt x="11173" y="642"/>
                  </a:cubicBezTo>
                  <a:lnTo>
                    <a:pt x="272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0" name="Google Shape;5360;p34"/>
            <p:cNvSpPr/>
            <p:nvPr/>
          </p:nvSpPr>
          <p:spPr>
            <a:xfrm>
              <a:off x="2407425" y="4025525"/>
              <a:ext cx="902100" cy="101575"/>
            </a:xfrm>
            <a:custGeom>
              <a:avLst/>
              <a:gdLst/>
              <a:ahLst/>
              <a:cxnLst/>
              <a:rect l="l" t="t" r="r" b="b"/>
              <a:pathLst>
                <a:path w="36084" h="4063" extrusionOk="0">
                  <a:moveTo>
                    <a:pt x="3208" y="0"/>
                  </a:moveTo>
                  <a:lnTo>
                    <a:pt x="0" y="321"/>
                  </a:lnTo>
                  <a:lnTo>
                    <a:pt x="33250" y="4063"/>
                  </a:lnTo>
                  <a:lnTo>
                    <a:pt x="36084" y="3742"/>
                  </a:lnTo>
                  <a:cubicBezTo>
                    <a:pt x="24430" y="2406"/>
                    <a:pt x="12028" y="1069"/>
                    <a:pt x="3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1" name="Google Shape;5361;p34"/>
            <p:cNvSpPr/>
            <p:nvPr/>
          </p:nvSpPr>
          <p:spPr>
            <a:xfrm>
              <a:off x="2947325" y="3098050"/>
              <a:ext cx="296725" cy="352825"/>
            </a:xfrm>
            <a:custGeom>
              <a:avLst/>
              <a:gdLst/>
              <a:ahLst/>
              <a:cxnLst/>
              <a:rect l="l" t="t" r="r" b="b"/>
              <a:pathLst>
                <a:path w="11869" h="14113" extrusionOk="0">
                  <a:moveTo>
                    <a:pt x="1604" y="0"/>
                  </a:moveTo>
                  <a:cubicBezTo>
                    <a:pt x="1337" y="428"/>
                    <a:pt x="1123" y="909"/>
                    <a:pt x="910" y="1390"/>
                  </a:cubicBezTo>
                  <a:cubicBezTo>
                    <a:pt x="322" y="2833"/>
                    <a:pt x="1" y="4330"/>
                    <a:pt x="1" y="5880"/>
                  </a:cubicBezTo>
                  <a:cubicBezTo>
                    <a:pt x="1" y="7431"/>
                    <a:pt x="268" y="8927"/>
                    <a:pt x="749" y="10424"/>
                  </a:cubicBezTo>
                  <a:cubicBezTo>
                    <a:pt x="1230" y="11761"/>
                    <a:pt x="1925" y="12990"/>
                    <a:pt x="2781" y="14113"/>
                  </a:cubicBezTo>
                  <a:lnTo>
                    <a:pt x="2567" y="12242"/>
                  </a:lnTo>
                  <a:lnTo>
                    <a:pt x="11868" y="13044"/>
                  </a:lnTo>
                  <a:cubicBezTo>
                    <a:pt x="10959" y="11333"/>
                    <a:pt x="10478" y="9409"/>
                    <a:pt x="10371" y="7484"/>
                  </a:cubicBezTo>
                  <a:cubicBezTo>
                    <a:pt x="10318" y="5613"/>
                    <a:pt x="10639" y="3742"/>
                    <a:pt x="11387" y="2032"/>
                  </a:cubicBezTo>
                  <a:lnTo>
                    <a:pt x="8340" y="1230"/>
                  </a:lnTo>
                  <a:cubicBezTo>
                    <a:pt x="5988" y="802"/>
                    <a:pt x="3743" y="374"/>
                    <a:pt x="1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34"/>
            <p:cNvSpPr/>
            <p:nvPr/>
          </p:nvSpPr>
          <p:spPr>
            <a:xfrm>
              <a:off x="2651975" y="3043250"/>
              <a:ext cx="247275" cy="372875"/>
            </a:xfrm>
            <a:custGeom>
              <a:avLst/>
              <a:gdLst/>
              <a:ahLst/>
              <a:cxnLst/>
              <a:rect l="l" t="t" r="r" b="b"/>
              <a:pathLst>
                <a:path w="9891" h="14915" extrusionOk="0">
                  <a:moveTo>
                    <a:pt x="2513" y="0"/>
                  </a:moveTo>
                  <a:cubicBezTo>
                    <a:pt x="1925" y="856"/>
                    <a:pt x="1391" y="1765"/>
                    <a:pt x="963" y="2727"/>
                  </a:cubicBezTo>
                  <a:cubicBezTo>
                    <a:pt x="375" y="4117"/>
                    <a:pt x="54" y="5560"/>
                    <a:pt x="54" y="7057"/>
                  </a:cubicBezTo>
                  <a:cubicBezTo>
                    <a:pt x="1" y="8554"/>
                    <a:pt x="268" y="9997"/>
                    <a:pt x="803" y="11387"/>
                  </a:cubicBezTo>
                  <a:cubicBezTo>
                    <a:pt x="1284" y="12670"/>
                    <a:pt x="1979" y="13846"/>
                    <a:pt x="2781" y="14915"/>
                  </a:cubicBezTo>
                  <a:lnTo>
                    <a:pt x="2460" y="13365"/>
                  </a:lnTo>
                  <a:lnTo>
                    <a:pt x="2460" y="13365"/>
                  </a:lnTo>
                  <a:lnTo>
                    <a:pt x="9142" y="13953"/>
                  </a:lnTo>
                  <a:cubicBezTo>
                    <a:pt x="8340" y="12349"/>
                    <a:pt x="7912" y="10585"/>
                    <a:pt x="7806" y="8767"/>
                  </a:cubicBezTo>
                  <a:cubicBezTo>
                    <a:pt x="7752" y="6201"/>
                    <a:pt x="8447" y="3636"/>
                    <a:pt x="9890" y="1551"/>
                  </a:cubicBezTo>
                  <a:cubicBezTo>
                    <a:pt x="6950" y="963"/>
                    <a:pt x="4438" y="428"/>
                    <a:pt x="25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34"/>
            <p:cNvSpPr/>
            <p:nvPr/>
          </p:nvSpPr>
          <p:spPr>
            <a:xfrm>
              <a:off x="3366975" y="3560450"/>
              <a:ext cx="378225" cy="509200"/>
            </a:xfrm>
            <a:custGeom>
              <a:avLst/>
              <a:gdLst/>
              <a:ahLst/>
              <a:cxnLst/>
              <a:rect l="l" t="t" r="r" b="b"/>
              <a:pathLst>
                <a:path w="15129" h="20368" extrusionOk="0">
                  <a:moveTo>
                    <a:pt x="2780" y="0"/>
                  </a:moveTo>
                  <a:cubicBezTo>
                    <a:pt x="1925" y="1444"/>
                    <a:pt x="1283" y="2994"/>
                    <a:pt x="802" y="4544"/>
                  </a:cubicBezTo>
                  <a:cubicBezTo>
                    <a:pt x="267" y="6415"/>
                    <a:pt x="0" y="8339"/>
                    <a:pt x="54" y="10264"/>
                  </a:cubicBezTo>
                  <a:lnTo>
                    <a:pt x="107" y="11707"/>
                  </a:lnTo>
                  <a:lnTo>
                    <a:pt x="267" y="13151"/>
                  </a:lnTo>
                  <a:cubicBezTo>
                    <a:pt x="321" y="13632"/>
                    <a:pt x="428" y="14113"/>
                    <a:pt x="481" y="14594"/>
                  </a:cubicBezTo>
                  <a:lnTo>
                    <a:pt x="802" y="16037"/>
                  </a:lnTo>
                  <a:cubicBezTo>
                    <a:pt x="1230" y="17534"/>
                    <a:pt x="1818" y="19031"/>
                    <a:pt x="2620" y="20367"/>
                  </a:cubicBezTo>
                  <a:lnTo>
                    <a:pt x="2299" y="18550"/>
                  </a:lnTo>
                  <a:lnTo>
                    <a:pt x="2299" y="18550"/>
                  </a:lnTo>
                  <a:lnTo>
                    <a:pt x="13418" y="19779"/>
                  </a:lnTo>
                  <a:cubicBezTo>
                    <a:pt x="11226" y="14647"/>
                    <a:pt x="10905" y="7110"/>
                    <a:pt x="15128" y="909"/>
                  </a:cubicBezTo>
                  <a:lnTo>
                    <a:pt x="27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34"/>
            <p:cNvSpPr/>
            <p:nvPr/>
          </p:nvSpPr>
          <p:spPr>
            <a:xfrm>
              <a:off x="3762550" y="3589850"/>
              <a:ext cx="371550" cy="525225"/>
            </a:xfrm>
            <a:custGeom>
              <a:avLst/>
              <a:gdLst/>
              <a:ahLst/>
              <a:cxnLst/>
              <a:rect l="l" t="t" r="r" b="b"/>
              <a:pathLst>
                <a:path w="14862" h="21009" extrusionOk="0">
                  <a:moveTo>
                    <a:pt x="2780" y="0"/>
                  </a:moveTo>
                  <a:cubicBezTo>
                    <a:pt x="1978" y="1497"/>
                    <a:pt x="1283" y="3101"/>
                    <a:pt x="802" y="4704"/>
                  </a:cubicBezTo>
                  <a:cubicBezTo>
                    <a:pt x="268" y="6629"/>
                    <a:pt x="0" y="8607"/>
                    <a:pt x="0" y="10638"/>
                  </a:cubicBezTo>
                  <a:lnTo>
                    <a:pt x="54" y="12135"/>
                  </a:lnTo>
                  <a:lnTo>
                    <a:pt x="214" y="13632"/>
                  </a:lnTo>
                  <a:cubicBezTo>
                    <a:pt x="321" y="14113"/>
                    <a:pt x="374" y="14594"/>
                    <a:pt x="481" y="15075"/>
                  </a:cubicBezTo>
                  <a:lnTo>
                    <a:pt x="802" y="16518"/>
                  </a:lnTo>
                  <a:cubicBezTo>
                    <a:pt x="1230" y="18122"/>
                    <a:pt x="1818" y="19619"/>
                    <a:pt x="2566" y="21009"/>
                  </a:cubicBezTo>
                  <a:lnTo>
                    <a:pt x="2245" y="19138"/>
                  </a:lnTo>
                  <a:lnTo>
                    <a:pt x="11547" y="20153"/>
                  </a:lnTo>
                  <a:cubicBezTo>
                    <a:pt x="10852" y="18870"/>
                    <a:pt x="10371" y="17481"/>
                    <a:pt x="10104" y="16037"/>
                  </a:cubicBezTo>
                  <a:cubicBezTo>
                    <a:pt x="9355" y="11387"/>
                    <a:pt x="10959" y="6308"/>
                    <a:pt x="14861" y="856"/>
                  </a:cubicBezTo>
                  <a:lnTo>
                    <a:pt x="27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34"/>
            <p:cNvSpPr/>
            <p:nvPr/>
          </p:nvSpPr>
          <p:spPr>
            <a:xfrm>
              <a:off x="4144750" y="3863800"/>
              <a:ext cx="1208150" cy="312750"/>
            </a:xfrm>
            <a:custGeom>
              <a:avLst/>
              <a:gdLst/>
              <a:ahLst/>
              <a:cxnLst/>
              <a:rect l="l" t="t" r="r" b="b"/>
              <a:pathLst>
                <a:path w="48326" h="12510" extrusionOk="0">
                  <a:moveTo>
                    <a:pt x="45279" y="1"/>
                  </a:moveTo>
                  <a:lnTo>
                    <a:pt x="45492" y="803"/>
                  </a:lnTo>
                  <a:cubicBezTo>
                    <a:pt x="45546" y="1123"/>
                    <a:pt x="45386" y="1444"/>
                    <a:pt x="45065" y="1551"/>
                  </a:cubicBezTo>
                  <a:cubicBezTo>
                    <a:pt x="44851" y="1605"/>
                    <a:pt x="23308" y="7645"/>
                    <a:pt x="1" y="11975"/>
                  </a:cubicBezTo>
                  <a:cubicBezTo>
                    <a:pt x="268" y="12242"/>
                    <a:pt x="482" y="12403"/>
                    <a:pt x="642" y="12510"/>
                  </a:cubicBezTo>
                  <a:cubicBezTo>
                    <a:pt x="21597" y="9195"/>
                    <a:pt x="47898" y="1444"/>
                    <a:pt x="47898" y="1444"/>
                  </a:cubicBezTo>
                  <a:cubicBezTo>
                    <a:pt x="48326" y="215"/>
                    <a:pt x="46669" y="1"/>
                    <a:pt x="453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34"/>
            <p:cNvSpPr/>
            <p:nvPr/>
          </p:nvSpPr>
          <p:spPr>
            <a:xfrm>
              <a:off x="4430750" y="3323900"/>
              <a:ext cx="1193450" cy="263300"/>
            </a:xfrm>
            <a:custGeom>
              <a:avLst/>
              <a:gdLst/>
              <a:ahLst/>
              <a:cxnLst/>
              <a:rect l="l" t="t" r="r" b="b"/>
              <a:pathLst>
                <a:path w="47738" h="10532" extrusionOk="0">
                  <a:moveTo>
                    <a:pt x="44744" y="0"/>
                  </a:moveTo>
                  <a:lnTo>
                    <a:pt x="44958" y="642"/>
                  </a:lnTo>
                  <a:cubicBezTo>
                    <a:pt x="45011" y="909"/>
                    <a:pt x="44851" y="1283"/>
                    <a:pt x="44530" y="1337"/>
                  </a:cubicBezTo>
                  <a:cubicBezTo>
                    <a:pt x="44316" y="1390"/>
                    <a:pt x="23040" y="6415"/>
                    <a:pt x="1" y="10157"/>
                  </a:cubicBezTo>
                  <a:cubicBezTo>
                    <a:pt x="268" y="10318"/>
                    <a:pt x="482" y="10478"/>
                    <a:pt x="589" y="10531"/>
                  </a:cubicBezTo>
                  <a:cubicBezTo>
                    <a:pt x="21276" y="7645"/>
                    <a:pt x="47363" y="1176"/>
                    <a:pt x="47363" y="1176"/>
                  </a:cubicBezTo>
                  <a:cubicBezTo>
                    <a:pt x="47737" y="214"/>
                    <a:pt x="46187" y="0"/>
                    <a:pt x="44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34"/>
            <p:cNvSpPr/>
            <p:nvPr/>
          </p:nvSpPr>
          <p:spPr>
            <a:xfrm>
              <a:off x="2245725" y="3482925"/>
              <a:ext cx="156375" cy="421000"/>
            </a:xfrm>
            <a:custGeom>
              <a:avLst/>
              <a:gdLst/>
              <a:ahLst/>
              <a:cxnLst/>
              <a:rect l="l" t="t" r="r" b="b"/>
              <a:pathLst>
                <a:path w="6255" h="16840" extrusionOk="0">
                  <a:moveTo>
                    <a:pt x="4918" y="1"/>
                  </a:moveTo>
                  <a:cubicBezTo>
                    <a:pt x="0" y="5614"/>
                    <a:pt x="962" y="12616"/>
                    <a:pt x="3314" y="16679"/>
                  </a:cubicBezTo>
                  <a:lnTo>
                    <a:pt x="4758" y="16840"/>
                  </a:lnTo>
                  <a:cubicBezTo>
                    <a:pt x="4383" y="16252"/>
                    <a:pt x="4009" y="15557"/>
                    <a:pt x="3742" y="14915"/>
                  </a:cubicBezTo>
                  <a:cubicBezTo>
                    <a:pt x="2994" y="13151"/>
                    <a:pt x="2619" y="11280"/>
                    <a:pt x="2566" y="9356"/>
                  </a:cubicBezTo>
                  <a:cubicBezTo>
                    <a:pt x="2566" y="7431"/>
                    <a:pt x="2940" y="5560"/>
                    <a:pt x="3742" y="3796"/>
                  </a:cubicBezTo>
                  <a:cubicBezTo>
                    <a:pt x="4330" y="2406"/>
                    <a:pt x="5185" y="1177"/>
                    <a:pt x="6254" y="108"/>
                  </a:cubicBezTo>
                  <a:lnTo>
                    <a:pt x="491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34"/>
            <p:cNvSpPr/>
            <p:nvPr/>
          </p:nvSpPr>
          <p:spPr>
            <a:xfrm>
              <a:off x="2639950" y="3508325"/>
              <a:ext cx="342150" cy="490475"/>
            </a:xfrm>
            <a:custGeom>
              <a:avLst/>
              <a:gdLst/>
              <a:ahLst/>
              <a:cxnLst/>
              <a:rect l="l" t="t" r="r" b="b"/>
              <a:pathLst>
                <a:path w="13686" h="19619" extrusionOk="0">
                  <a:moveTo>
                    <a:pt x="2780" y="0"/>
                  </a:moveTo>
                  <a:cubicBezTo>
                    <a:pt x="1979" y="1337"/>
                    <a:pt x="1337" y="2780"/>
                    <a:pt x="803" y="4277"/>
                  </a:cubicBezTo>
                  <a:cubicBezTo>
                    <a:pt x="268" y="6041"/>
                    <a:pt x="1" y="7859"/>
                    <a:pt x="1" y="9676"/>
                  </a:cubicBezTo>
                  <a:lnTo>
                    <a:pt x="54" y="11012"/>
                  </a:lnTo>
                  <a:lnTo>
                    <a:pt x="215" y="12349"/>
                  </a:lnTo>
                  <a:lnTo>
                    <a:pt x="482" y="13685"/>
                  </a:lnTo>
                  <a:lnTo>
                    <a:pt x="803" y="15022"/>
                  </a:lnTo>
                  <a:cubicBezTo>
                    <a:pt x="1284" y="16625"/>
                    <a:pt x="1979" y="18176"/>
                    <a:pt x="2941" y="19619"/>
                  </a:cubicBezTo>
                  <a:lnTo>
                    <a:pt x="2620" y="17267"/>
                  </a:lnTo>
                  <a:lnTo>
                    <a:pt x="12082" y="18336"/>
                  </a:lnTo>
                  <a:cubicBezTo>
                    <a:pt x="9463" y="12616"/>
                    <a:pt x="10104" y="5881"/>
                    <a:pt x="13686" y="695"/>
                  </a:cubicBezTo>
                  <a:lnTo>
                    <a:pt x="27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34"/>
            <p:cNvSpPr/>
            <p:nvPr/>
          </p:nvSpPr>
          <p:spPr>
            <a:xfrm>
              <a:off x="3003450" y="3533725"/>
              <a:ext cx="344825" cy="501175"/>
            </a:xfrm>
            <a:custGeom>
              <a:avLst/>
              <a:gdLst/>
              <a:ahLst/>
              <a:cxnLst/>
              <a:rect l="l" t="t" r="r" b="b"/>
              <a:pathLst>
                <a:path w="13793" h="20047" extrusionOk="0">
                  <a:moveTo>
                    <a:pt x="2674" y="0"/>
                  </a:moveTo>
                  <a:cubicBezTo>
                    <a:pt x="1872" y="1390"/>
                    <a:pt x="1284" y="2780"/>
                    <a:pt x="803" y="4277"/>
                  </a:cubicBezTo>
                  <a:cubicBezTo>
                    <a:pt x="268" y="6094"/>
                    <a:pt x="1" y="7965"/>
                    <a:pt x="1" y="9836"/>
                  </a:cubicBezTo>
                  <a:lnTo>
                    <a:pt x="54" y="11279"/>
                  </a:lnTo>
                  <a:lnTo>
                    <a:pt x="215" y="12669"/>
                  </a:lnTo>
                  <a:lnTo>
                    <a:pt x="482" y="14059"/>
                  </a:lnTo>
                  <a:lnTo>
                    <a:pt x="803" y="15449"/>
                  </a:lnTo>
                  <a:cubicBezTo>
                    <a:pt x="1284" y="17053"/>
                    <a:pt x="1925" y="18603"/>
                    <a:pt x="2834" y="20046"/>
                  </a:cubicBezTo>
                  <a:lnTo>
                    <a:pt x="2406" y="17961"/>
                  </a:lnTo>
                  <a:lnTo>
                    <a:pt x="12029" y="19084"/>
                  </a:lnTo>
                  <a:cubicBezTo>
                    <a:pt x="9890" y="14059"/>
                    <a:pt x="9570" y="6843"/>
                    <a:pt x="13793" y="802"/>
                  </a:cubicBezTo>
                  <a:lnTo>
                    <a:pt x="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34"/>
            <p:cNvSpPr/>
            <p:nvPr/>
          </p:nvSpPr>
          <p:spPr>
            <a:xfrm>
              <a:off x="2908575" y="3532375"/>
              <a:ext cx="152375" cy="446400"/>
            </a:xfrm>
            <a:custGeom>
              <a:avLst/>
              <a:gdLst/>
              <a:ahLst/>
              <a:cxnLst/>
              <a:rect l="l" t="t" r="r" b="b"/>
              <a:pathLst>
                <a:path w="6095" h="17856" extrusionOk="0">
                  <a:moveTo>
                    <a:pt x="4758" y="1"/>
                  </a:moveTo>
                  <a:cubicBezTo>
                    <a:pt x="1" y="5881"/>
                    <a:pt x="909" y="13311"/>
                    <a:pt x="3154" y="17695"/>
                  </a:cubicBezTo>
                  <a:lnTo>
                    <a:pt x="4651" y="17855"/>
                  </a:lnTo>
                  <a:cubicBezTo>
                    <a:pt x="4224" y="17214"/>
                    <a:pt x="3903" y="16519"/>
                    <a:pt x="3636" y="15824"/>
                  </a:cubicBezTo>
                  <a:cubicBezTo>
                    <a:pt x="2887" y="13953"/>
                    <a:pt x="2513" y="11975"/>
                    <a:pt x="2513" y="9944"/>
                  </a:cubicBezTo>
                  <a:cubicBezTo>
                    <a:pt x="2513" y="7912"/>
                    <a:pt x="2887" y="5934"/>
                    <a:pt x="3636" y="4063"/>
                  </a:cubicBezTo>
                  <a:cubicBezTo>
                    <a:pt x="4224" y="2567"/>
                    <a:pt x="5079" y="1230"/>
                    <a:pt x="6095" y="54"/>
                  </a:cubicBezTo>
                  <a:lnTo>
                    <a:pt x="475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34"/>
            <p:cNvSpPr/>
            <p:nvPr/>
          </p:nvSpPr>
          <p:spPr>
            <a:xfrm>
              <a:off x="2546400" y="3504325"/>
              <a:ext cx="155050" cy="433000"/>
            </a:xfrm>
            <a:custGeom>
              <a:avLst/>
              <a:gdLst/>
              <a:ahLst/>
              <a:cxnLst/>
              <a:rect l="l" t="t" r="r" b="b"/>
              <a:pathLst>
                <a:path w="6202" h="17320" extrusionOk="0">
                  <a:moveTo>
                    <a:pt x="4865" y="0"/>
                  </a:moveTo>
                  <a:cubicBezTo>
                    <a:pt x="1" y="5720"/>
                    <a:pt x="803" y="12830"/>
                    <a:pt x="2994" y="17160"/>
                  </a:cubicBezTo>
                  <a:lnTo>
                    <a:pt x="4438" y="17320"/>
                  </a:lnTo>
                  <a:cubicBezTo>
                    <a:pt x="4117" y="16732"/>
                    <a:pt x="3850" y="16197"/>
                    <a:pt x="3636" y="15609"/>
                  </a:cubicBezTo>
                  <a:cubicBezTo>
                    <a:pt x="2887" y="13738"/>
                    <a:pt x="2513" y="11814"/>
                    <a:pt x="2460" y="9836"/>
                  </a:cubicBezTo>
                  <a:cubicBezTo>
                    <a:pt x="2460" y="7858"/>
                    <a:pt x="2834" y="5934"/>
                    <a:pt x="3636" y="4116"/>
                  </a:cubicBezTo>
                  <a:cubicBezTo>
                    <a:pt x="4224" y="2619"/>
                    <a:pt x="5133" y="1283"/>
                    <a:pt x="6202" y="107"/>
                  </a:cubicBezTo>
                  <a:lnTo>
                    <a:pt x="48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34"/>
            <p:cNvSpPr/>
            <p:nvPr/>
          </p:nvSpPr>
          <p:spPr>
            <a:xfrm>
              <a:off x="2565125" y="3035225"/>
              <a:ext cx="137675" cy="338150"/>
            </a:xfrm>
            <a:custGeom>
              <a:avLst/>
              <a:gdLst/>
              <a:ahLst/>
              <a:cxnLst/>
              <a:rect l="l" t="t" r="r" b="b"/>
              <a:pathLst>
                <a:path w="5507" h="13526" extrusionOk="0">
                  <a:moveTo>
                    <a:pt x="4544" y="1"/>
                  </a:moveTo>
                  <a:cubicBezTo>
                    <a:pt x="642" y="3422"/>
                    <a:pt x="0" y="9195"/>
                    <a:pt x="2994" y="13418"/>
                  </a:cubicBezTo>
                  <a:lnTo>
                    <a:pt x="4384" y="13525"/>
                  </a:lnTo>
                  <a:cubicBezTo>
                    <a:pt x="4009" y="13044"/>
                    <a:pt x="3742" y="12563"/>
                    <a:pt x="3475" y="12028"/>
                  </a:cubicBezTo>
                  <a:cubicBezTo>
                    <a:pt x="3261" y="11654"/>
                    <a:pt x="3154" y="11280"/>
                    <a:pt x="2994" y="10906"/>
                  </a:cubicBezTo>
                  <a:cubicBezTo>
                    <a:pt x="2833" y="10532"/>
                    <a:pt x="2726" y="10158"/>
                    <a:pt x="2620" y="9730"/>
                  </a:cubicBezTo>
                  <a:cubicBezTo>
                    <a:pt x="2513" y="9356"/>
                    <a:pt x="2513" y="8928"/>
                    <a:pt x="2406" y="8554"/>
                  </a:cubicBezTo>
                  <a:cubicBezTo>
                    <a:pt x="2352" y="8126"/>
                    <a:pt x="2352" y="7752"/>
                    <a:pt x="2352" y="7324"/>
                  </a:cubicBezTo>
                  <a:cubicBezTo>
                    <a:pt x="2352" y="6897"/>
                    <a:pt x="2406" y="6469"/>
                    <a:pt x="2459" y="6095"/>
                  </a:cubicBezTo>
                  <a:cubicBezTo>
                    <a:pt x="2513" y="5667"/>
                    <a:pt x="2620" y="5293"/>
                    <a:pt x="2726" y="4919"/>
                  </a:cubicBezTo>
                  <a:lnTo>
                    <a:pt x="3101" y="3743"/>
                  </a:lnTo>
                  <a:cubicBezTo>
                    <a:pt x="3261" y="3369"/>
                    <a:pt x="3475" y="2994"/>
                    <a:pt x="3635" y="2620"/>
                  </a:cubicBezTo>
                  <a:cubicBezTo>
                    <a:pt x="4170" y="1765"/>
                    <a:pt x="4758" y="909"/>
                    <a:pt x="5506" y="215"/>
                  </a:cubicBezTo>
                  <a:lnTo>
                    <a:pt x="45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34"/>
            <p:cNvSpPr/>
            <p:nvPr/>
          </p:nvSpPr>
          <p:spPr>
            <a:xfrm>
              <a:off x="2884525" y="3087350"/>
              <a:ext cx="82875" cy="311400"/>
            </a:xfrm>
            <a:custGeom>
              <a:avLst/>
              <a:gdLst/>
              <a:ahLst/>
              <a:cxnLst/>
              <a:rect l="l" t="t" r="r" b="b"/>
              <a:pathLst>
                <a:path w="3315" h="12456" extrusionOk="0">
                  <a:moveTo>
                    <a:pt x="2245" y="1"/>
                  </a:moveTo>
                  <a:cubicBezTo>
                    <a:pt x="802" y="1978"/>
                    <a:pt x="0" y="4437"/>
                    <a:pt x="107" y="6896"/>
                  </a:cubicBezTo>
                  <a:cubicBezTo>
                    <a:pt x="161" y="8821"/>
                    <a:pt x="749" y="10692"/>
                    <a:pt x="1764" y="12349"/>
                  </a:cubicBezTo>
                  <a:lnTo>
                    <a:pt x="3154" y="12456"/>
                  </a:lnTo>
                  <a:cubicBezTo>
                    <a:pt x="2887" y="12028"/>
                    <a:pt x="2620" y="11601"/>
                    <a:pt x="2406" y="11120"/>
                  </a:cubicBezTo>
                  <a:cubicBezTo>
                    <a:pt x="1711" y="9623"/>
                    <a:pt x="1337" y="7912"/>
                    <a:pt x="1337" y="6255"/>
                  </a:cubicBezTo>
                  <a:cubicBezTo>
                    <a:pt x="1337" y="5827"/>
                    <a:pt x="1390" y="5400"/>
                    <a:pt x="1444" y="4972"/>
                  </a:cubicBezTo>
                  <a:cubicBezTo>
                    <a:pt x="1444" y="4544"/>
                    <a:pt x="1551" y="4170"/>
                    <a:pt x="1657" y="3743"/>
                  </a:cubicBezTo>
                  <a:lnTo>
                    <a:pt x="2032" y="2513"/>
                  </a:lnTo>
                  <a:cubicBezTo>
                    <a:pt x="2192" y="2139"/>
                    <a:pt x="2406" y="1765"/>
                    <a:pt x="2566" y="1390"/>
                  </a:cubicBezTo>
                  <a:cubicBezTo>
                    <a:pt x="2834" y="1016"/>
                    <a:pt x="3047" y="589"/>
                    <a:pt x="3315" y="214"/>
                  </a:cubicBezTo>
                  <a:lnTo>
                    <a:pt x="22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34"/>
            <p:cNvSpPr/>
            <p:nvPr/>
          </p:nvSpPr>
          <p:spPr>
            <a:xfrm>
              <a:off x="3305500" y="3171550"/>
              <a:ext cx="294025" cy="306050"/>
            </a:xfrm>
            <a:custGeom>
              <a:avLst/>
              <a:gdLst/>
              <a:ahLst/>
              <a:cxnLst/>
              <a:rect l="l" t="t" r="r" b="b"/>
              <a:pathLst>
                <a:path w="11761" h="12242" extrusionOk="0">
                  <a:moveTo>
                    <a:pt x="642" y="0"/>
                  </a:moveTo>
                  <a:cubicBezTo>
                    <a:pt x="214" y="1230"/>
                    <a:pt x="0" y="2513"/>
                    <a:pt x="0" y="3849"/>
                  </a:cubicBezTo>
                  <a:lnTo>
                    <a:pt x="0" y="5025"/>
                  </a:lnTo>
                  <a:cubicBezTo>
                    <a:pt x="0" y="5399"/>
                    <a:pt x="107" y="5774"/>
                    <a:pt x="161" y="6201"/>
                  </a:cubicBezTo>
                  <a:lnTo>
                    <a:pt x="374" y="7324"/>
                  </a:lnTo>
                  <a:cubicBezTo>
                    <a:pt x="481" y="7698"/>
                    <a:pt x="588" y="8126"/>
                    <a:pt x="695" y="8500"/>
                  </a:cubicBezTo>
                  <a:cubicBezTo>
                    <a:pt x="1176" y="9836"/>
                    <a:pt x="1818" y="11066"/>
                    <a:pt x="2673" y="12242"/>
                  </a:cubicBezTo>
                  <a:lnTo>
                    <a:pt x="2299" y="10531"/>
                  </a:lnTo>
                  <a:lnTo>
                    <a:pt x="11761" y="11387"/>
                  </a:lnTo>
                  <a:cubicBezTo>
                    <a:pt x="10905" y="9623"/>
                    <a:pt x="10424" y="7645"/>
                    <a:pt x="10371" y="5720"/>
                  </a:cubicBezTo>
                  <a:cubicBezTo>
                    <a:pt x="10317" y="4598"/>
                    <a:pt x="10424" y="3528"/>
                    <a:pt x="10638" y="2459"/>
                  </a:cubicBezTo>
                  <a:cubicBezTo>
                    <a:pt x="7751" y="1818"/>
                    <a:pt x="4116" y="909"/>
                    <a:pt x="6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34"/>
            <p:cNvSpPr/>
            <p:nvPr/>
          </p:nvSpPr>
          <p:spPr>
            <a:xfrm>
              <a:off x="3244025" y="3158175"/>
              <a:ext cx="81525" cy="272650"/>
            </a:xfrm>
            <a:custGeom>
              <a:avLst/>
              <a:gdLst/>
              <a:ahLst/>
              <a:cxnLst/>
              <a:rect l="l" t="t" r="r" b="b"/>
              <a:pathLst>
                <a:path w="3261" h="10906" extrusionOk="0">
                  <a:moveTo>
                    <a:pt x="1016" y="1"/>
                  </a:moveTo>
                  <a:cubicBezTo>
                    <a:pt x="321" y="1551"/>
                    <a:pt x="0" y="3315"/>
                    <a:pt x="54" y="5026"/>
                  </a:cubicBezTo>
                  <a:cubicBezTo>
                    <a:pt x="107" y="7057"/>
                    <a:pt x="749" y="9035"/>
                    <a:pt x="1818" y="10799"/>
                  </a:cubicBezTo>
                  <a:lnTo>
                    <a:pt x="3261" y="10906"/>
                  </a:lnTo>
                  <a:cubicBezTo>
                    <a:pt x="2940" y="10425"/>
                    <a:pt x="2620" y="9890"/>
                    <a:pt x="2352" y="9356"/>
                  </a:cubicBezTo>
                  <a:cubicBezTo>
                    <a:pt x="1657" y="7805"/>
                    <a:pt x="1283" y="6095"/>
                    <a:pt x="1283" y="4331"/>
                  </a:cubicBezTo>
                  <a:cubicBezTo>
                    <a:pt x="1283" y="3903"/>
                    <a:pt x="1337" y="3475"/>
                    <a:pt x="1390" y="3048"/>
                  </a:cubicBezTo>
                  <a:cubicBezTo>
                    <a:pt x="1443" y="2620"/>
                    <a:pt x="1550" y="2192"/>
                    <a:pt x="1604" y="1765"/>
                  </a:cubicBezTo>
                  <a:lnTo>
                    <a:pt x="2031" y="535"/>
                  </a:lnTo>
                  <a:cubicBezTo>
                    <a:pt x="2031" y="482"/>
                    <a:pt x="2085" y="375"/>
                    <a:pt x="2138" y="268"/>
                  </a:cubicBezTo>
                  <a:lnTo>
                    <a:pt x="10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34"/>
            <p:cNvSpPr/>
            <p:nvPr/>
          </p:nvSpPr>
          <p:spPr>
            <a:xfrm>
              <a:off x="1989125" y="4143125"/>
              <a:ext cx="1403250" cy="959575"/>
            </a:xfrm>
            <a:custGeom>
              <a:avLst/>
              <a:gdLst/>
              <a:ahLst/>
              <a:cxnLst/>
              <a:rect l="l" t="t" r="r" b="b"/>
              <a:pathLst>
                <a:path w="56130" h="38383" extrusionOk="0">
                  <a:moveTo>
                    <a:pt x="21062" y="8393"/>
                  </a:moveTo>
                  <a:cubicBezTo>
                    <a:pt x="23575" y="8660"/>
                    <a:pt x="26034" y="9034"/>
                    <a:pt x="28546" y="9409"/>
                  </a:cubicBezTo>
                  <a:cubicBezTo>
                    <a:pt x="31059" y="9729"/>
                    <a:pt x="33571" y="10157"/>
                    <a:pt x="36030" y="10531"/>
                  </a:cubicBezTo>
                  <a:cubicBezTo>
                    <a:pt x="38543" y="10905"/>
                    <a:pt x="41002" y="11387"/>
                    <a:pt x="43514" y="11814"/>
                  </a:cubicBezTo>
                  <a:lnTo>
                    <a:pt x="47256" y="12509"/>
                  </a:lnTo>
                  <a:cubicBezTo>
                    <a:pt x="48486" y="12723"/>
                    <a:pt x="49715" y="12990"/>
                    <a:pt x="50945" y="13204"/>
                  </a:cubicBezTo>
                  <a:cubicBezTo>
                    <a:pt x="49715" y="13097"/>
                    <a:pt x="48432" y="12883"/>
                    <a:pt x="47203" y="12723"/>
                  </a:cubicBezTo>
                  <a:lnTo>
                    <a:pt x="43461" y="12188"/>
                  </a:lnTo>
                  <a:cubicBezTo>
                    <a:pt x="40948" y="11814"/>
                    <a:pt x="38436" y="11440"/>
                    <a:pt x="35977" y="11066"/>
                  </a:cubicBezTo>
                  <a:cubicBezTo>
                    <a:pt x="33464" y="10638"/>
                    <a:pt x="30952" y="10264"/>
                    <a:pt x="28493" y="9783"/>
                  </a:cubicBezTo>
                  <a:cubicBezTo>
                    <a:pt x="25980" y="9355"/>
                    <a:pt x="23521" y="8874"/>
                    <a:pt x="21062" y="8393"/>
                  </a:cubicBezTo>
                  <a:close/>
                  <a:moveTo>
                    <a:pt x="13685" y="12776"/>
                  </a:moveTo>
                  <a:lnTo>
                    <a:pt x="13685" y="12776"/>
                  </a:lnTo>
                  <a:cubicBezTo>
                    <a:pt x="16893" y="13258"/>
                    <a:pt x="20047" y="13739"/>
                    <a:pt x="23201" y="14220"/>
                  </a:cubicBezTo>
                  <a:cubicBezTo>
                    <a:pt x="26408" y="14701"/>
                    <a:pt x="29562" y="15235"/>
                    <a:pt x="32716" y="15770"/>
                  </a:cubicBezTo>
                  <a:cubicBezTo>
                    <a:pt x="35923" y="16305"/>
                    <a:pt x="39077" y="16893"/>
                    <a:pt x="42231" y="17481"/>
                  </a:cubicBezTo>
                  <a:lnTo>
                    <a:pt x="46989" y="18389"/>
                  </a:lnTo>
                  <a:cubicBezTo>
                    <a:pt x="48539" y="18710"/>
                    <a:pt x="50143" y="18977"/>
                    <a:pt x="51693" y="19298"/>
                  </a:cubicBezTo>
                  <a:cubicBezTo>
                    <a:pt x="50143" y="19084"/>
                    <a:pt x="48539" y="18870"/>
                    <a:pt x="46935" y="18657"/>
                  </a:cubicBezTo>
                  <a:lnTo>
                    <a:pt x="42178" y="17908"/>
                  </a:lnTo>
                  <a:cubicBezTo>
                    <a:pt x="39024" y="17374"/>
                    <a:pt x="35816" y="16839"/>
                    <a:pt x="32662" y="16305"/>
                  </a:cubicBezTo>
                  <a:cubicBezTo>
                    <a:pt x="29508" y="15770"/>
                    <a:pt x="26354" y="15182"/>
                    <a:pt x="23147" y="14594"/>
                  </a:cubicBezTo>
                  <a:cubicBezTo>
                    <a:pt x="19993" y="14006"/>
                    <a:pt x="16839" y="13418"/>
                    <a:pt x="13685" y="12776"/>
                  </a:cubicBezTo>
                  <a:close/>
                  <a:moveTo>
                    <a:pt x="3475" y="16198"/>
                  </a:moveTo>
                  <a:lnTo>
                    <a:pt x="3475" y="16198"/>
                  </a:lnTo>
                  <a:cubicBezTo>
                    <a:pt x="5239" y="16518"/>
                    <a:pt x="7003" y="16893"/>
                    <a:pt x="8767" y="17267"/>
                  </a:cubicBezTo>
                  <a:cubicBezTo>
                    <a:pt x="10531" y="17641"/>
                    <a:pt x="12295" y="18015"/>
                    <a:pt x="14059" y="18443"/>
                  </a:cubicBezTo>
                  <a:cubicBezTo>
                    <a:pt x="15824" y="18817"/>
                    <a:pt x="17588" y="19245"/>
                    <a:pt x="19298" y="19726"/>
                  </a:cubicBezTo>
                  <a:lnTo>
                    <a:pt x="21918" y="20367"/>
                  </a:lnTo>
                  <a:cubicBezTo>
                    <a:pt x="22773" y="20635"/>
                    <a:pt x="23682" y="20848"/>
                    <a:pt x="24537" y="21116"/>
                  </a:cubicBezTo>
                  <a:cubicBezTo>
                    <a:pt x="23682" y="21009"/>
                    <a:pt x="22773" y="20795"/>
                    <a:pt x="21864" y="20688"/>
                  </a:cubicBezTo>
                  <a:lnTo>
                    <a:pt x="21864" y="20635"/>
                  </a:lnTo>
                  <a:lnTo>
                    <a:pt x="19191" y="20100"/>
                  </a:lnTo>
                  <a:cubicBezTo>
                    <a:pt x="17427" y="19726"/>
                    <a:pt x="15717" y="19298"/>
                    <a:pt x="13953" y="18924"/>
                  </a:cubicBezTo>
                  <a:cubicBezTo>
                    <a:pt x="12188" y="18496"/>
                    <a:pt x="10424" y="18069"/>
                    <a:pt x="8714" y="17641"/>
                  </a:cubicBezTo>
                  <a:cubicBezTo>
                    <a:pt x="6950" y="17160"/>
                    <a:pt x="5186" y="16732"/>
                    <a:pt x="3475" y="16198"/>
                  </a:cubicBezTo>
                  <a:close/>
                  <a:moveTo>
                    <a:pt x="642" y="0"/>
                  </a:moveTo>
                  <a:lnTo>
                    <a:pt x="642" y="0"/>
                  </a:lnTo>
                  <a:cubicBezTo>
                    <a:pt x="695" y="374"/>
                    <a:pt x="749" y="749"/>
                    <a:pt x="802" y="1123"/>
                  </a:cubicBezTo>
                  <a:lnTo>
                    <a:pt x="49982" y="8928"/>
                  </a:lnTo>
                  <a:lnTo>
                    <a:pt x="1016" y="2192"/>
                  </a:lnTo>
                  <a:lnTo>
                    <a:pt x="1016" y="2192"/>
                  </a:lnTo>
                  <a:cubicBezTo>
                    <a:pt x="1123" y="2833"/>
                    <a:pt x="1176" y="3635"/>
                    <a:pt x="1283" y="4437"/>
                  </a:cubicBezTo>
                  <a:lnTo>
                    <a:pt x="15182" y="7324"/>
                  </a:lnTo>
                  <a:lnTo>
                    <a:pt x="15182" y="7324"/>
                  </a:lnTo>
                  <a:lnTo>
                    <a:pt x="1337" y="5453"/>
                  </a:lnTo>
                  <a:lnTo>
                    <a:pt x="1337" y="5453"/>
                  </a:lnTo>
                  <a:cubicBezTo>
                    <a:pt x="1390" y="6148"/>
                    <a:pt x="1444" y="6950"/>
                    <a:pt x="1497" y="7698"/>
                  </a:cubicBezTo>
                  <a:lnTo>
                    <a:pt x="28867" y="13044"/>
                  </a:lnTo>
                  <a:lnTo>
                    <a:pt x="28867" y="13044"/>
                  </a:lnTo>
                  <a:lnTo>
                    <a:pt x="1551" y="8767"/>
                  </a:lnTo>
                  <a:lnTo>
                    <a:pt x="1551" y="8767"/>
                  </a:lnTo>
                  <a:cubicBezTo>
                    <a:pt x="1658" y="12188"/>
                    <a:pt x="1390" y="15663"/>
                    <a:pt x="802" y="19084"/>
                  </a:cubicBezTo>
                  <a:lnTo>
                    <a:pt x="50517" y="31326"/>
                  </a:lnTo>
                  <a:lnTo>
                    <a:pt x="642" y="20047"/>
                  </a:lnTo>
                  <a:cubicBezTo>
                    <a:pt x="481" y="20688"/>
                    <a:pt x="375" y="21276"/>
                    <a:pt x="214" y="21864"/>
                  </a:cubicBezTo>
                  <a:lnTo>
                    <a:pt x="0" y="23094"/>
                  </a:lnTo>
                  <a:cubicBezTo>
                    <a:pt x="17267" y="29134"/>
                    <a:pt x="34801" y="34213"/>
                    <a:pt x="52655" y="38382"/>
                  </a:cubicBezTo>
                  <a:cubicBezTo>
                    <a:pt x="52816" y="38061"/>
                    <a:pt x="53029" y="37687"/>
                    <a:pt x="53243" y="37313"/>
                  </a:cubicBezTo>
                  <a:lnTo>
                    <a:pt x="3529" y="23307"/>
                  </a:lnTo>
                  <a:lnTo>
                    <a:pt x="3529" y="23307"/>
                  </a:lnTo>
                  <a:lnTo>
                    <a:pt x="53671" y="36404"/>
                  </a:lnTo>
                  <a:cubicBezTo>
                    <a:pt x="54366" y="34907"/>
                    <a:pt x="54900" y="33357"/>
                    <a:pt x="55328" y="31807"/>
                  </a:cubicBezTo>
                  <a:cubicBezTo>
                    <a:pt x="55649" y="30417"/>
                    <a:pt x="55916" y="28974"/>
                    <a:pt x="56023" y="27584"/>
                  </a:cubicBezTo>
                  <a:lnTo>
                    <a:pt x="28867" y="21811"/>
                  </a:lnTo>
                  <a:lnTo>
                    <a:pt x="56076" y="26568"/>
                  </a:lnTo>
                  <a:cubicBezTo>
                    <a:pt x="56130" y="25659"/>
                    <a:pt x="56130" y="24697"/>
                    <a:pt x="56076" y="23682"/>
                  </a:cubicBezTo>
                  <a:lnTo>
                    <a:pt x="3475" y="13258"/>
                  </a:lnTo>
                  <a:lnTo>
                    <a:pt x="56023" y="22612"/>
                  </a:lnTo>
                  <a:cubicBezTo>
                    <a:pt x="55595" y="17267"/>
                    <a:pt x="54152" y="12028"/>
                    <a:pt x="51800" y="7217"/>
                  </a:cubicBezTo>
                  <a:lnTo>
                    <a:pt x="6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34"/>
            <p:cNvSpPr/>
            <p:nvPr/>
          </p:nvSpPr>
          <p:spPr>
            <a:xfrm>
              <a:off x="4273050" y="4268750"/>
              <a:ext cx="331450" cy="622775"/>
            </a:xfrm>
            <a:custGeom>
              <a:avLst/>
              <a:gdLst/>
              <a:ahLst/>
              <a:cxnLst/>
              <a:rect l="l" t="t" r="r" b="b"/>
              <a:pathLst>
                <a:path w="13258" h="24911" extrusionOk="0">
                  <a:moveTo>
                    <a:pt x="12563" y="0"/>
                  </a:moveTo>
                  <a:cubicBezTo>
                    <a:pt x="8340" y="856"/>
                    <a:pt x="4331" y="1604"/>
                    <a:pt x="856" y="2245"/>
                  </a:cubicBezTo>
                  <a:cubicBezTo>
                    <a:pt x="2299" y="9302"/>
                    <a:pt x="2032" y="16572"/>
                    <a:pt x="1" y="23468"/>
                  </a:cubicBezTo>
                  <a:lnTo>
                    <a:pt x="10478" y="21490"/>
                  </a:lnTo>
                  <a:lnTo>
                    <a:pt x="10478" y="21490"/>
                  </a:lnTo>
                  <a:lnTo>
                    <a:pt x="9997" y="24911"/>
                  </a:lnTo>
                  <a:cubicBezTo>
                    <a:pt x="11120" y="22452"/>
                    <a:pt x="11868" y="19833"/>
                    <a:pt x="12403" y="17213"/>
                  </a:cubicBezTo>
                  <a:lnTo>
                    <a:pt x="12777" y="14968"/>
                  </a:lnTo>
                  <a:cubicBezTo>
                    <a:pt x="12830" y="14220"/>
                    <a:pt x="12937" y="13471"/>
                    <a:pt x="13044" y="12723"/>
                  </a:cubicBezTo>
                  <a:lnTo>
                    <a:pt x="13205" y="10424"/>
                  </a:lnTo>
                  <a:lnTo>
                    <a:pt x="13258" y="8179"/>
                  </a:lnTo>
                  <a:cubicBezTo>
                    <a:pt x="13258" y="7431"/>
                    <a:pt x="13258" y="6682"/>
                    <a:pt x="13258" y="5934"/>
                  </a:cubicBezTo>
                  <a:cubicBezTo>
                    <a:pt x="13205" y="5186"/>
                    <a:pt x="13098" y="4437"/>
                    <a:pt x="13098" y="3689"/>
                  </a:cubicBezTo>
                  <a:lnTo>
                    <a:pt x="13044" y="3101"/>
                  </a:lnTo>
                  <a:lnTo>
                    <a:pt x="12937" y="2513"/>
                  </a:lnTo>
                  <a:lnTo>
                    <a:pt x="12830" y="1390"/>
                  </a:lnTo>
                  <a:cubicBezTo>
                    <a:pt x="12777" y="962"/>
                    <a:pt x="12670" y="481"/>
                    <a:pt x="12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34"/>
            <p:cNvSpPr/>
            <p:nvPr/>
          </p:nvSpPr>
          <p:spPr>
            <a:xfrm>
              <a:off x="3643600" y="4179200"/>
              <a:ext cx="173775" cy="788525"/>
            </a:xfrm>
            <a:custGeom>
              <a:avLst/>
              <a:gdLst/>
              <a:ahLst/>
              <a:cxnLst/>
              <a:rect l="l" t="t" r="r" b="b"/>
              <a:pathLst>
                <a:path w="6951" h="31541" extrusionOk="0">
                  <a:moveTo>
                    <a:pt x="1070" y="1"/>
                  </a:moveTo>
                  <a:lnTo>
                    <a:pt x="1" y="161"/>
                  </a:lnTo>
                  <a:cubicBezTo>
                    <a:pt x="1497" y="2620"/>
                    <a:pt x="2620" y="5293"/>
                    <a:pt x="3315" y="8073"/>
                  </a:cubicBezTo>
                  <a:lnTo>
                    <a:pt x="3636" y="9302"/>
                  </a:lnTo>
                  <a:cubicBezTo>
                    <a:pt x="3743" y="9676"/>
                    <a:pt x="3796" y="10104"/>
                    <a:pt x="3903" y="10478"/>
                  </a:cubicBezTo>
                  <a:lnTo>
                    <a:pt x="4117" y="11708"/>
                  </a:lnTo>
                  <a:lnTo>
                    <a:pt x="4224" y="12349"/>
                  </a:lnTo>
                  <a:lnTo>
                    <a:pt x="4277" y="12937"/>
                  </a:lnTo>
                  <a:cubicBezTo>
                    <a:pt x="4331" y="13792"/>
                    <a:pt x="4438" y="14594"/>
                    <a:pt x="4491" y="15450"/>
                  </a:cubicBezTo>
                  <a:lnTo>
                    <a:pt x="4544" y="17909"/>
                  </a:lnTo>
                  <a:cubicBezTo>
                    <a:pt x="4544" y="21223"/>
                    <a:pt x="4117" y="24537"/>
                    <a:pt x="3315" y="27745"/>
                  </a:cubicBezTo>
                  <a:cubicBezTo>
                    <a:pt x="3101" y="28546"/>
                    <a:pt x="2887" y="29348"/>
                    <a:pt x="2673" y="30097"/>
                  </a:cubicBezTo>
                  <a:cubicBezTo>
                    <a:pt x="2460" y="30578"/>
                    <a:pt x="2299" y="31059"/>
                    <a:pt x="2139" y="31540"/>
                  </a:cubicBezTo>
                  <a:lnTo>
                    <a:pt x="3048" y="31326"/>
                  </a:lnTo>
                  <a:cubicBezTo>
                    <a:pt x="5667" y="23735"/>
                    <a:pt x="6950" y="10745"/>
                    <a:pt x="10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34"/>
            <p:cNvSpPr/>
            <p:nvPr/>
          </p:nvSpPr>
          <p:spPr>
            <a:xfrm>
              <a:off x="3281425" y="4183200"/>
              <a:ext cx="438375" cy="870050"/>
            </a:xfrm>
            <a:custGeom>
              <a:avLst/>
              <a:gdLst/>
              <a:ahLst/>
              <a:cxnLst/>
              <a:rect l="l" t="t" r="r" b="b"/>
              <a:pathLst>
                <a:path w="17535" h="34802" extrusionOk="0">
                  <a:moveTo>
                    <a:pt x="14274" y="1"/>
                  </a:moveTo>
                  <a:lnTo>
                    <a:pt x="1" y="1925"/>
                  </a:lnTo>
                  <a:cubicBezTo>
                    <a:pt x="6897" y="14862"/>
                    <a:pt x="6576" y="24644"/>
                    <a:pt x="5079" y="30632"/>
                  </a:cubicBezTo>
                  <a:cubicBezTo>
                    <a:pt x="4812" y="31701"/>
                    <a:pt x="4438" y="32716"/>
                    <a:pt x="4064" y="33732"/>
                  </a:cubicBezTo>
                  <a:lnTo>
                    <a:pt x="14915" y="31647"/>
                  </a:lnTo>
                  <a:lnTo>
                    <a:pt x="14541" y="34801"/>
                  </a:lnTo>
                  <a:cubicBezTo>
                    <a:pt x="15450" y="32396"/>
                    <a:pt x="16145" y="29883"/>
                    <a:pt x="16626" y="27317"/>
                  </a:cubicBezTo>
                  <a:lnTo>
                    <a:pt x="17000" y="24912"/>
                  </a:lnTo>
                  <a:cubicBezTo>
                    <a:pt x="17107" y="24110"/>
                    <a:pt x="17214" y="23362"/>
                    <a:pt x="17267" y="22560"/>
                  </a:cubicBezTo>
                  <a:lnTo>
                    <a:pt x="17481" y="20154"/>
                  </a:lnTo>
                  <a:lnTo>
                    <a:pt x="17535" y="17749"/>
                  </a:lnTo>
                  <a:lnTo>
                    <a:pt x="17481" y="15343"/>
                  </a:lnTo>
                  <a:cubicBezTo>
                    <a:pt x="17481" y="14541"/>
                    <a:pt x="17374" y="13739"/>
                    <a:pt x="17321" y="12937"/>
                  </a:cubicBezTo>
                  <a:lnTo>
                    <a:pt x="17267" y="12349"/>
                  </a:lnTo>
                  <a:lnTo>
                    <a:pt x="17214" y="11708"/>
                  </a:lnTo>
                  <a:lnTo>
                    <a:pt x="17054" y="10532"/>
                  </a:lnTo>
                  <a:cubicBezTo>
                    <a:pt x="16947" y="9730"/>
                    <a:pt x="16786" y="8982"/>
                    <a:pt x="16626" y="8180"/>
                  </a:cubicBezTo>
                  <a:cubicBezTo>
                    <a:pt x="16091" y="5400"/>
                    <a:pt x="15290" y="2620"/>
                    <a:pt x="14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34"/>
            <p:cNvSpPr/>
            <p:nvPr/>
          </p:nvSpPr>
          <p:spPr>
            <a:xfrm>
              <a:off x="4158125" y="4338225"/>
              <a:ext cx="94900" cy="539950"/>
            </a:xfrm>
            <a:custGeom>
              <a:avLst/>
              <a:gdLst/>
              <a:ahLst/>
              <a:cxnLst/>
              <a:rect l="l" t="t" r="r" b="b"/>
              <a:pathLst>
                <a:path w="3796" h="21598" extrusionOk="0">
                  <a:moveTo>
                    <a:pt x="2353" y="1"/>
                  </a:moveTo>
                  <a:lnTo>
                    <a:pt x="1551" y="161"/>
                  </a:lnTo>
                  <a:cubicBezTo>
                    <a:pt x="1658" y="536"/>
                    <a:pt x="1711" y="910"/>
                    <a:pt x="1765" y="1230"/>
                  </a:cubicBezTo>
                  <a:lnTo>
                    <a:pt x="1978" y="2460"/>
                  </a:lnTo>
                  <a:lnTo>
                    <a:pt x="2085" y="3048"/>
                  </a:lnTo>
                  <a:lnTo>
                    <a:pt x="2139" y="3636"/>
                  </a:lnTo>
                  <a:cubicBezTo>
                    <a:pt x="2246" y="4438"/>
                    <a:pt x="2353" y="5240"/>
                    <a:pt x="2353" y="6042"/>
                  </a:cubicBezTo>
                  <a:cubicBezTo>
                    <a:pt x="2406" y="6843"/>
                    <a:pt x="2406" y="7645"/>
                    <a:pt x="2459" y="8447"/>
                  </a:cubicBezTo>
                  <a:cubicBezTo>
                    <a:pt x="2406" y="11655"/>
                    <a:pt x="1978" y="14862"/>
                    <a:pt x="1176" y="17962"/>
                  </a:cubicBezTo>
                  <a:cubicBezTo>
                    <a:pt x="963" y="18711"/>
                    <a:pt x="749" y="19513"/>
                    <a:pt x="535" y="20261"/>
                  </a:cubicBezTo>
                  <a:cubicBezTo>
                    <a:pt x="321" y="20689"/>
                    <a:pt x="161" y="21170"/>
                    <a:pt x="0" y="21597"/>
                  </a:cubicBezTo>
                  <a:lnTo>
                    <a:pt x="1016" y="21384"/>
                  </a:lnTo>
                  <a:cubicBezTo>
                    <a:pt x="3315" y="14541"/>
                    <a:pt x="3796" y="7164"/>
                    <a:pt x="23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34"/>
            <p:cNvSpPr/>
            <p:nvPr/>
          </p:nvSpPr>
          <p:spPr>
            <a:xfrm>
              <a:off x="3763875" y="4187225"/>
              <a:ext cx="417000" cy="777825"/>
            </a:xfrm>
            <a:custGeom>
              <a:avLst/>
              <a:gdLst/>
              <a:ahLst/>
              <a:cxnLst/>
              <a:rect l="l" t="t" r="r" b="b"/>
              <a:pathLst>
                <a:path w="16680" h="31113" extrusionOk="0">
                  <a:moveTo>
                    <a:pt x="1" y="0"/>
                  </a:moveTo>
                  <a:lnTo>
                    <a:pt x="1" y="0"/>
                  </a:lnTo>
                  <a:cubicBezTo>
                    <a:pt x="5026" y="10478"/>
                    <a:pt x="4224" y="22345"/>
                    <a:pt x="1872" y="30310"/>
                  </a:cubicBezTo>
                  <a:lnTo>
                    <a:pt x="14060" y="28012"/>
                  </a:lnTo>
                  <a:lnTo>
                    <a:pt x="14060" y="28012"/>
                  </a:lnTo>
                  <a:lnTo>
                    <a:pt x="13686" y="31112"/>
                  </a:lnTo>
                  <a:cubicBezTo>
                    <a:pt x="14648" y="28707"/>
                    <a:pt x="15343" y="26248"/>
                    <a:pt x="15824" y="23735"/>
                  </a:cubicBezTo>
                  <a:lnTo>
                    <a:pt x="16198" y="21436"/>
                  </a:lnTo>
                  <a:cubicBezTo>
                    <a:pt x="16252" y="20635"/>
                    <a:pt x="16358" y="19886"/>
                    <a:pt x="16465" y="19138"/>
                  </a:cubicBezTo>
                  <a:lnTo>
                    <a:pt x="16626" y="16786"/>
                  </a:lnTo>
                  <a:lnTo>
                    <a:pt x="16679" y="14487"/>
                  </a:lnTo>
                  <a:cubicBezTo>
                    <a:pt x="16679" y="13685"/>
                    <a:pt x="16679" y="12937"/>
                    <a:pt x="16626" y="12135"/>
                  </a:cubicBezTo>
                  <a:cubicBezTo>
                    <a:pt x="16626" y="11387"/>
                    <a:pt x="16519" y="10585"/>
                    <a:pt x="16465" y="9836"/>
                  </a:cubicBezTo>
                  <a:lnTo>
                    <a:pt x="16465" y="9248"/>
                  </a:lnTo>
                  <a:lnTo>
                    <a:pt x="16358" y="8660"/>
                  </a:lnTo>
                  <a:lnTo>
                    <a:pt x="16198" y="7538"/>
                  </a:lnTo>
                  <a:cubicBezTo>
                    <a:pt x="16198" y="7164"/>
                    <a:pt x="16145" y="6789"/>
                    <a:pt x="16038" y="6415"/>
                  </a:cubicBezTo>
                  <a:cubicBezTo>
                    <a:pt x="15022" y="6629"/>
                    <a:pt x="14060" y="6736"/>
                    <a:pt x="13258" y="6843"/>
                  </a:cubicBezTo>
                  <a:cubicBezTo>
                    <a:pt x="13025" y="6876"/>
                    <a:pt x="12789" y="6893"/>
                    <a:pt x="12553" y="6893"/>
                  </a:cubicBezTo>
                  <a:cubicBezTo>
                    <a:pt x="11273" y="6893"/>
                    <a:pt x="9983" y="6409"/>
                    <a:pt x="9035" y="5506"/>
                  </a:cubicBezTo>
                  <a:cubicBezTo>
                    <a:pt x="6362" y="3208"/>
                    <a:pt x="3315" y="1337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34"/>
            <p:cNvSpPr/>
            <p:nvPr/>
          </p:nvSpPr>
          <p:spPr>
            <a:xfrm>
              <a:off x="2041250" y="3464225"/>
              <a:ext cx="280675" cy="453075"/>
            </a:xfrm>
            <a:custGeom>
              <a:avLst/>
              <a:gdLst/>
              <a:ahLst/>
              <a:cxnLst/>
              <a:rect l="l" t="t" r="r" b="b"/>
              <a:pathLst>
                <a:path w="11227" h="18123" extrusionOk="0">
                  <a:moveTo>
                    <a:pt x="3154" y="0"/>
                  </a:moveTo>
                  <a:cubicBezTo>
                    <a:pt x="1123" y="1764"/>
                    <a:pt x="0" y="5399"/>
                    <a:pt x="0" y="9141"/>
                  </a:cubicBezTo>
                  <a:cubicBezTo>
                    <a:pt x="0" y="12616"/>
                    <a:pt x="1069" y="16144"/>
                    <a:pt x="3314" y="18122"/>
                  </a:cubicBezTo>
                  <a:lnTo>
                    <a:pt x="2299" y="16358"/>
                  </a:lnTo>
                  <a:lnTo>
                    <a:pt x="9569" y="17160"/>
                  </a:lnTo>
                  <a:cubicBezTo>
                    <a:pt x="6950" y="11814"/>
                    <a:pt x="7591" y="5399"/>
                    <a:pt x="11226" y="588"/>
                  </a:cubicBezTo>
                  <a:lnTo>
                    <a:pt x="31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34"/>
            <p:cNvSpPr/>
            <p:nvPr/>
          </p:nvSpPr>
          <p:spPr>
            <a:xfrm>
              <a:off x="1891575" y="4056250"/>
              <a:ext cx="1307025" cy="185800"/>
            </a:xfrm>
            <a:custGeom>
              <a:avLst/>
              <a:gdLst/>
              <a:ahLst/>
              <a:cxnLst/>
              <a:rect l="l" t="t" r="r" b="b"/>
              <a:pathLst>
                <a:path w="52281" h="7432" extrusionOk="0">
                  <a:moveTo>
                    <a:pt x="0" y="1"/>
                  </a:moveTo>
                  <a:lnTo>
                    <a:pt x="0" y="1"/>
                  </a:lnTo>
                  <a:cubicBezTo>
                    <a:pt x="4383" y="696"/>
                    <a:pt x="8713" y="1390"/>
                    <a:pt x="13043" y="2032"/>
                  </a:cubicBezTo>
                  <a:lnTo>
                    <a:pt x="26140" y="3956"/>
                  </a:lnTo>
                  <a:lnTo>
                    <a:pt x="39184" y="5720"/>
                  </a:lnTo>
                  <a:lnTo>
                    <a:pt x="45759" y="6629"/>
                  </a:lnTo>
                  <a:lnTo>
                    <a:pt x="52281" y="7431"/>
                  </a:lnTo>
                  <a:lnTo>
                    <a:pt x="45759" y="6308"/>
                  </a:lnTo>
                  <a:lnTo>
                    <a:pt x="39237" y="5346"/>
                  </a:lnTo>
                  <a:lnTo>
                    <a:pt x="26194" y="3422"/>
                  </a:lnTo>
                  <a:lnTo>
                    <a:pt x="13097" y="1658"/>
                  </a:lnTo>
                  <a:cubicBezTo>
                    <a:pt x="8767" y="1070"/>
                    <a:pt x="4383" y="482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34"/>
            <p:cNvSpPr/>
            <p:nvPr/>
          </p:nvSpPr>
          <p:spPr>
            <a:xfrm>
              <a:off x="2013175" y="4001450"/>
              <a:ext cx="1583675" cy="195150"/>
            </a:xfrm>
            <a:custGeom>
              <a:avLst/>
              <a:gdLst/>
              <a:ahLst/>
              <a:cxnLst/>
              <a:rect l="l" t="t" r="r" b="b"/>
              <a:pathLst>
                <a:path w="63347" h="7806" extrusionOk="0">
                  <a:moveTo>
                    <a:pt x="11173" y="1"/>
                  </a:moveTo>
                  <a:lnTo>
                    <a:pt x="1" y="1123"/>
                  </a:lnTo>
                  <a:lnTo>
                    <a:pt x="49555" y="7806"/>
                  </a:lnTo>
                  <a:lnTo>
                    <a:pt x="63347" y="5988"/>
                  </a:lnTo>
                  <a:lnTo>
                    <a:pt x="56772" y="5240"/>
                  </a:lnTo>
                  <a:lnTo>
                    <a:pt x="49020" y="6202"/>
                  </a:lnTo>
                  <a:lnTo>
                    <a:pt x="6736" y="1230"/>
                  </a:lnTo>
                  <a:lnTo>
                    <a:pt x="14648" y="429"/>
                  </a:lnTo>
                  <a:lnTo>
                    <a:pt x="111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34"/>
            <p:cNvSpPr/>
            <p:nvPr/>
          </p:nvSpPr>
          <p:spPr>
            <a:xfrm>
              <a:off x="2265750" y="3429475"/>
              <a:ext cx="912800" cy="80200"/>
            </a:xfrm>
            <a:custGeom>
              <a:avLst/>
              <a:gdLst/>
              <a:ahLst/>
              <a:cxnLst/>
              <a:rect l="l" t="t" r="r" b="b"/>
              <a:pathLst>
                <a:path w="36512" h="3208" extrusionOk="0">
                  <a:moveTo>
                    <a:pt x="7431" y="0"/>
                  </a:moveTo>
                  <a:lnTo>
                    <a:pt x="1" y="535"/>
                  </a:lnTo>
                  <a:lnTo>
                    <a:pt x="36512" y="3208"/>
                  </a:lnTo>
                  <a:cubicBezTo>
                    <a:pt x="26088" y="2299"/>
                    <a:pt x="16947" y="1444"/>
                    <a:pt x="12403" y="1016"/>
                  </a:cubicBezTo>
                  <a:lnTo>
                    <a:pt x="5881" y="588"/>
                  </a:lnTo>
                  <a:lnTo>
                    <a:pt x="8394" y="375"/>
                  </a:lnTo>
                  <a:cubicBezTo>
                    <a:pt x="8073" y="268"/>
                    <a:pt x="7752" y="161"/>
                    <a:pt x="7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34"/>
            <p:cNvSpPr/>
            <p:nvPr/>
          </p:nvSpPr>
          <p:spPr>
            <a:xfrm>
              <a:off x="5372925" y="3885200"/>
              <a:ext cx="129650" cy="26750"/>
            </a:xfrm>
            <a:custGeom>
              <a:avLst/>
              <a:gdLst/>
              <a:ahLst/>
              <a:cxnLst/>
              <a:rect l="l" t="t" r="r" b="b"/>
              <a:pathLst>
                <a:path w="5186" h="1070" extrusionOk="0">
                  <a:moveTo>
                    <a:pt x="107" y="0"/>
                  </a:moveTo>
                  <a:cubicBezTo>
                    <a:pt x="161" y="374"/>
                    <a:pt x="107" y="695"/>
                    <a:pt x="1" y="1016"/>
                  </a:cubicBezTo>
                  <a:lnTo>
                    <a:pt x="1" y="1069"/>
                  </a:lnTo>
                  <a:lnTo>
                    <a:pt x="5186" y="374"/>
                  </a:lnTo>
                  <a:lnTo>
                    <a:pt x="1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34"/>
            <p:cNvSpPr/>
            <p:nvPr/>
          </p:nvSpPr>
          <p:spPr>
            <a:xfrm>
              <a:off x="5121675" y="4113725"/>
              <a:ext cx="237900" cy="624125"/>
            </a:xfrm>
            <a:custGeom>
              <a:avLst/>
              <a:gdLst/>
              <a:ahLst/>
              <a:cxnLst/>
              <a:rect l="l" t="t" r="r" b="b"/>
              <a:pathLst>
                <a:path w="9516" h="24965" extrusionOk="0">
                  <a:moveTo>
                    <a:pt x="9088" y="0"/>
                  </a:moveTo>
                  <a:cubicBezTo>
                    <a:pt x="6629" y="535"/>
                    <a:pt x="3636" y="1123"/>
                    <a:pt x="375" y="1818"/>
                  </a:cubicBezTo>
                  <a:cubicBezTo>
                    <a:pt x="2192" y="8874"/>
                    <a:pt x="2085" y="16251"/>
                    <a:pt x="1" y="23200"/>
                  </a:cubicBezTo>
                  <a:lnTo>
                    <a:pt x="7217" y="21811"/>
                  </a:lnTo>
                  <a:lnTo>
                    <a:pt x="6843" y="24964"/>
                  </a:lnTo>
                  <a:cubicBezTo>
                    <a:pt x="7912" y="22612"/>
                    <a:pt x="8768" y="20153"/>
                    <a:pt x="9249" y="17587"/>
                  </a:cubicBezTo>
                  <a:lnTo>
                    <a:pt x="9516" y="16251"/>
                  </a:lnTo>
                  <a:lnTo>
                    <a:pt x="9516" y="1871"/>
                  </a:lnTo>
                  <a:cubicBezTo>
                    <a:pt x="9462" y="1497"/>
                    <a:pt x="9356" y="1176"/>
                    <a:pt x="9302" y="856"/>
                  </a:cubicBezTo>
                  <a:cubicBezTo>
                    <a:pt x="9249" y="535"/>
                    <a:pt x="9142" y="268"/>
                    <a:pt x="90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34"/>
            <p:cNvSpPr/>
            <p:nvPr/>
          </p:nvSpPr>
          <p:spPr>
            <a:xfrm>
              <a:off x="4580425" y="4260725"/>
              <a:ext cx="97600" cy="537275"/>
            </a:xfrm>
            <a:custGeom>
              <a:avLst/>
              <a:gdLst/>
              <a:ahLst/>
              <a:cxnLst/>
              <a:rect l="l" t="t" r="r" b="b"/>
              <a:pathLst>
                <a:path w="3904" h="21491" extrusionOk="0">
                  <a:moveTo>
                    <a:pt x="2299" y="0"/>
                  </a:moveTo>
                  <a:lnTo>
                    <a:pt x="1498" y="161"/>
                  </a:lnTo>
                  <a:lnTo>
                    <a:pt x="1604" y="428"/>
                  </a:lnTo>
                  <a:cubicBezTo>
                    <a:pt x="1711" y="802"/>
                    <a:pt x="1765" y="1177"/>
                    <a:pt x="1818" y="1551"/>
                  </a:cubicBezTo>
                  <a:lnTo>
                    <a:pt x="2032" y="2727"/>
                  </a:lnTo>
                  <a:lnTo>
                    <a:pt x="2139" y="3315"/>
                  </a:lnTo>
                  <a:lnTo>
                    <a:pt x="2192" y="3903"/>
                  </a:lnTo>
                  <a:cubicBezTo>
                    <a:pt x="2299" y="4651"/>
                    <a:pt x="2406" y="5453"/>
                    <a:pt x="2406" y="6255"/>
                  </a:cubicBezTo>
                  <a:cubicBezTo>
                    <a:pt x="2460" y="7003"/>
                    <a:pt x="2513" y="7805"/>
                    <a:pt x="2513" y="8554"/>
                  </a:cubicBezTo>
                  <a:cubicBezTo>
                    <a:pt x="2460" y="11707"/>
                    <a:pt x="2032" y="14808"/>
                    <a:pt x="1230" y="17855"/>
                  </a:cubicBezTo>
                  <a:cubicBezTo>
                    <a:pt x="1016" y="18603"/>
                    <a:pt x="803" y="19352"/>
                    <a:pt x="589" y="20100"/>
                  </a:cubicBezTo>
                  <a:cubicBezTo>
                    <a:pt x="375" y="20581"/>
                    <a:pt x="215" y="21062"/>
                    <a:pt x="1" y="21490"/>
                  </a:cubicBezTo>
                  <a:lnTo>
                    <a:pt x="1016" y="21330"/>
                  </a:lnTo>
                  <a:cubicBezTo>
                    <a:pt x="3422" y="14487"/>
                    <a:pt x="3903" y="7057"/>
                    <a:pt x="2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34"/>
            <p:cNvSpPr/>
            <p:nvPr/>
          </p:nvSpPr>
          <p:spPr>
            <a:xfrm>
              <a:off x="5419700" y="3914600"/>
              <a:ext cx="308725" cy="751075"/>
            </a:xfrm>
            <a:custGeom>
              <a:avLst/>
              <a:gdLst/>
              <a:ahLst/>
              <a:cxnLst/>
              <a:rect l="l" t="t" r="r" b="b"/>
              <a:pathLst>
                <a:path w="12349" h="30043" extrusionOk="0">
                  <a:moveTo>
                    <a:pt x="8447" y="0"/>
                  </a:moveTo>
                  <a:lnTo>
                    <a:pt x="1070" y="1016"/>
                  </a:lnTo>
                  <a:cubicBezTo>
                    <a:pt x="3208" y="2620"/>
                    <a:pt x="4330" y="6362"/>
                    <a:pt x="3529" y="6575"/>
                  </a:cubicBezTo>
                  <a:lnTo>
                    <a:pt x="589" y="7217"/>
                  </a:lnTo>
                  <a:cubicBezTo>
                    <a:pt x="3048" y="14968"/>
                    <a:pt x="2085" y="23254"/>
                    <a:pt x="0" y="28920"/>
                  </a:cubicBezTo>
                  <a:lnTo>
                    <a:pt x="9623" y="27103"/>
                  </a:lnTo>
                  <a:lnTo>
                    <a:pt x="8393" y="30043"/>
                  </a:lnTo>
                  <a:cubicBezTo>
                    <a:pt x="11066" y="26622"/>
                    <a:pt x="12296" y="20848"/>
                    <a:pt x="12349" y="15075"/>
                  </a:cubicBezTo>
                  <a:cubicBezTo>
                    <a:pt x="12349" y="8821"/>
                    <a:pt x="10959" y="2620"/>
                    <a:pt x="84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34"/>
            <p:cNvSpPr/>
            <p:nvPr/>
          </p:nvSpPr>
          <p:spPr>
            <a:xfrm>
              <a:off x="4695375" y="4184550"/>
              <a:ext cx="332775" cy="637500"/>
            </a:xfrm>
            <a:custGeom>
              <a:avLst/>
              <a:gdLst/>
              <a:ahLst/>
              <a:cxnLst/>
              <a:rect l="l" t="t" r="r" b="b"/>
              <a:pathLst>
                <a:path w="13311" h="25500" extrusionOk="0">
                  <a:moveTo>
                    <a:pt x="12402" y="0"/>
                  </a:moveTo>
                  <a:cubicBezTo>
                    <a:pt x="8660" y="802"/>
                    <a:pt x="4704" y="1604"/>
                    <a:pt x="802" y="2406"/>
                  </a:cubicBezTo>
                  <a:cubicBezTo>
                    <a:pt x="2352" y="9409"/>
                    <a:pt x="2085" y="16732"/>
                    <a:pt x="0" y="23628"/>
                  </a:cubicBezTo>
                  <a:lnTo>
                    <a:pt x="10264" y="21704"/>
                  </a:lnTo>
                  <a:lnTo>
                    <a:pt x="9943" y="25499"/>
                  </a:lnTo>
                  <a:cubicBezTo>
                    <a:pt x="11066" y="23040"/>
                    <a:pt x="11921" y="20474"/>
                    <a:pt x="12402" y="17855"/>
                  </a:cubicBezTo>
                  <a:lnTo>
                    <a:pt x="12776" y="15663"/>
                  </a:lnTo>
                  <a:cubicBezTo>
                    <a:pt x="12883" y="14915"/>
                    <a:pt x="12990" y="14220"/>
                    <a:pt x="13097" y="13472"/>
                  </a:cubicBezTo>
                  <a:lnTo>
                    <a:pt x="13257" y="11280"/>
                  </a:lnTo>
                  <a:lnTo>
                    <a:pt x="13311" y="9088"/>
                  </a:lnTo>
                  <a:cubicBezTo>
                    <a:pt x="13311" y="8340"/>
                    <a:pt x="13311" y="7645"/>
                    <a:pt x="13311" y="6896"/>
                  </a:cubicBezTo>
                  <a:cubicBezTo>
                    <a:pt x="13257" y="6148"/>
                    <a:pt x="13150" y="5453"/>
                    <a:pt x="13150" y="4705"/>
                  </a:cubicBezTo>
                  <a:lnTo>
                    <a:pt x="13097" y="4170"/>
                  </a:lnTo>
                  <a:lnTo>
                    <a:pt x="12990" y="3635"/>
                  </a:lnTo>
                  <a:lnTo>
                    <a:pt x="12830" y="2513"/>
                  </a:lnTo>
                  <a:cubicBezTo>
                    <a:pt x="12776" y="1818"/>
                    <a:pt x="12616" y="1070"/>
                    <a:pt x="12455" y="375"/>
                  </a:cubicBezTo>
                  <a:cubicBezTo>
                    <a:pt x="12455" y="268"/>
                    <a:pt x="12402" y="161"/>
                    <a:pt x="12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34"/>
            <p:cNvSpPr/>
            <p:nvPr/>
          </p:nvSpPr>
          <p:spPr>
            <a:xfrm>
              <a:off x="5008075" y="4175200"/>
              <a:ext cx="93575" cy="541275"/>
            </a:xfrm>
            <a:custGeom>
              <a:avLst/>
              <a:gdLst/>
              <a:ahLst/>
              <a:cxnLst/>
              <a:rect l="l" t="t" r="r" b="b"/>
              <a:pathLst>
                <a:path w="3743" h="21651" extrusionOk="0">
                  <a:moveTo>
                    <a:pt x="1872" y="0"/>
                  </a:moveTo>
                  <a:lnTo>
                    <a:pt x="1017" y="161"/>
                  </a:lnTo>
                  <a:lnTo>
                    <a:pt x="1123" y="428"/>
                  </a:lnTo>
                  <a:lnTo>
                    <a:pt x="1444" y="1550"/>
                  </a:lnTo>
                  <a:cubicBezTo>
                    <a:pt x="1551" y="1925"/>
                    <a:pt x="1605" y="2299"/>
                    <a:pt x="1658" y="2673"/>
                  </a:cubicBezTo>
                  <a:lnTo>
                    <a:pt x="1872" y="3796"/>
                  </a:lnTo>
                  <a:lnTo>
                    <a:pt x="1979" y="4330"/>
                  </a:lnTo>
                  <a:lnTo>
                    <a:pt x="2032" y="4918"/>
                  </a:lnTo>
                  <a:cubicBezTo>
                    <a:pt x="2139" y="5667"/>
                    <a:pt x="2246" y="6415"/>
                    <a:pt x="2299" y="7163"/>
                  </a:cubicBezTo>
                  <a:cubicBezTo>
                    <a:pt x="2299" y="7965"/>
                    <a:pt x="2353" y="8714"/>
                    <a:pt x="2353" y="9462"/>
                  </a:cubicBezTo>
                  <a:cubicBezTo>
                    <a:pt x="2299" y="12509"/>
                    <a:pt x="1872" y="15556"/>
                    <a:pt x="1070" y="18496"/>
                  </a:cubicBezTo>
                  <a:cubicBezTo>
                    <a:pt x="856" y="19245"/>
                    <a:pt x="642" y="19940"/>
                    <a:pt x="429" y="20688"/>
                  </a:cubicBezTo>
                  <a:cubicBezTo>
                    <a:pt x="268" y="21009"/>
                    <a:pt x="161" y="21329"/>
                    <a:pt x="1" y="21650"/>
                  </a:cubicBezTo>
                  <a:lnTo>
                    <a:pt x="1017" y="21436"/>
                  </a:lnTo>
                  <a:cubicBezTo>
                    <a:pt x="3476" y="14540"/>
                    <a:pt x="3743" y="7057"/>
                    <a:pt x="18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34"/>
            <p:cNvSpPr/>
            <p:nvPr/>
          </p:nvSpPr>
          <p:spPr>
            <a:xfrm>
              <a:off x="5348875" y="4626900"/>
              <a:ext cx="10700" cy="24075"/>
            </a:xfrm>
            <a:custGeom>
              <a:avLst/>
              <a:gdLst/>
              <a:ahLst/>
              <a:cxnLst/>
              <a:rect l="l" t="t" r="r" b="b"/>
              <a:pathLst>
                <a:path w="428" h="963" extrusionOk="0">
                  <a:moveTo>
                    <a:pt x="428" y="1"/>
                  </a:moveTo>
                  <a:cubicBezTo>
                    <a:pt x="268" y="321"/>
                    <a:pt x="161" y="642"/>
                    <a:pt x="0" y="963"/>
                  </a:cubicBezTo>
                  <a:lnTo>
                    <a:pt x="428" y="856"/>
                  </a:lnTo>
                  <a:lnTo>
                    <a:pt x="428" y="1"/>
                  </a:lnTo>
                  <a:close/>
                </a:path>
              </a:pathLst>
            </a:custGeom>
            <a:solidFill>
              <a:srgbClr val="B57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34"/>
            <p:cNvSpPr/>
            <p:nvPr/>
          </p:nvSpPr>
          <p:spPr>
            <a:xfrm>
              <a:off x="1864825" y="4695050"/>
              <a:ext cx="1417975" cy="471800"/>
            </a:xfrm>
            <a:custGeom>
              <a:avLst/>
              <a:gdLst/>
              <a:ahLst/>
              <a:cxnLst/>
              <a:rect l="l" t="t" r="r" b="b"/>
              <a:pathLst>
                <a:path w="56719" h="18872" extrusionOk="0">
                  <a:moveTo>
                    <a:pt x="3583" y="1"/>
                  </a:moveTo>
                  <a:cubicBezTo>
                    <a:pt x="2032" y="1"/>
                    <a:pt x="1" y="429"/>
                    <a:pt x="482" y="2460"/>
                  </a:cubicBezTo>
                  <a:cubicBezTo>
                    <a:pt x="482" y="2460"/>
                    <a:pt x="31273" y="14167"/>
                    <a:pt x="55756" y="18871"/>
                  </a:cubicBezTo>
                  <a:cubicBezTo>
                    <a:pt x="56023" y="18550"/>
                    <a:pt x="56344" y="18176"/>
                    <a:pt x="56718" y="17642"/>
                  </a:cubicBezTo>
                  <a:cubicBezTo>
                    <a:pt x="38810" y="13472"/>
                    <a:pt x="21116" y="8340"/>
                    <a:pt x="3796" y="2246"/>
                  </a:cubicBezTo>
                  <a:cubicBezTo>
                    <a:pt x="3422" y="2086"/>
                    <a:pt x="3208" y="1765"/>
                    <a:pt x="3315" y="1391"/>
                  </a:cubicBezTo>
                  <a:lnTo>
                    <a:pt x="35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34"/>
            <p:cNvSpPr/>
            <p:nvPr/>
          </p:nvSpPr>
          <p:spPr>
            <a:xfrm>
              <a:off x="3032850" y="2627625"/>
              <a:ext cx="1822900" cy="114950"/>
            </a:xfrm>
            <a:custGeom>
              <a:avLst/>
              <a:gdLst/>
              <a:ahLst/>
              <a:cxnLst/>
              <a:rect l="l" t="t" r="r" b="b"/>
              <a:pathLst>
                <a:path w="72916" h="4598" extrusionOk="0">
                  <a:moveTo>
                    <a:pt x="51747" y="0"/>
                  </a:moveTo>
                  <a:lnTo>
                    <a:pt x="1" y="3101"/>
                  </a:lnTo>
                  <a:lnTo>
                    <a:pt x="22560" y="4598"/>
                  </a:lnTo>
                  <a:lnTo>
                    <a:pt x="72916" y="963"/>
                  </a:lnTo>
                  <a:lnTo>
                    <a:pt x="517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34"/>
            <p:cNvSpPr/>
            <p:nvPr/>
          </p:nvSpPr>
          <p:spPr>
            <a:xfrm>
              <a:off x="2745525" y="2611575"/>
              <a:ext cx="2434975" cy="159075"/>
            </a:xfrm>
            <a:custGeom>
              <a:avLst/>
              <a:gdLst/>
              <a:ahLst/>
              <a:cxnLst/>
              <a:rect l="l" t="t" r="r" b="b"/>
              <a:pathLst>
                <a:path w="97399" h="6363" extrusionOk="0">
                  <a:moveTo>
                    <a:pt x="63293" y="161"/>
                  </a:moveTo>
                  <a:lnTo>
                    <a:pt x="92374" y="1498"/>
                  </a:lnTo>
                  <a:lnTo>
                    <a:pt x="34053" y="5828"/>
                  </a:lnTo>
                  <a:lnTo>
                    <a:pt x="4064" y="3689"/>
                  </a:lnTo>
                  <a:lnTo>
                    <a:pt x="63293" y="161"/>
                  </a:lnTo>
                  <a:close/>
                  <a:moveTo>
                    <a:pt x="63293" y="1"/>
                  </a:moveTo>
                  <a:lnTo>
                    <a:pt x="1" y="3636"/>
                  </a:lnTo>
                  <a:lnTo>
                    <a:pt x="34427" y="6362"/>
                  </a:lnTo>
                  <a:lnTo>
                    <a:pt x="97399" y="1391"/>
                  </a:lnTo>
                  <a:lnTo>
                    <a:pt x="6329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34"/>
            <p:cNvSpPr/>
            <p:nvPr/>
          </p:nvSpPr>
          <p:spPr>
            <a:xfrm>
              <a:off x="5287400" y="2985775"/>
              <a:ext cx="181775" cy="20075"/>
            </a:xfrm>
            <a:custGeom>
              <a:avLst/>
              <a:gdLst/>
              <a:ahLst/>
              <a:cxnLst/>
              <a:rect l="l" t="t" r="r" b="b"/>
              <a:pathLst>
                <a:path w="7271" h="803" extrusionOk="0">
                  <a:moveTo>
                    <a:pt x="588" y="1"/>
                  </a:moveTo>
                  <a:cubicBezTo>
                    <a:pt x="374" y="108"/>
                    <a:pt x="214" y="268"/>
                    <a:pt x="0" y="375"/>
                  </a:cubicBezTo>
                  <a:lnTo>
                    <a:pt x="2994" y="482"/>
                  </a:lnTo>
                  <a:lnTo>
                    <a:pt x="963" y="642"/>
                  </a:lnTo>
                  <a:lnTo>
                    <a:pt x="1711" y="803"/>
                  </a:lnTo>
                  <a:lnTo>
                    <a:pt x="7270" y="215"/>
                  </a:lnTo>
                  <a:lnTo>
                    <a:pt x="5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34"/>
            <p:cNvSpPr/>
            <p:nvPr/>
          </p:nvSpPr>
          <p:spPr>
            <a:xfrm>
              <a:off x="2641300" y="2713150"/>
              <a:ext cx="927500" cy="77550"/>
            </a:xfrm>
            <a:custGeom>
              <a:avLst/>
              <a:gdLst/>
              <a:ahLst/>
              <a:cxnLst/>
              <a:rect l="l" t="t" r="r" b="b"/>
              <a:pathLst>
                <a:path w="37100" h="3102" extrusionOk="0">
                  <a:moveTo>
                    <a:pt x="0" y="1"/>
                  </a:moveTo>
                  <a:lnTo>
                    <a:pt x="0" y="1"/>
                  </a:lnTo>
                  <a:cubicBezTo>
                    <a:pt x="3101" y="321"/>
                    <a:pt x="6201" y="642"/>
                    <a:pt x="9248" y="909"/>
                  </a:cubicBezTo>
                  <a:lnTo>
                    <a:pt x="18550" y="1711"/>
                  </a:lnTo>
                  <a:lnTo>
                    <a:pt x="27798" y="2460"/>
                  </a:lnTo>
                  <a:cubicBezTo>
                    <a:pt x="30898" y="2674"/>
                    <a:pt x="33999" y="2887"/>
                    <a:pt x="37099" y="3101"/>
                  </a:cubicBezTo>
                  <a:cubicBezTo>
                    <a:pt x="33999" y="2780"/>
                    <a:pt x="30898" y="2513"/>
                    <a:pt x="27851" y="2246"/>
                  </a:cubicBezTo>
                  <a:lnTo>
                    <a:pt x="18550" y="1444"/>
                  </a:lnTo>
                  <a:lnTo>
                    <a:pt x="9302" y="696"/>
                  </a:lnTo>
                  <a:cubicBezTo>
                    <a:pt x="6201" y="482"/>
                    <a:pt x="3101" y="215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8" name="Google Shape;5398;p34"/>
            <p:cNvSpPr/>
            <p:nvPr/>
          </p:nvSpPr>
          <p:spPr>
            <a:xfrm>
              <a:off x="4329175" y="3049925"/>
              <a:ext cx="1192125" cy="502525"/>
            </a:xfrm>
            <a:custGeom>
              <a:avLst/>
              <a:gdLst/>
              <a:ahLst/>
              <a:cxnLst/>
              <a:rect l="l" t="t" r="r" b="b"/>
              <a:pathLst>
                <a:path w="47685" h="20101" extrusionOk="0">
                  <a:moveTo>
                    <a:pt x="29937" y="4598"/>
                  </a:moveTo>
                  <a:lnTo>
                    <a:pt x="29937" y="4598"/>
                  </a:lnTo>
                  <a:cubicBezTo>
                    <a:pt x="27798" y="4919"/>
                    <a:pt x="25714" y="5186"/>
                    <a:pt x="23629" y="5507"/>
                  </a:cubicBezTo>
                  <a:lnTo>
                    <a:pt x="17267" y="6309"/>
                  </a:lnTo>
                  <a:lnTo>
                    <a:pt x="10906" y="7057"/>
                  </a:lnTo>
                  <a:cubicBezTo>
                    <a:pt x="8821" y="7271"/>
                    <a:pt x="6683" y="7485"/>
                    <a:pt x="4545" y="7645"/>
                  </a:cubicBezTo>
                  <a:cubicBezTo>
                    <a:pt x="6683" y="7324"/>
                    <a:pt x="8768" y="7004"/>
                    <a:pt x="10906" y="6736"/>
                  </a:cubicBezTo>
                  <a:lnTo>
                    <a:pt x="17214" y="5934"/>
                  </a:lnTo>
                  <a:lnTo>
                    <a:pt x="23575" y="5186"/>
                  </a:lnTo>
                  <a:cubicBezTo>
                    <a:pt x="25714" y="4972"/>
                    <a:pt x="27798" y="4758"/>
                    <a:pt x="29937" y="4598"/>
                  </a:cubicBezTo>
                  <a:close/>
                  <a:moveTo>
                    <a:pt x="36084" y="6576"/>
                  </a:moveTo>
                  <a:lnTo>
                    <a:pt x="36084" y="6576"/>
                  </a:lnTo>
                  <a:cubicBezTo>
                    <a:pt x="33465" y="7057"/>
                    <a:pt x="30792" y="7431"/>
                    <a:pt x="28119" y="7805"/>
                  </a:cubicBezTo>
                  <a:lnTo>
                    <a:pt x="20047" y="8875"/>
                  </a:lnTo>
                  <a:lnTo>
                    <a:pt x="11975" y="9837"/>
                  </a:lnTo>
                  <a:cubicBezTo>
                    <a:pt x="9302" y="10104"/>
                    <a:pt x="6576" y="10425"/>
                    <a:pt x="3903" y="10692"/>
                  </a:cubicBezTo>
                  <a:cubicBezTo>
                    <a:pt x="6576" y="10264"/>
                    <a:pt x="9249" y="9890"/>
                    <a:pt x="11922" y="9516"/>
                  </a:cubicBezTo>
                  <a:lnTo>
                    <a:pt x="19940" y="8447"/>
                  </a:lnTo>
                  <a:lnTo>
                    <a:pt x="28012" y="7485"/>
                  </a:lnTo>
                  <a:cubicBezTo>
                    <a:pt x="30685" y="7164"/>
                    <a:pt x="33358" y="6843"/>
                    <a:pt x="36084" y="6576"/>
                  </a:cubicBezTo>
                  <a:close/>
                  <a:moveTo>
                    <a:pt x="44744" y="8180"/>
                  </a:moveTo>
                  <a:lnTo>
                    <a:pt x="44744" y="8180"/>
                  </a:lnTo>
                  <a:cubicBezTo>
                    <a:pt x="43247" y="8500"/>
                    <a:pt x="41751" y="8768"/>
                    <a:pt x="40307" y="9035"/>
                  </a:cubicBezTo>
                  <a:cubicBezTo>
                    <a:pt x="38810" y="9356"/>
                    <a:pt x="37314" y="9570"/>
                    <a:pt x="35817" y="9837"/>
                  </a:cubicBezTo>
                  <a:cubicBezTo>
                    <a:pt x="34320" y="10051"/>
                    <a:pt x="32877" y="10318"/>
                    <a:pt x="31380" y="10478"/>
                  </a:cubicBezTo>
                  <a:cubicBezTo>
                    <a:pt x="29883" y="10692"/>
                    <a:pt x="28386" y="10906"/>
                    <a:pt x="26890" y="11066"/>
                  </a:cubicBezTo>
                  <a:cubicBezTo>
                    <a:pt x="28333" y="10746"/>
                    <a:pt x="29830" y="10425"/>
                    <a:pt x="31326" y="10158"/>
                  </a:cubicBezTo>
                  <a:lnTo>
                    <a:pt x="31326" y="10211"/>
                  </a:lnTo>
                  <a:cubicBezTo>
                    <a:pt x="32823" y="9944"/>
                    <a:pt x="34267" y="9676"/>
                    <a:pt x="35763" y="9409"/>
                  </a:cubicBezTo>
                  <a:cubicBezTo>
                    <a:pt x="37260" y="9195"/>
                    <a:pt x="38757" y="8981"/>
                    <a:pt x="40254" y="8768"/>
                  </a:cubicBezTo>
                  <a:cubicBezTo>
                    <a:pt x="41751" y="8554"/>
                    <a:pt x="43247" y="8340"/>
                    <a:pt x="44744" y="8180"/>
                  </a:cubicBezTo>
                  <a:close/>
                  <a:moveTo>
                    <a:pt x="47203" y="1"/>
                  </a:moveTo>
                  <a:lnTo>
                    <a:pt x="3903" y="4651"/>
                  </a:lnTo>
                  <a:cubicBezTo>
                    <a:pt x="1712" y="7378"/>
                    <a:pt x="429" y="9944"/>
                    <a:pt x="108" y="12349"/>
                  </a:cubicBezTo>
                  <a:lnTo>
                    <a:pt x="44691" y="6629"/>
                  </a:lnTo>
                  <a:lnTo>
                    <a:pt x="54" y="13098"/>
                  </a:lnTo>
                  <a:cubicBezTo>
                    <a:pt x="1" y="13525"/>
                    <a:pt x="1" y="13899"/>
                    <a:pt x="54" y="14327"/>
                  </a:cubicBezTo>
                  <a:lnTo>
                    <a:pt x="23201" y="11494"/>
                  </a:lnTo>
                  <a:lnTo>
                    <a:pt x="108" y="15076"/>
                  </a:lnTo>
                  <a:cubicBezTo>
                    <a:pt x="375" y="16572"/>
                    <a:pt x="1070" y="18016"/>
                    <a:pt x="2032" y="19192"/>
                  </a:cubicBezTo>
                  <a:lnTo>
                    <a:pt x="44637" y="11654"/>
                  </a:lnTo>
                  <a:lnTo>
                    <a:pt x="2620" y="19833"/>
                  </a:lnTo>
                  <a:lnTo>
                    <a:pt x="2834" y="20100"/>
                  </a:lnTo>
                  <a:cubicBezTo>
                    <a:pt x="24056" y="16733"/>
                    <a:pt x="43996" y="12135"/>
                    <a:pt x="47684" y="11280"/>
                  </a:cubicBezTo>
                  <a:lnTo>
                    <a:pt x="47577" y="11013"/>
                  </a:lnTo>
                  <a:lnTo>
                    <a:pt x="47524" y="11013"/>
                  </a:lnTo>
                  <a:cubicBezTo>
                    <a:pt x="47417" y="10746"/>
                    <a:pt x="47310" y="10425"/>
                    <a:pt x="47203" y="10104"/>
                  </a:cubicBezTo>
                  <a:lnTo>
                    <a:pt x="4812" y="16679"/>
                  </a:lnTo>
                  <a:lnTo>
                    <a:pt x="4812" y="16679"/>
                  </a:lnTo>
                  <a:lnTo>
                    <a:pt x="46989" y="9356"/>
                  </a:lnTo>
                  <a:cubicBezTo>
                    <a:pt x="46562" y="7752"/>
                    <a:pt x="46348" y="6095"/>
                    <a:pt x="46455" y="4438"/>
                  </a:cubicBezTo>
                  <a:lnTo>
                    <a:pt x="46455" y="4438"/>
                  </a:lnTo>
                  <a:lnTo>
                    <a:pt x="23255" y="7057"/>
                  </a:lnTo>
                  <a:lnTo>
                    <a:pt x="23255" y="7057"/>
                  </a:lnTo>
                  <a:lnTo>
                    <a:pt x="46508" y="3689"/>
                  </a:lnTo>
                  <a:cubicBezTo>
                    <a:pt x="46508" y="3369"/>
                    <a:pt x="46562" y="3101"/>
                    <a:pt x="46615" y="2781"/>
                  </a:cubicBezTo>
                  <a:lnTo>
                    <a:pt x="46615" y="2781"/>
                  </a:lnTo>
                  <a:lnTo>
                    <a:pt x="34908" y="3903"/>
                  </a:lnTo>
                  <a:lnTo>
                    <a:pt x="34908" y="3903"/>
                  </a:lnTo>
                  <a:lnTo>
                    <a:pt x="46722" y="2032"/>
                  </a:lnTo>
                  <a:cubicBezTo>
                    <a:pt x="46775" y="1765"/>
                    <a:pt x="46829" y="1444"/>
                    <a:pt x="46882" y="1177"/>
                  </a:cubicBezTo>
                  <a:lnTo>
                    <a:pt x="46882" y="1177"/>
                  </a:lnTo>
                  <a:lnTo>
                    <a:pt x="5400" y="5507"/>
                  </a:lnTo>
                  <a:lnTo>
                    <a:pt x="47096" y="428"/>
                  </a:lnTo>
                  <a:cubicBezTo>
                    <a:pt x="47096" y="268"/>
                    <a:pt x="47150" y="108"/>
                    <a:pt x="472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9" name="Google Shape;5399;p34"/>
            <p:cNvSpPr/>
            <p:nvPr/>
          </p:nvSpPr>
          <p:spPr>
            <a:xfrm>
              <a:off x="5410350" y="3001825"/>
              <a:ext cx="196475" cy="22750"/>
            </a:xfrm>
            <a:custGeom>
              <a:avLst/>
              <a:gdLst/>
              <a:ahLst/>
              <a:cxnLst/>
              <a:rect l="l" t="t" r="r" b="b"/>
              <a:pathLst>
                <a:path w="7859" h="910" extrusionOk="0">
                  <a:moveTo>
                    <a:pt x="7858" y="0"/>
                  </a:moveTo>
                  <a:lnTo>
                    <a:pt x="2299" y="535"/>
                  </a:lnTo>
                  <a:lnTo>
                    <a:pt x="0" y="749"/>
                  </a:lnTo>
                  <a:lnTo>
                    <a:pt x="749" y="909"/>
                  </a:lnTo>
                  <a:lnTo>
                    <a:pt x="2352" y="695"/>
                  </a:lnTo>
                  <a:lnTo>
                    <a:pt x="7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34"/>
            <p:cNvSpPr/>
            <p:nvPr/>
          </p:nvSpPr>
          <p:spPr>
            <a:xfrm>
              <a:off x="5125700" y="2658350"/>
              <a:ext cx="235225" cy="308750"/>
            </a:xfrm>
            <a:custGeom>
              <a:avLst/>
              <a:gdLst/>
              <a:ahLst/>
              <a:cxnLst/>
              <a:rect l="l" t="t" r="r" b="b"/>
              <a:pathLst>
                <a:path w="9409" h="12350" extrusionOk="0">
                  <a:moveTo>
                    <a:pt x="6789" y="1"/>
                  </a:moveTo>
                  <a:lnTo>
                    <a:pt x="0" y="536"/>
                  </a:lnTo>
                  <a:cubicBezTo>
                    <a:pt x="1764" y="2300"/>
                    <a:pt x="2726" y="4705"/>
                    <a:pt x="2673" y="7164"/>
                  </a:cubicBezTo>
                  <a:cubicBezTo>
                    <a:pt x="2619" y="8821"/>
                    <a:pt x="2138" y="10372"/>
                    <a:pt x="1336" y="11815"/>
                  </a:cubicBezTo>
                  <a:lnTo>
                    <a:pt x="7484" y="11120"/>
                  </a:lnTo>
                  <a:lnTo>
                    <a:pt x="6629" y="12349"/>
                  </a:lnTo>
                  <a:cubicBezTo>
                    <a:pt x="8500" y="10960"/>
                    <a:pt x="9408" y="8554"/>
                    <a:pt x="9408" y="6202"/>
                  </a:cubicBezTo>
                  <a:cubicBezTo>
                    <a:pt x="9408" y="3636"/>
                    <a:pt x="8500" y="1124"/>
                    <a:pt x="67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34"/>
            <p:cNvSpPr/>
            <p:nvPr/>
          </p:nvSpPr>
          <p:spPr>
            <a:xfrm>
              <a:off x="2621250" y="2979100"/>
              <a:ext cx="1003675" cy="195150"/>
            </a:xfrm>
            <a:custGeom>
              <a:avLst/>
              <a:gdLst/>
              <a:ahLst/>
              <a:cxnLst/>
              <a:rect l="l" t="t" r="r" b="b"/>
              <a:pathLst>
                <a:path w="40147" h="7806" extrusionOk="0">
                  <a:moveTo>
                    <a:pt x="2673" y="1"/>
                  </a:moveTo>
                  <a:cubicBezTo>
                    <a:pt x="1604" y="1"/>
                    <a:pt x="0" y="161"/>
                    <a:pt x="428" y="1016"/>
                  </a:cubicBezTo>
                  <a:cubicBezTo>
                    <a:pt x="375" y="1016"/>
                    <a:pt x="22238" y="5881"/>
                    <a:pt x="39558" y="7805"/>
                  </a:cubicBezTo>
                  <a:cubicBezTo>
                    <a:pt x="39719" y="7752"/>
                    <a:pt x="39879" y="7591"/>
                    <a:pt x="40146" y="7378"/>
                  </a:cubicBezTo>
                  <a:cubicBezTo>
                    <a:pt x="20848" y="4812"/>
                    <a:pt x="2994" y="1070"/>
                    <a:pt x="2834" y="1070"/>
                  </a:cubicBezTo>
                  <a:cubicBezTo>
                    <a:pt x="2566" y="1016"/>
                    <a:pt x="2459" y="749"/>
                    <a:pt x="2513" y="482"/>
                  </a:cubicBezTo>
                  <a:lnTo>
                    <a:pt x="267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34"/>
            <p:cNvSpPr/>
            <p:nvPr/>
          </p:nvSpPr>
          <p:spPr>
            <a:xfrm>
              <a:off x="2591850" y="2995150"/>
              <a:ext cx="17400" cy="1350"/>
            </a:xfrm>
            <a:custGeom>
              <a:avLst/>
              <a:gdLst/>
              <a:ahLst/>
              <a:cxnLst/>
              <a:rect l="l" t="t" r="r" b="b"/>
              <a:pathLst>
                <a:path w="696" h="54" extrusionOk="0">
                  <a:moveTo>
                    <a:pt x="695" y="0"/>
                  </a:moveTo>
                  <a:lnTo>
                    <a:pt x="0" y="53"/>
                  </a:lnTo>
                  <a:lnTo>
                    <a:pt x="695" y="53"/>
                  </a:lnTo>
                  <a:lnTo>
                    <a:pt x="695" y="0"/>
                  </a:lnTo>
                  <a:close/>
                </a:path>
              </a:pathLst>
            </a:custGeom>
            <a:solidFill>
              <a:srgbClr val="B57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34"/>
            <p:cNvSpPr/>
            <p:nvPr/>
          </p:nvSpPr>
          <p:spPr>
            <a:xfrm>
              <a:off x="2706775" y="2750575"/>
              <a:ext cx="1002350" cy="395600"/>
            </a:xfrm>
            <a:custGeom>
              <a:avLst/>
              <a:gdLst/>
              <a:ahLst/>
              <a:cxnLst/>
              <a:rect l="l" t="t" r="r" b="b"/>
              <a:pathLst>
                <a:path w="40094" h="15824" extrusionOk="0">
                  <a:moveTo>
                    <a:pt x="15075" y="3475"/>
                  </a:moveTo>
                  <a:lnTo>
                    <a:pt x="15075" y="3475"/>
                  </a:lnTo>
                  <a:cubicBezTo>
                    <a:pt x="16839" y="3582"/>
                    <a:pt x="18603" y="3689"/>
                    <a:pt x="20368" y="3849"/>
                  </a:cubicBezTo>
                  <a:lnTo>
                    <a:pt x="25713" y="4330"/>
                  </a:lnTo>
                  <a:lnTo>
                    <a:pt x="31005" y="4865"/>
                  </a:lnTo>
                  <a:cubicBezTo>
                    <a:pt x="32769" y="5079"/>
                    <a:pt x="34534" y="5239"/>
                    <a:pt x="36298" y="5507"/>
                  </a:cubicBezTo>
                  <a:cubicBezTo>
                    <a:pt x="34480" y="5346"/>
                    <a:pt x="32716" y="5239"/>
                    <a:pt x="30952" y="5079"/>
                  </a:cubicBezTo>
                  <a:lnTo>
                    <a:pt x="25660" y="4598"/>
                  </a:lnTo>
                  <a:lnTo>
                    <a:pt x="20368" y="4063"/>
                  </a:lnTo>
                  <a:cubicBezTo>
                    <a:pt x="18603" y="3903"/>
                    <a:pt x="16839" y="3689"/>
                    <a:pt x="15075" y="3475"/>
                  </a:cubicBezTo>
                  <a:close/>
                  <a:moveTo>
                    <a:pt x="9837" y="5293"/>
                  </a:moveTo>
                  <a:cubicBezTo>
                    <a:pt x="12082" y="5453"/>
                    <a:pt x="14380" y="5667"/>
                    <a:pt x="16626" y="5881"/>
                  </a:cubicBezTo>
                  <a:lnTo>
                    <a:pt x="23361" y="6522"/>
                  </a:lnTo>
                  <a:lnTo>
                    <a:pt x="30097" y="7217"/>
                  </a:lnTo>
                  <a:cubicBezTo>
                    <a:pt x="32288" y="7484"/>
                    <a:pt x="34534" y="7752"/>
                    <a:pt x="36832" y="8019"/>
                  </a:cubicBezTo>
                  <a:cubicBezTo>
                    <a:pt x="34587" y="7859"/>
                    <a:pt x="32288" y="7645"/>
                    <a:pt x="30043" y="7431"/>
                  </a:cubicBezTo>
                  <a:lnTo>
                    <a:pt x="23308" y="6789"/>
                  </a:lnTo>
                  <a:lnTo>
                    <a:pt x="16572" y="6095"/>
                  </a:lnTo>
                  <a:cubicBezTo>
                    <a:pt x="14380" y="5827"/>
                    <a:pt x="12135" y="5560"/>
                    <a:pt x="9837" y="5293"/>
                  </a:cubicBezTo>
                  <a:close/>
                  <a:moveTo>
                    <a:pt x="2620" y="6736"/>
                  </a:moveTo>
                  <a:lnTo>
                    <a:pt x="2620" y="6736"/>
                  </a:lnTo>
                  <a:cubicBezTo>
                    <a:pt x="3903" y="6843"/>
                    <a:pt x="5132" y="6950"/>
                    <a:pt x="6362" y="7110"/>
                  </a:cubicBezTo>
                  <a:lnTo>
                    <a:pt x="10104" y="7591"/>
                  </a:lnTo>
                  <a:lnTo>
                    <a:pt x="13846" y="8126"/>
                  </a:lnTo>
                  <a:cubicBezTo>
                    <a:pt x="15075" y="8340"/>
                    <a:pt x="16305" y="8554"/>
                    <a:pt x="17534" y="8767"/>
                  </a:cubicBezTo>
                  <a:cubicBezTo>
                    <a:pt x="16305" y="8660"/>
                    <a:pt x="15075" y="8500"/>
                    <a:pt x="13792" y="8340"/>
                  </a:cubicBezTo>
                  <a:lnTo>
                    <a:pt x="10050" y="7859"/>
                  </a:lnTo>
                  <a:lnTo>
                    <a:pt x="6362" y="7324"/>
                  </a:lnTo>
                  <a:cubicBezTo>
                    <a:pt x="5132" y="7164"/>
                    <a:pt x="3849" y="6950"/>
                    <a:pt x="2620" y="6736"/>
                  </a:cubicBezTo>
                  <a:close/>
                  <a:moveTo>
                    <a:pt x="642" y="0"/>
                  </a:moveTo>
                  <a:cubicBezTo>
                    <a:pt x="642" y="161"/>
                    <a:pt x="696" y="268"/>
                    <a:pt x="749" y="428"/>
                  </a:cubicBezTo>
                  <a:lnTo>
                    <a:pt x="35603" y="3689"/>
                  </a:lnTo>
                  <a:lnTo>
                    <a:pt x="35603" y="3689"/>
                  </a:lnTo>
                  <a:lnTo>
                    <a:pt x="856" y="963"/>
                  </a:lnTo>
                  <a:lnTo>
                    <a:pt x="856" y="963"/>
                  </a:lnTo>
                  <a:cubicBezTo>
                    <a:pt x="909" y="1230"/>
                    <a:pt x="963" y="1497"/>
                    <a:pt x="1016" y="1765"/>
                  </a:cubicBezTo>
                  <a:lnTo>
                    <a:pt x="10852" y="3048"/>
                  </a:lnTo>
                  <a:lnTo>
                    <a:pt x="10852" y="3048"/>
                  </a:lnTo>
                  <a:lnTo>
                    <a:pt x="1070" y="2299"/>
                  </a:lnTo>
                  <a:lnTo>
                    <a:pt x="1070" y="2299"/>
                  </a:lnTo>
                  <a:cubicBezTo>
                    <a:pt x="1123" y="2566"/>
                    <a:pt x="1123" y="2834"/>
                    <a:pt x="1177" y="3154"/>
                  </a:cubicBezTo>
                  <a:lnTo>
                    <a:pt x="20581" y="5400"/>
                  </a:lnTo>
                  <a:lnTo>
                    <a:pt x="1177" y="3689"/>
                  </a:lnTo>
                  <a:lnTo>
                    <a:pt x="1177" y="3689"/>
                  </a:lnTo>
                  <a:cubicBezTo>
                    <a:pt x="1230" y="5079"/>
                    <a:pt x="1070" y="6469"/>
                    <a:pt x="696" y="7859"/>
                  </a:cubicBezTo>
                  <a:lnTo>
                    <a:pt x="35923" y="12990"/>
                  </a:lnTo>
                  <a:lnTo>
                    <a:pt x="35923" y="12990"/>
                  </a:lnTo>
                  <a:lnTo>
                    <a:pt x="482" y="8340"/>
                  </a:lnTo>
                  <a:cubicBezTo>
                    <a:pt x="428" y="8607"/>
                    <a:pt x="321" y="8928"/>
                    <a:pt x="161" y="9195"/>
                  </a:cubicBezTo>
                  <a:lnTo>
                    <a:pt x="107" y="9195"/>
                  </a:lnTo>
                  <a:lnTo>
                    <a:pt x="1" y="9462"/>
                  </a:lnTo>
                  <a:cubicBezTo>
                    <a:pt x="2941" y="10104"/>
                    <a:pt x="19673" y="13472"/>
                    <a:pt x="37527" y="15824"/>
                  </a:cubicBezTo>
                  <a:lnTo>
                    <a:pt x="37848" y="15503"/>
                  </a:lnTo>
                  <a:lnTo>
                    <a:pt x="2620" y="9623"/>
                  </a:lnTo>
                  <a:lnTo>
                    <a:pt x="38276" y="15022"/>
                  </a:lnTo>
                  <a:cubicBezTo>
                    <a:pt x="39131" y="14006"/>
                    <a:pt x="39719" y="12777"/>
                    <a:pt x="39986" y="11494"/>
                  </a:cubicBezTo>
                  <a:lnTo>
                    <a:pt x="20635" y="9035"/>
                  </a:lnTo>
                  <a:lnTo>
                    <a:pt x="20635" y="9035"/>
                  </a:lnTo>
                  <a:lnTo>
                    <a:pt x="40040" y="10959"/>
                  </a:lnTo>
                  <a:cubicBezTo>
                    <a:pt x="40093" y="10585"/>
                    <a:pt x="40093" y="10211"/>
                    <a:pt x="40040" y="9890"/>
                  </a:cubicBezTo>
                  <a:lnTo>
                    <a:pt x="2620" y="5507"/>
                  </a:lnTo>
                  <a:lnTo>
                    <a:pt x="40040" y="9302"/>
                  </a:lnTo>
                  <a:cubicBezTo>
                    <a:pt x="39772" y="7324"/>
                    <a:pt x="38757" y="5186"/>
                    <a:pt x="36939" y="2994"/>
                  </a:cubicBezTo>
                  <a:lnTo>
                    <a:pt x="6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34"/>
            <p:cNvSpPr/>
            <p:nvPr/>
          </p:nvSpPr>
          <p:spPr>
            <a:xfrm>
              <a:off x="2356625" y="3016525"/>
              <a:ext cx="276675" cy="371550"/>
            </a:xfrm>
            <a:custGeom>
              <a:avLst/>
              <a:gdLst/>
              <a:ahLst/>
              <a:cxnLst/>
              <a:rect l="l" t="t" r="r" b="b"/>
              <a:pathLst>
                <a:path w="11067" h="14862" extrusionOk="0">
                  <a:moveTo>
                    <a:pt x="3155" y="0"/>
                  </a:moveTo>
                  <a:cubicBezTo>
                    <a:pt x="1177" y="1444"/>
                    <a:pt x="54" y="4437"/>
                    <a:pt x="54" y="7484"/>
                  </a:cubicBezTo>
                  <a:cubicBezTo>
                    <a:pt x="1" y="10317"/>
                    <a:pt x="1017" y="13204"/>
                    <a:pt x="3262" y="14861"/>
                  </a:cubicBezTo>
                  <a:lnTo>
                    <a:pt x="2246" y="13365"/>
                  </a:lnTo>
                  <a:lnTo>
                    <a:pt x="2246" y="13365"/>
                  </a:lnTo>
                  <a:lnTo>
                    <a:pt x="9409" y="14006"/>
                  </a:lnTo>
                  <a:cubicBezTo>
                    <a:pt x="8554" y="12402"/>
                    <a:pt x="8019" y="10585"/>
                    <a:pt x="7966" y="8767"/>
                  </a:cubicBezTo>
                  <a:cubicBezTo>
                    <a:pt x="7859" y="5667"/>
                    <a:pt x="8982" y="2673"/>
                    <a:pt x="11066" y="428"/>
                  </a:cubicBezTo>
                  <a:lnTo>
                    <a:pt x="3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34"/>
            <p:cNvSpPr/>
            <p:nvPr/>
          </p:nvSpPr>
          <p:spPr>
            <a:xfrm>
              <a:off x="1832750" y="2591550"/>
              <a:ext cx="3934450" cy="2615050"/>
            </a:xfrm>
            <a:custGeom>
              <a:avLst/>
              <a:gdLst/>
              <a:ahLst/>
              <a:cxnLst/>
              <a:rect l="l" t="t" r="r" b="b"/>
              <a:pathLst>
                <a:path w="157378" h="104602" extrusionOk="0">
                  <a:moveTo>
                    <a:pt x="99751" y="855"/>
                  </a:moveTo>
                  <a:lnTo>
                    <a:pt x="133910" y="2192"/>
                  </a:lnTo>
                  <a:lnTo>
                    <a:pt x="70884" y="7163"/>
                  </a:lnTo>
                  <a:lnTo>
                    <a:pt x="36458" y="4437"/>
                  </a:lnTo>
                  <a:lnTo>
                    <a:pt x="99751" y="855"/>
                  </a:lnTo>
                  <a:close/>
                  <a:moveTo>
                    <a:pt x="33907" y="5026"/>
                  </a:moveTo>
                  <a:lnTo>
                    <a:pt x="33907" y="5026"/>
                  </a:lnTo>
                  <a:cubicBezTo>
                    <a:pt x="36485" y="5205"/>
                    <a:pt x="39056" y="5391"/>
                    <a:pt x="41590" y="5613"/>
                  </a:cubicBezTo>
                  <a:lnTo>
                    <a:pt x="50892" y="6308"/>
                  </a:lnTo>
                  <a:lnTo>
                    <a:pt x="60140" y="7110"/>
                  </a:lnTo>
                  <a:cubicBezTo>
                    <a:pt x="63240" y="7431"/>
                    <a:pt x="66287" y="7698"/>
                    <a:pt x="69388" y="8019"/>
                  </a:cubicBezTo>
                  <a:cubicBezTo>
                    <a:pt x="66287" y="7805"/>
                    <a:pt x="63187" y="7591"/>
                    <a:pt x="60140" y="7324"/>
                  </a:cubicBezTo>
                  <a:lnTo>
                    <a:pt x="50838" y="6575"/>
                  </a:lnTo>
                  <a:lnTo>
                    <a:pt x="41590" y="5773"/>
                  </a:lnTo>
                  <a:cubicBezTo>
                    <a:pt x="39056" y="5551"/>
                    <a:pt x="36485" y="5292"/>
                    <a:pt x="33907" y="5026"/>
                  </a:cubicBezTo>
                  <a:close/>
                  <a:moveTo>
                    <a:pt x="130382" y="3314"/>
                  </a:moveTo>
                  <a:cubicBezTo>
                    <a:pt x="132306" y="4918"/>
                    <a:pt x="133429" y="7324"/>
                    <a:pt x="133375" y="9836"/>
                  </a:cubicBezTo>
                  <a:cubicBezTo>
                    <a:pt x="133322" y="11547"/>
                    <a:pt x="132734" y="13204"/>
                    <a:pt x="131771" y="14647"/>
                  </a:cubicBezTo>
                  <a:lnTo>
                    <a:pt x="130435" y="14808"/>
                  </a:lnTo>
                  <a:cubicBezTo>
                    <a:pt x="130702" y="14433"/>
                    <a:pt x="130970" y="14006"/>
                    <a:pt x="131183" y="13578"/>
                  </a:cubicBezTo>
                  <a:cubicBezTo>
                    <a:pt x="131825" y="12402"/>
                    <a:pt x="132146" y="11066"/>
                    <a:pt x="132146" y="9729"/>
                  </a:cubicBezTo>
                  <a:cubicBezTo>
                    <a:pt x="132199" y="8339"/>
                    <a:pt x="131878" y="7003"/>
                    <a:pt x="131183" y="5827"/>
                  </a:cubicBezTo>
                  <a:cubicBezTo>
                    <a:pt x="130714" y="4941"/>
                    <a:pt x="130042" y="4106"/>
                    <a:pt x="129216" y="3420"/>
                  </a:cubicBezTo>
                  <a:lnTo>
                    <a:pt x="129216" y="3420"/>
                  </a:lnTo>
                  <a:lnTo>
                    <a:pt x="130382" y="3314"/>
                  </a:lnTo>
                  <a:close/>
                  <a:moveTo>
                    <a:pt x="138507" y="2673"/>
                  </a:moveTo>
                  <a:cubicBezTo>
                    <a:pt x="140218" y="3796"/>
                    <a:pt x="141180" y="6308"/>
                    <a:pt x="141126" y="8874"/>
                  </a:cubicBezTo>
                  <a:cubicBezTo>
                    <a:pt x="141126" y="11226"/>
                    <a:pt x="140271" y="13632"/>
                    <a:pt x="138347" y="15021"/>
                  </a:cubicBezTo>
                  <a:lnTo>
                    <a:pt x="139255" y="13792"/>
                  </a:lnTo>
                  <a:lnTo>
                    <a:pt x="133054" y="14487"/>
                  </a:lnTo>
                  <a:cubicBezTo>
                    <a:pt x="133856" y="13097"/>
                    <a:pt x="134337" y="11493"/>
                    <a:pt x="134391" y="9890"/>
                  </a:cubicBezTo>
                  <a:cubicBezTo>
                    <a:pt x="134444" y="7377"/>
                    <a:pt x="133482" y="4972"/>
                    <a:pt x="131718" y="3208"/>
                  </a:cubicBezTo>
                  <a:lnTo>
                    <a:pt x="138507" y="2673"/>
                  </a:lnTo>
                  <a:close/>
                  <a:moveTo>
                    <a:pt x="120492" y="4063"/>
                  </a:moveTo>
                  <a:cubicBezTo>
                    <a:pt x="122470" y="5827"/>
                    <a:pt x="123593" y="8339"/>
                    <a:pt x="123539" y="10959"/>
                  </a:cubicBezTo>
                  <a:cubicBezTo>
                    <a:pt x="123486" y="12669"/>
                    <a:pt x="122951" y="14273"/>
                    <a:pt x="122096" y="15716"/>
                  </a:cubicBezTo>
                  <a:lnTo>
                    <a:pt x="120759" y="15877"/>
                  </a:lnTo>
                  <a:cubicBezTo>
                    <a:pt x="120920" y="15503"/>
                    <a:pt x="121134" y="15182"/>
                    <a:pt x="121294" y="14808"/>
                  </a:cubicBezTo>
                  <a:cubicBezTo>
                    <a:pt x="121882" y="13525"/>
                    <a:pt x="122203" y="12188"/>
                    <a:pt x="122256" y="10798"/>
                  </a:cubicBezTo>
                  <a:cubicBezTo>
                    <a:pt x="122256" y="9409"/>
                    <a:pt x="121935" y="8019"/>
                    <a:pt x="121294" y="6789"/>
                  </a:cubicBezTo>
                  <a:cubicBezTo>
                    <a:pt x="120759" y="5773"/>
                    <a:pt x="120064" y="4918"/>
                    <a:pt x="119209" y="4170"/>
                  </a:cubicBezTo>
                  <a:lnTo>
                    <a:pt x="120492" y="4063"/>
                  </a:lnTo>
                  <a:close/>
                  <a:moveTo>
                    <a:pt x="31059" y="16144"/>
                  </a:moveTo>
                  <a:lnTo>
                    <a:pt x="31059" y="16197"/>
                  </a:lnTo>
                  <a:lnTo>
                    <a:pt x="30364" y="16197"/>
                  </a:lnTo>
                  <a:lnTo>
                    <a:pt x="31059" y="16144"/>
                  </a:lnTo>
                  <a:close/>
                  <a:moveTo>
                    <a:pt x="128992" y="3421"/>
                  </a:moveTo>
                  <a:cubicBezTo>
                    <a:pt x="129633" y="4277"/>
                    <a:pt x="130168" y="5132"/>
                    <a:pt x="130595" y="6094"/>
                  </a:cubicBezTo>
                  <a:cubicBezTo>
                    <a:pt x="131077" y="7217"/>
                    <a:pt x="131290" y="8446"/>
                    <a:pt x="131290" y="9676"/>
                  </a:cubicBezTo>
                  <a:cubicBezTo>
                    <a:pt x="131290" y="10905"/>
                    <a:pt x="131023" y="12135"/>
                    <a:pt x="130542" y="13311"/>
                  </a:cubicBezTo>
                  <a:cubicBezTo>
                    <a:pt x="130114" y="14327"/>
                    <a:pt x="129526" y="15342"/>
                    <a:pt x="128778" y="16197"/>
                  </a:cubicBezTo>
                  <a:lnTo>
                    <a:pt x="129099" y="14915"/>
                  </a:lnTo>
                  <a:lnTo>
                    <a:pt x="123325" y="15556"/>
                  </a:lnTo>
                  <a:cubicBezTo>
                    <a:pt x="124074" y="14166"/>
                    <a:pt x="124501" y="12616"/>
                    <a:pt x="124555" y="11012"/>
                  </a:cubicBezTo>
                  <a:cubicBezTo>
                    <a:pt x="124608" y="8393"/>
                    <a:pt x="123646" y="5880"/>
                    <a:pt x="121882" y="4009"/>
                  </a:cubicBezTo>
                  <a:lnTo>
                    <a:pt x="128992" y="3421"/>
                  </a:lnTo>
                  <a:close/>
                  <a:moveTo>
                    <a:pt x="138774" y="15770"/>
                  </a:moveTo>
                  <a:lnTo>
                    <a:pt x="145456" y="15984"/>
                  </a:lnTo>
                  <a:lnTo>
                    <a:pt x="139897" y="16572"/>
                  </a:lnTo>
                  <a:lnTo>
                    <a:pt x="139149" y="16465"/>
                  </a:lnTo>
                  <a:lnTo>
                    <a:pt x="141126" y="16251"/>
                  </a:lnTo>
                  <a:lnTo>
                    <a:pt x="138186" y="16144"/>
                  </a:lnTo>
                  <a:cubicBezTo>
                    <a:pt x="138400" y="16037"/>
                    <a:pt x="138614" y="15930"/>
                    <a:pt x="138774" y="15770"/>
                  </a:cubicBezTo>
                  <a:close/>
                  <a:moveTo>
                    <a:pt x="108625" y="5025"/>
                  </a:moveTo>
                  <a:cubicBezTo>
                    <a:pt x="110549" y="6843"/>
                    <a:pt x="111565" y="9355"/>
                    <a:pt x="111511" y="12028"/>
                  </a:cubicBezTo>
                  <a:cubicBezTo>
                    <a:pt x="111458" y="13792"/>
                    <a:pt x="110923" y="15556"/>
                    <a:pt x="109961" y="17053"/>
                  </a:cubicBezTo>
                  <a:lnTo>
                    <a:pt x="108571" y="17213"/>
                  </a:lnTo>
                  <a:cubicBezTo>
                    <a:pt x="108839" y="16839"/>
                    <a:pt x="109106" y="16411"/>
                    <a:pt x="109320" y="15984"/>
                  </a:cubicBezTo>
                  <a:cubicBezTo>
                    <a:pt x="109908" y="14701"/>
                    <a:pt x="110228" y="13257"/>
                    <a:pt x="110282" y="11868"/>
                  </a:cubicBezTo>
                  <a:cubicBezTo>
                    <a:pt x="110282" y="10424"/>
                    <a:pt x="109961" y="9034"/>
                    <a:pt x="109320" y="7751"/>
                  </a:cubicBezTo>
                  <a:cubicBezTo>
                    <a:pt x="108839" y="6736"/>
                    <a:pt x="108144" y="5880"/>
                    <a:pt x="107342" y="5132"/>
                  </a:cubicBezTo>
                  <a:lnTo>
                    <a:pt x="108625" y="5025"/>
                  </a:lnTo>
                  <a:close/>
                  <a:moveTo>
                    <a:pt x="150962" y="16465"/>
                  </a:moveTo>
                  <a:lnTo>
                    <a:pt x="145456" y="17160"/>
                  </a:lnTo>
                  <a:lnTo>
                    <a:pt x="143853" y="17320"/>
                  </a:lnTo>
                  <a:lnTo>
                    <a:pt x="143104" y="17213"/>
                  </a:lnTo>
                  <a:lnTo>
                    <a:pt x="145403" y="16946"/>
                  </a:lnTo>
                  <a:lnTo>
                    <a:pt x="150962" y="16465"/>
                  </a:lnTo>
                  <a:close/>
                  <a:moveTo>
                    <a:pt x="119049" y="4170"/>
                  </a:moveTo>
                  <a:cubicBezTo>
                    <a:pt x="119744" y="5079"/>
                    <a:pt x="120278" y="6041"/>
                    <a:pt x="120759" y="7056"/>
                  </a:cubicBezTo>
                  <a:cubicBezTo>
                    <a:pt x="121241" y="8232"/>
                    <a:pt x="121454" y="9515"/>
                    <a:pt x="121454" y="10798"/>
                  </a:cubicBezTo>
                  <a:cubicBezTo>
                    <a:pt x="121454" y="12081"/>
                    <a:pt x="121187" y="13364"/>
                    <a:pt x="120706" y="14594"/>
                  </a:cubicBezTo>
                  <a:cubicBezTo>
                    <a:pt x="120278" y="15663"/>
                    <a:pt x="119690" y="16679"/>
                    <a:pt x="118942" y="17587"/>
                  </a:cubicBezTo>
                  <a:lnTo>
                    <a:pt x="119209" y="16037"/>
                  </a:lnTo>
                  <a:lnTo>
                    <a:pt x="119209" y="16037"/>
                  </a:lnTo>
                  <a:lnTo>
                    <a:pt x="111244" y="16892"/>
                  </a:lnTo>
                  <a:cubicBezTo>
                    <a:pt x="112046" y="15396"/>
                    <a:pt x="112474" y="13738"/>
                    <a:pt x="112527" y="12028"/>
                  </a:cubicBezTo>
                  <a:cubicBezTo>
                    <a:pt x="112634" y="9409"/>
                    <a:pt x="111672" y="6843"/>
                    <a:pt x="109908" y="4918"/>
                  </a:cubicBezTo>
                  <a:lnTo>
                    <a:pt x="119049" y="4170"/>
                  </a:lnTo>
                  <a:close/>
                  <a:moveTo>
                    <a:pt x="96490" y="5987"/>
                  </a:moveTo>
                  <a:cubicBezTo>
                    <a:pt x="98468" y="7912"/>
                    <a:pt x="99537" y="10531"/>
                    <a:pt x="99484" y="13257"/>
                  </a:cubicBezTo>
                  <a:lnTo>
                    <a:pt x="99484" y="13311"/>
                  </a:lnTo>
                  <a:cubicBezTo>
                    <a:pt x="99430" y="15128"/>
                    <a:pt x="98896" y="16892"/>
                    <a:pt x="97987" y="18443"/>
                  </a:cubicBezTo>
                  <a:lnTo>
                    <a:pt x="96597" y="18603"/>
                  </a:lnTo>
                  <a:cubicBezTo>
                    <a:pt x="96864" y="18175"/>
                    <a:pt x="97078" y="17748"/>
                    <a:pt x="97239" y="17320"/>
                  </a:cubicBezTo>
                  <a:cubicBezTo>
                    <a:pt x="97880" y="15984"/>
                    <a:pt x="98201" y="14540"/>
                    <a:pt x="98201" y="13097"/>
                  </a:cubicBezTo>
                  <a:cubicBezTo>
                    <a:pt x="98254" y="11654"/>
                    <a:pt x="97933" y="10210"/>
                    <a:pt x="97292" y="8874"/>
                  </a:cubicBezTo>
                  <a:cubicBezTo>
                    <a:pt x="96757" y="7858"/>
                    <a:pt x="96062" y="6896"/>
                    <a:pt x="95207" y="6094"/>
                  </a:cubicBezTo>
                  <a:lnTo>
                    <a:pt x="96490" y="5987"/>
                  </a:lnTo>
                  <a:close/>
                  <a:moveTo>
                    <a:pt x="107128" y="5132"/>
                  </a:moveTo>
                  <a:cubicBezTo>
                    <a:pt x="107769" y="5987"/>
                    <a:pt x="108304" y="6949"/>
                    <a:pt x="108732" y="7965"/>
                  </a:cubicBezTo>
                  <a:lnTo>
                    <a:pt x="108732" y="8019"/>
                  </a:lnTo>
                  <a:cubicBezTo>
                    <a:pt x="109213" y="9248"/>
                    <a:pt x="109480" y="10531"/>
                    <a:pt x="109427" y="11868"/>
                  </a:cubicBezTo>
                  <a:cubicBezTo>
                    <a:pt x="109373" y="14380"/>
                    <a:pt x="108518" y="16786"/>
                    <a:pt x="107021" y="18817"/>
                  </a:cubicBezTo>
                  <a:lnTo>
                    <a:pt x="107342" y="17374"/>
                  </a:lnTo>
                  <a:lnTo>
                    <a:pt x="99216" y="18282"/>
                  </a:lnTo>
                  <a:cubicBezTo>
                    <a:pt x="100018" y="16732"/>
                    <a:pt x="100446" y="15021"/>
                    <a:pt x="100499" y="13311"/>
                  </a:cubicBezTo>
                  <a:cubicBezTo>
                    <a:pt x="100606" y="10585"/>
                    <a:pt x="99644" y="7912"/>
                    <a:pt x="97827" y="5880"/>
                  </a:cubicBezTo>
                  <a:lnTo>
                    <a:pt x="107128" y="5132"/>
                  </a:lnTo>
                  <a:close/>
                  <a:moveTo>
                    <a:pt x="95047" y="6094"/>
                  </a:moveTo>
                  <a:cubicBezTo>
                    <a:pt x="95742" y="7056"/>
                    <a:pt x="96276" y="8072"/>
                    <a:pt x="96704" y="9088"/>
                  </a:cubicBezTo>
                  <a:lnTo>
                    <a:pt x="96704" y="9141"/>
                  </a:lnTo>
                  <a:cubicBezTo>
                    <a:pt x="97185" y="10424"/>
                    <a:pt x="97399" y="11761"/>
                    <a:pt x="97399" y="13097"/>
                  </a:cubicBezTo>
                  <a:cubicBezTo>
                    <a:pt x="97345" y="15556"/>
                    <a:pt x="96544" y="17962"/>
                    <a:pt x="95100" y="19993"/>
                  </a:cubicBezTo>
                  <a:lnTo>
                    <a:pt x="95368" y="18710"/>
                  </a:lnTo>
                  <a:lnTo>
                    <a:pt x="86066" y="19779"/>
                  </a:lnTo>
                  <a:cubicBezTo>
                    <a:pt x="86868" y="18175"/>
                    <a:pt x="87296" y="16411"/>
                    <a:pt x="87349" y="14647"/>
                  </a:cubicBezTo>
                  <a:cubicBezTo>
                    <a:pt x="87456" y="11814"/>
                    <a:pt x="86494" y="9088"/>
                    <a:pt x="84676" y="6949"/>
                  </a:cubicBezTo>
                  <a:lnTo>
                    <a:pt x="95047" y="6094"/>
                  </a:lnTo>
                  <a:close/>
                  <a:moveTo>
                    <a:pt x="83447" y="7003"/>
                  </a:moveTo>
                  <a:cubicBezTo>
                    <a:pt x="85425" y="9034"/>
                    <a:pt x="86494" y="11761"/>
                    <a:pt x="86387" y="14594"/>
                  </a:cubicBezTo>
                  <a:lnTo>
                    <a:pt x="86387" y="14647"/>
                  </a:lnTo>
                  <a:cubicBezTo>
                    <a:pt x="86333" y="16465"/>
                    <a:pt x="85799" y="18282"/>
                    <a:pt x="84890" y="19886"/>
                  </a:cubicBezTo>
                  <a:lnTo>
                    <a:pt x="83500" y="20046"/>
                  </a:lnTo>
                  <a:cubicBezTo>
                    <a:pt x="83767" y="19619"/>
                    <a:pt x="83981" y="19191"/>
                    <a:pt x="84195" y="18710"/>
                  </a:cubicBezTo>
                  <a:cubicBezTo>
                    <a:pt x="84783" y="17320"/>
                    <a:pt x="85104" y="15877"/>
                    <a:pt x="85157" y="14380"/>
                  </a:cubicBezTo>
                  <a:cubicBezTo>
                    <a:pt x="85157" y="11654"/>
                    <a:pt x="84088" y="8981"/>
                    <a:pt x="82110" y="7110"/>
                  </a:cubicBezTo>
                  <a:lnTo>
                    <a:pt x="83447" y="7003"/>
                  </a:lnTo>
                  <a:close/>
                  <a:moveTo>
                    <a:pt x="81896" y="7110"/>
                  </a:moveTo>
                  <a:cubicBezTo>
                    <a:pt x="82591" y="8072"/>
                    <a:pt x="83179" y="9141"/>
                    <a:pt x="83607" y="10264"/>
                  </a:cubicBezTo>
                  <a:cubicBezTo>
                    <a:pt x="84088" y="11600"/>
                    <a:pt x="84302" y="12937"/>
                    <a:pt x="84302" y="14380"/>
                  </a:cubicBezTo>
                  <a:cubicBezTo>
                    <a:pt x="84249" y="16892"/>
                    <a:pt x="83500" y="19351"/>
                    <a:pt x="82057" y="21490"/>
                  </a:cubicBezTo>
                  <a:lnTo>
                    <a:pt x="82378" y="20153"/>
                  </a:lnTo>
                  <a:lnTo>
                    <a:pt x="82378" y="20153"/>
                  </a:lnTo>
                  <a:lnTo>
                    <a:pt x="74573" y="21009"/>
                  </a:lnTo>
                  <a:cubicBezTo>
                    <a:pt x="75214" y="20046"/>
                    <a:pt x="75589" y="18924"/>
                    <a:pt x="75802" y="17801"/>
                  </a:cubicBezTo>
                  <a:cubicBezTo>
                    <a:pt x="76230" y="14701"/>
                    <a:pt x="74894" y="11386"/>
                    <a:pt x="71847" y="7912"/>
                  </a:cubicBezTo>
                  <a:lnTo>
                    <a:pt x="71793" y="7912"/>
                  </a:lnTo>
                  <a:lnTo>
                    <a:pt x="81896" y="7110"/>
                  </a:lnTo>
                  <a:close/>
                  <a:moveTo>
                    <a:pt x="35657" y="6361"/>
                  </a:moveTo>
                  <a:lnTo>
                    <a:pt x="71954" y="9355"/>
                  </a:lnTo>
                  <a:cubicBezTo>
                    <a:pt x="73771" y="11547"/>
                    <a:pt x="74787" y="13685"/>
                    <a:pt x="75001" y="15663"/>
                  </a:cubicBezTo>
                  <a:lnTo>
                    <a:pt x="37634" y="11868"/>
                  </a:lnTo>
                  <a:lnTo>
                    <a:pt x="37634" y="11868"/>
                  </a:lnTo>
                  <a:lnTo>
                    <a:pt x="75054" y="16251"/>
                  </a:lnTo>
                  <a:cubicBezTo>
                    <a:pt x="75054" y="16625"/>
                    <a:pt x="75054" y="16946"/>
                    <a:pt x="75054" y="17320"/>
                  </a:cubicBezTo>
                  <a:lnTo>
                    <a:pt x="55649" y="15396"/>
                  </a:lnTo>
                  <a:lnTo>
                    <a:pt x="55649" y="15396"/>
                  </a:lnTo>
                  <a:lnTo>
                    <a:pt x="75001" y="17855"/>
                  </a:lnTo>
                  <a:cubicBezTo>
                    <a:pt x="74733" y="19191"/>
                    <a:pt x="74145" y="20367"/>
                    <a:pt x="73290" y="21383"/>
                  </a:cubicBezTo>
                  <a:lnTo>
                    <a:pt x="37634" y="15984"/>
                  </a:lnTo>
                  <a:lnTo>
                    <a:pt x="72862" y="21864"/>
                  </a:lnTo>
                  <a:lnTo>
                    <a:pt x="72542" y="22185"/>
                  </a:lnTo>
                  <a:cubicBezTo>
                    <a:pt x="54741" y="19833"/>
                    <a:pt x="37955" y="16411"/>
                    <a:pt x="35015" y="15823"/>
                  </a:cubicBezTo>
                  <a:lnTo>
                    <a:pt x="35068" y="15556"/>
                  </a:lnTo>
                  <a:lnTo>
                    <a:pt x="35175" y="15556"/>
                  </a:lnTo>
                  <a:cubicBezTo>
                    <a:pt x="35282" y="15235"/>
                    <a:pt x="35389" y="14968"/>
                    <a:pt x="35496" y="14701"/>
                  </a:cubicBezTo>
                  <a:lnTo>
                    <a:pt x="70884" y="19351"/>
                  </a:lnTo>
                  <a:lnTo>
                    <a:pt x="70884" y="19351"/>
                  </a:lnTo>
                  <a:lnTo>
                    <a:pt x="35657" y="14166"/>
                  </a:lnTo>
                  <a:cubicBezTo>
                    <a:pt x="36084" y="12830"/>
                    <a:pt x="36245" y="11440"/>
                    <a:pt x="36191" y="10050"/>
                  </a:cubicBezTo>
                  <a:lnTo>
                    <a:pt x="36191" y="10050"/>
                  </a:lnTo>
                  <a:lnTo>
                    <a:pt x="55542" y="11761"/>
                  </a:lnTo>
                  <a:lnTo>
                    <a:pt x="36138" y="9462"/>
                  </a:lnTo>
                  <a:cubicBezTo>
                    <a:pt x="36138" y="9195"/>
                    <a:pt x="36084" y="8927"/>
                    <a:pt x="36084" y="8660"/>
                  </a:cubicBezTo>
                  <a:lnTo>
                    <a:pt x="36084" y="8660"/>
                  </a:lnTo>
                  <a:lnTo>
                    <a:pt x="45867" y="9409"/>
                  </a:lnTo>
                  <a:lnTo>
                    <a:pt x="35977" y="8126"/>
                  </a:lnTo>
                  <a:cubicBezTo>
                    <a:pt x="35924" y="7805"/>
                    <a:pt x="35870" y="7538"/>
                    <a:pt x="35817" y="7324"/>
                  </a:cubicBezTo>
                  <a:lnTo>
                    <a:pt x="35817" y="7324"/>
                  </a:lnTo>
                  <a:lnTo>
                    <a:pt x="70564" y="10050"/>
                  </a:lnTo>
                  <a:lnTo>
                    <a:pt x="70564" y="10050"/>
                  </a:lnTo>
                  <a:lnTo>
                    <a:pt x="35710" y="6789"/>
                  </a:lnTo>
                  <a:cubicBezTo>
                    <a:pt x="35710" y="6629"/>
                    <a:pt x="35657" y="6522"/>
                    <a:pt x="35657" y="6361"/>
                  </a:cubicBezTo>
                  <a:close/>
                  <a:moveTo>
                    <a:pt x="34213" y="15503"/>
                  </a:moveTo>
                  <a:lnTo>
                    <a:pt x="34213" y="15556"/>
                  </a:lnTo>
                  <a:lnTo>
                    <a:pt x="34053" y="16037"/>
                  </a:lnTo>
                  <a:cubicBezTo>
                    <a:pt x="33946" y="16251"/>
                    <a:pt x="34106" y="16518"/>
                    <a:pt x="34374" y="16572"/>
                  </a:cubicBezTo>
                  <a:cubicBezTo>
                    <a:pt x="34534" y="16625"/>
                    <a:pt x="52335" y="20367"/>
                    <a:pt x="71686" y="22933"/>
                  </a:cubicBezTo>
                  <a:cubicBezTo>
                    <a:pt x="71419" y="23147"/>
                    <a:pt x="71205" y="23254"/>
                    <a:pt x="71098" y="23361"/>
                  </a:cubicBezTo>
                  <a:cubicBezTo>
                    <a:pt x="53725" y="21436"/>
                    <a:pt x="31915" y="16572"/>
                    <a:pt x="31915" y="16572"/>
                  </a:cubicBezTo>
                  <a:cubicBezTo>
                    <a:pt x="31594" y="15663"/>
                    <a:pt x="33144" y="15503"/>
                    <a:pt x="34213" y="15503"/>
                  </a:cubicBezTo>
                  <a:close/>
                  <a:moveTo>
                    <a:pt x="33839" y="17801"/>
                  </a:moveTo>
                  <a:lnTo>
                    <a:pt x="34855" y="18015"/>
                  </a:lnTo>
                  <a:cubicBezTo>
                    <a:pt x="34106" y="18710"/>
                    <a:pt x="33465" y="19512"/>
                    <a:pt x="32930" y="20421"/>
                  </a:cubicBezTo>
                  <a:cubicBezTo>
                    <a:pt x="32770" y="20741"/>
                    <a:pt x="32556" y="21116"/>
                    <a:pt x="32396" y="21490"/>
                  </a:cubicBezTo>
                  <a:lnTo>
                    <a:pt x="32021" y="22666"/>
                  </a:lnTo>
                  <a:cubicBezTo>
                    <a:pt x="31915" y="23040"/>
                    <a:pt x="31861" y="23468"/>
                    <a:pt x="31754" y="23895"/>
                  </a:cubicBezTo>
                  <a:cubicBezTo>
                    <a:pt x="31701" y="24269"/>
                    <a:pt x="31701" y="24697"/>
                    <a:pt x="31647" y="25125"/>
                  </a:cubicBezTo>
                  <a:cubicBezTo>
                    <a:pt x="31647" y="25499"/>
                    <a:pt x="31701" y="25927"/>
                    <a:pt x="31701" y="26301"/>
                  </a:cubicBezTo>
                  <a:cubicBezTo>
                    <a:pt x="31808" y="26728"/>
                    <a:pt x="31861" y="27103"/>
                    <a:pt x="31915" y="27530"/>
                  </a:cubicBezTo>
                  <a:cubicBezTo>
                    <a:pt x="32021" y="27905"/>
                    <a:pt x="32182" y="28332"/>
                    <a:pt x="32289" y="28706"/>
                  </a:cubicBezTo>
                  <a:cubicBezTo>
                    <a:pt x="32396" y="29081"/>
                    <a:pt x="32556" y="29455"/>
                    <a:pt x="32770" y="29829"/>
                  </a:cubicBezTo>
                  <a:cubicBezTo>
                    <a:pt x="33037" y="30310"/>
                    <a:pt x="33304" y="30845"/>
                    <a:pt x="33679" y="31326"/>
                  </a:cubicBezTo>
                  <a:lnTo>
                    <a:pt x="32289" y="31165"/>
                  </a:lnTo>
                  <a:cubicBezTo>
                    <a:pt x="29295" y="26996"/>
                    <a:pt x="29937" y="21169"/>
                    <a:pt x="33839" y="17801"/>
                  </a:cubicBezTo>
                  <a:close/>
                  <a:moveTo>
                    <a:pt x="24110" y="16999"/>
                  </a:moveTo>
                  <a:lnTo>
                    <a:pt x="32021" y="17427"/>
                  </a:lnTo>
                  <a:cubicBezTo>
                    <a:pt x="29937" y="19672"/>
                    <a:pt x="28814" y="22666"/>
                    <a:pt x="28868" y="25713"/>
                  </a:cubicBezTo>
                  <a:cubicBezTo>
                    <a:pt x="28974" y="27584"/>
                    <a:pt x="29456" y="29401"/>
                    <a:pt x="30364" y="31005"/>
                  </a:cubicBezTo>
                  <a:lnTo>
                    <a:pt x="23148" y="30364"/>
                  </a:lnTo>
                  <a:lnTo>
                    <a:pt x="24217" y="31860"/>
                  </a:lnTo>
                  <a:cubicBezTo>
                    <a:pt x="21972" y="30203"/>
                    <a:pt x="20956" y="27316"/>
                    <a:pt x="21009" y="24483"/>
                  </a:cubicBezTo>
                  <a:lnTo>
                    <a:pt x="20956" y="24430"/>
                  </a:lnTo>
                  <a:cubicBezTo>
                    <a:pt x="20956" y="21436"/>
                    <a:pt x="22132" y="18443"/>
                    <a:pt x="24110" y="16999"/>
                  </a:cubicBezTo>
                  <a:close/>
                  <a:moveTo>
                    <a:pt x="44363" y="19895"/>
                  </a:moveTo>
                  <a:lnTo>
                    <a:pt x="45386" y="20100"/>
                  </a:lnTo>
                  <a:cubicBezTo>
                    <a:pt x="45118" y="20474"/>
                    <a:pt x="44905" y="20848"/>
                    <a:pt x="44637" y="21276"/>
                  </a:cubicBezTo>
                  <a:cubicBezTo>
                    <a:pt x="44477" y="21650"/>
                    <a:pt x="44263" y="22024"/>
                    <a:pt x="44103" y="22398"/>
                  </a:cubicBezTo>
                  <a:lnTo>
                    <a:pt x="43728" y="23628"/>
                  </a:lnTo>
                  <a:cubicBezTo>
                    <a:pt x="43622" y="24002"/>
                    <a:pt x="43568" y="24430"/>
                    <a:pt x="43515" y="24857"/>
                  </a:cubicBezTo>
                  <a:cubicBezTo>
                    <a:pt x="43408" y="25285"/>
                    <a:pt x="43408" y="25713"/>
                    <a:pt x="43408" y="26140"/>
                  </a:cubicBezTo>
                  <a:cubicBezTo>
                    <a:pt x="43408" y="27798"/>
                    <a:pt x="43782" y="29455"/>
                    <a:pt x="44477" y="31005"/>
                  </a:cubicBezTo>
                  <a:cubicBezTo>
                    <a:pt x="44691" y="31486"/>
                    <a:pt x="44958" y="31914"/>
                    <a:pt x="45225" y="32341"/>
                  </a:cubicBezTo>
                  <a:lnTo>
                    <a:pt x="43835" y="32234"/>
                  </a:lnTo>
                  <a:cubicBezTo>
                    <a:pt x="42820" y="30577"/>
                    <a:pt x="42232" y="28706"/>
                    <a:pt x="42178" y="26782"/>
                  </a:cubicBezTo>
                  <a:cubicBezTo>
                    <a:pt x="42071" y="24327"/>
                    <a:pt x="42871" y="21872"/>
                    <a:pt x="44363" y="19895"/>
                  </a:cubicBezTo>
                  <a:close/>
                  <a:moveTo>
                    <a:pt x="35282" y="18068"/>
                  </a:moveTo>
                  <a:cubicBezTo>
                    <a:pt x="37153" y="18496"/>
                    <a:pt x="39719" y="19031"/>
                    <a:pt x="42713" y="19619"/>
                  </a:cubicBezTo>
                  <a:cubicBezTo>
                    <a:pt x="41269" y="21704"/>
                    <a:pt x="40521" y="24269"/>
                    <a:pt x="40628" y="26835"/>
                  </a:cubicBezTo>
                  <a:cubicBezTo>
                    <a:pt x="40735" y="28653"/>
                    <a:pt x="41163" y="30417"/>
                    <a:pt x="41964" y="32021"/>
                  </a:cubicBezTo>
                  <a:lnTo>
                    <a:pt x="35282" y="31433"/>
                  </a:lnTo>
                  <a:lnTo>
                    <a:pt x="35603" y="32983"/>
                  </a:lnTo>
                  <a:cubicBezTo>
                    <a:pt x="34748" y="31914"/>
                    <a:pt x="34106" y="30738"/>
                    <a:pt x="33625" y="29455"/>
                  </a:cubicBezTo>
                  <a:cubicBezTo>
                    <a:pt x="33091" y="28065"/>
                    <a:pt x="32823" y="26568"/>
                    <a:pt x="32877" y="25125"/>
                  </a:cubicBezTo>
                  <a:cubicBezTo>
                    <a:pt x="32877" y="23628"/>
                    <a:pt x="33144" y="22185"/>
                    <a:pt x="33732" y="20795"/>
                  </a:cubicBezTo>
                  <a:cubicBezTo>
                    <a:pt x="34160" y="19833"/>
                    <a:pt x="34694" y="18924"/>
                    <a:pt x="35282" y="18068"/>
                  </a:cubicBezTo>
                  <a:close/>
                  <a:moveTo>
                    <a:pt x="57467" y="22666"/>
                  </a:moveTo>
                  <a:lnTo>
                    <a:pt x="58589" y="22933"/>
                  </a:lnTo>
                  <a:cubicBezTo>
                    <a:pt x="58536" y="23040"/>
                    <a:pt x="58482" y="23147"/>
                    <a:pt x="58482" y="23200"/>
                  </a:cubicBezTo>
                  <a:lnTo>
                    <a:pt x="58055" y="24430"/>
                  </a:lnTo>
                  <a:cubicBezTo>
                    <a:pt x="58001" y="24857"/>
                    <a:pt x="57894" y="25285"/>
                    <a:pt x="57841" y="25713"/>
                  </a:cubicBezTo>
                  <a:cubicBezTo>
                    <a:pt x="57734" y="26140"/>
                    <a:pt x="57788" y="26568"/>
                    <a:pt x="57734" y="26996"/>
                  </a:cubicBezTo>
                  <a:cubicBezTo>
                    <a:pt x="57734" y="28760"/>
                    <a:pt x="58108" y="30470"/>
                    <a:pt x="58803" y="32021"/>
                  </a:cubicBezTo>
                  <a:cubicBezTo>
                    <a:pt x="59071" y="32555"/>
                    <a:pt x="59338" y="33090"/>
                    <a:pt x="59712" y="33571"/>
                  </a:cubicBezTo>
                  <a:lnTo>
                    <a:pt x="58269" y="33464"/>
                  </a:lnTo>
                  <a:cubicBezTo>
                    <a:pt x="57200" y="31700"/>
                    <a:pt x="56558" y="29722"/>
                    <a:pt x="56505" y="27691"/>
                  </a:cubicBezTo>
                  <a:cubicBezTo>
                    <a:pt x="56451" y="25980"/>
                    <a:pt x="56772" y="24216"/>
                    <a:pt x="57467" y="22666"/>
                  </a:cubicBezTo>
                  <a:close/>
                  <a:moveTo>
                    <a:pt x="46134" y="20260"/>
                  </a:moveTo>
                  <a:cubicBezTo>
                    <a:pt x="48272" y="20634"/>
                    <a:pt x="50571" y="21062"/>
                    <a:pt x="52923" y="21490"/>
                  </a:cubicBezTo>
                  <a:lnTo>
                    <a:pt x="55970" y="22292"/>
                  </a:lnTo>
                  <a:cubicBezTo>
                    <a:pt x="55222" y="24002"/>
                    <a:pt x="54901" y="25873"/>
                    <a:pt x="54954" y="27744"/>
                  </a:cubicBezTo>
                  <a:cubicBezTo>
                    <a:pt x="55061" y="29669"/>
                    <a:pt x="55542" y="31593"/>
                    <a:pt x="56451" y="33304"/>
                  </a:cubicBezTo>
                  <a:lnTo>
                    <a:pt x="47096" y="32502"/>
                  </a:lnTo>
                  <a:lnTo>
                    <a:pt x="47364" y="34373"/>
                  </a:lnTo>
                  <a:cubicBezTo>
                    <a:pt x="46455" y="33250"/>
                    <a:pt x="45813" y="32021"/>
                    <a:pt x="45332" y="30684"/>
                  </a:cubicBezTo>
                  <a:cubicBezTo>
                    <a:pt x="44798" y="29187"/>
                    <a:pt x="44530" y="27691"/>
                    <a:pt x="44584" y="26140"/>
                  </a:cubicBezTo>
                  <a:cubicBezTo>
                    <a:pt x="44584" y="24590"/>
                    <a:pt x="44905" y="23093"/>
                    <a:pt x="45493" y="21650"/>
                  </a:cubicBezTo>
                  <a:cubicBezTo>
                    <a:pt x="45653" y="21169"/>
                    <a:pt x="45920" y="20688"/>
                    <a:pt x="46134" y="20260"/>
                  </a:cubicBezTo>
                  <a:close/>
                  <a:moveTo>
                    <a:pt x="71045" y="26034"/>
                  </a:moveTo>
                  <a:lnTo>
                    <a:pt x="72274" y="26301"/>
                  </a:lnTo>
                  <a:lnTo>
                    <a:pt x="72167" y="26835"/>
                  </a:lnTo>
                  <a:lnTo>
                    <a:pt x="72060" y="28172"/>
                  </a:lnTo>
                  <a:cubicBezTo>
                    <a:pt x="72060" y="29936"/>
                    <a:pt x="72435" y="31700"/>
                    <a:pt x="73183" y="33304"/>
                  </a:cubicBezTo>
                  <a:lnTo>
                    <a:pt x="73130" y="33304"/>
                  </a:lnTo>
                  <a:cubicBezTo>
                    <a:pt x="73343" y="33838"/>
                    <a:pt x="73664" y="34373"/>
                    <a:pt x="73985" y="34854"/>
                  </a:cubicBezTo>
                  <a:lnTo>
                    <a:pt x="72542" y="34747"/>
                  </a:lnTo>
                  <a:cubicBezTo>
                    <a:pt x="71472" y="32929"/>
                    <a:pt x="70884" y="30952"/>
                    <a:pt x="70831" y="28867"/>
                  </a:cubicBezTo>
                  <a:cubicBezTo>
                    <a:pt x="70778" y="27905"/>
                    <a:pt x="70884" y="26942"/>
                    <a:pt x="71045" y="26034"/>
                  </a:cubicBezTo>
                  <a:close/>
                  <a:moveTo>
                    <a:pt x="59552" y="23200"/>
                  </a:moveTo>
                  <a:cubicBezTo>
                    <a:pt x="63026" y="24109"/>
                    <a:pt x="66661" y="25018"/>
                    <a:pt x="69601" y="25659"/>
                  </a:cubicBezTo>
                  <a:cubicBezTo>
                    <a:pt x="69388" y="26728"/>
                    <a:pt x="69281" y="27798"/>
                    <a:pt x="69334" y="28920"/>
                  </a:cubicBezTo>
                  <a:lnTo>
                    <a:pt x="69281" y="28920"/>
                  </a:lnTo>
                  <a:cubicBezTo>
                    <a:pt x="69388" y="30845"/>
                    <a:pt x="69869" y="32823"/>
                    <a:pt x="70724" y="34587"/>
                  </a:cubicBezTo>
                  <a:lnTo>
                    <a:pt x="61262" y="33731"/>
                  </a:lnTo>
                  <a:lnTo>
                    <a:pt x="61636" y="35442"/>
                  </a:lnTo>
                  <a:cubicBezTo>
                    <a:pt x="60781" y="34266"/>
                    <a:pt x="60086" y="33036"/>
                    <a:pt x="59659" y="31700"/>
                  </a:cubicBezTo>
                  <a:cubicBezTo>
                    <a:pt x="59498" y="31326"/>
                    <a:pt x="59445" y="30898"/>
                    <a:pt x="59338" y="30524"/>
                  </a:cubicBezTo>
                  <a:lnTo>
                    <a:pt x="59071" y="29401"/>
                  </a:lnTo>
                  <a:cubicBezTo>
                    <a:pt x="59017" y="28974"/>
                    <a:pt x="58964" y="28599"/>
                    <a:pt x="58964" y="28225"/>
                  </a:cubicBezTo>
                  <a:cubicBezTo>
                    <a:pt x="58910" y="27798"/>
                    <a:pt x="58964" y="27423"/>
                    <a:pt x="58964" y="27049"/>
                  </a:cubicBezTo>
                  <a:cubicBezTo>
                    <a:pt x="58964" y="25713"/>
                    <a:pt x="59177" y="24430"/>
                    <a:pt x="59552" y="23200"/>
                  </a:cubicBezTo>
                  <a:close/>
                  <a:moveTo>
                    <a:pt x="89541" y="23040"/>
                  </a:moveTo>
                  <a:lnTo>
                    <a:pt x="89541" y="23040"/>
                  </a:lnTo>
                  <a:cubicBezTo>
                    <a:pt x="89327" y="23361"/>
                    <a:pt x="89113" y="23735"/>
                    <a:pt x="88953" y="24109"/>
                  </a:cubicBezTo>
                  <a:cubicBezTo>
                    <a:pt x="88792" y="24537"/>
                    <a:pt x="88579" y="24911"/>
                    <a:pt x="88418" y="25339"/>
                  </a:cubicBezTo>
                  <a:lnTo>
                    <a:pt x="88044" y="26675"/>
                  </a:lnTo>
                  <a:cubicBezTo>
                    <a:pt x="87937" y="27103"/>
                    <a:pt x="87884" y="27530"/>
                    <a:pt x="87777" y="28011"/>
                  </a:cubicBezTo>
                  <a:cubicBezTo>
                    <a:pt x="87723" y="28439"/>
                    <a:pt x="87723" y="28920"/>
                    <a:pt x="87723" y="29348"/>
                  </a:cubicBezTo>
                  <a:cubicBezTo>
                    <a:pt x="87670" y="31112"/>
                    <a:pt x="88044" y="32929"/>
                    <a:pt x="88739" y="34587"/>
                  </a:cubicBezTo>
                  <a:lnTo>
                    <a:pt x="88739" y="34640"/>
                  </a:lnTo>
                  <a:cubicBezTo>
                    <a:pt x="89006" y="35175"/>
                    <a:pt x="89273" y="35763"/>
                    <a:pt x="89648" y="36244"/>
                  </a:cubicBezTo>
                  <a:lnTo>
                    <a:pt x="88204" y="36137"/>
                  </a:lnTo>
                  <a:cubicBezTo>
                    <a:pt x="87135" y="34266"/>
                    <a:pt x="86547" y="32234"/>
                    <a:pt x="86440" y="30096"/>
                  </a:cubicBezTo>
                  <a:cubicBezTo>
                    <a:pt x="86387" y="27798"/>
                    <a:pt x="86921" y="25499"/>
                    <a:pt x="88044" y="23468"/>
                  </a:cubicBezTo>
                  <a:lnTo>
                    <a:pt x="89541" y="23040"/>
                  </a:lnTo>
                  <a:close/>
                  <a:moveTo>
                    <a:pt x="86066" y="24056"/>
                  </a:moveTo>
                  <a:cubicBezTo>
                    <a:pt x="85264" y="25980"/>
                    <a:pt x="84890" y="28011"/>
                    <a:pt x="84944" y="30096"/>
                  </a:cubicBezTo>
                  <a:cubicBezTo>
                    <a:pt x="85050" y="32128"/>
                    <a:pt x="85532" y="34105"/>
                    <a:pt x="86387" y="35923"/>
                  </a:cubicBezTo>
                  <a:lnTo>
                    <a:pt x="75482" y="34961"/>
                  </a:lnTo>
                  <a:lnTo>
                    <a:pt x="75749" y="36511"/>
                  </a:lnTo>
                  <a:cubicBezTo>
                    <a:pt x="75001" y="35388"/>
                    <a:pt x="74413" y="34212"/>
                    <a:pt x="73985" y="32929"/>
                  </a:cubicBezTo>
                  <a:lnTo>
                    <a:pt x="73664" y="31753"/>
                  </a:lnTo>
                  <a:lnTo>
                    <a:pt x="73397" y="30577"/>
                  </a:lnTo>
                  <a:cubicBezTo>
                    <a:pt x="73397" y="30150"/>
                    <a:pt x="73290" y="29775"/>
                    <a:pt x="73290" y="29348"/>
                  </a:cubicBezTo>
                  <a:cubicBezTo>
                    <a:pt x="73237" y="28974"/>
                    <a:pt x="73290" y="28546"/>
                    <a:pt x="73290" y="28172"/>
                  </a:cubicBezTo>
                  <a:cubicBezTo>
                    <a:pt x="73290" y="27584"/>
                    <a:pt x="73343" y="27049"/>
                    <a:pt x="73397" y="26461"/>
                  </a:cubicBezTo>
                  <a:cubicBezTo>
                    <a:pt x="73825" y="26622"/>
                    <a:pt x="74252" y="26675"/>
                    <a:pt x="74626" y="26728"/>
                  </a:cubicBezTo>
                  <a:cubicBezTo>
                    <a:pt x="74922" y="26769"/>
                    <a:pt x="75229" y="26788"/>
                    <a:pt x="75550" y="26788"/>
                  </a:cubicBezTo>
                  <a:cubicBezTo>
                    <a:pt x="78188" y="26788"/>
                    <a:pt x="81681" y="25486"/>
                    <a:pt x="86066" y="24056"/>
                  </a:cubicBezTo>
                  <a:close/>
                  <a:moveTo>
                    <a:pt x="24751" y="33517"/>
                  </a:moveTo>
                  <a:cubicBezTo>
                    <a:pt x="25072" y="33624"/>
                    <a:pt x="25339" y="33785"/>
                    <a:pt x="25660" y="33892"/>
                  </a:cubicBezTo>
                  <a:lnTo>
                    <a:pt x="23148" y="34052"/>
                  </a:lnTo>
                  <a:lnTo>
                    <a:pt x="29723" y="34480"/>
                  </a:lnTo>
                  <a:cubicBezTo>
                    <a:pt x="34267" y="34961"/>
                    <a:pt x="43408" y="35763"/>
                    <a:pt x="53778" y="36671"/>
                  </a:cubicBezTo>
                  <a:lnTo>
                    <a:pt x="17321" y="33999"/>
                  </a:lnTo>
                  <a:lnTo>
                    <a:pt x="24751" y="33517"/>
                  </a:lnTo>
                  <a:close/>
                  <a:moveTo>
                    <a:pt x="139897" y="35282"/>
                  </a:moveTo>
                  <a:lnTo>
                    <a:pt x="134284" y="36083"/>
                  </a:lnTo>
                  <a:lnTo>
                    <a:pt x="128724" y="36832"/>
                  </a:lnTo>
                  <a:lnTo>
                    <a:pt x="127869" y="36939"/>
                  </a:lnTo>
                  <a:lnTo>
                    <a:pt x="131558" y="36190"/>
                  </a:lnTo>
                  <a:lnTo>
                    <a:pt x="134284" y="35870"/>
                  </a:lnTo>
                  <a:lnTo>
                    <a:pt x="139897" y="35282"/>
                  </a:lnTo>
                  <a:close/>
                  <a:moveTo>
                    <a:pt x="99537" y="21116"/>
                  </a:moveTo>
                  <a:lnTo>
                    <a:pt x="103653" y="21329"/>
                  </a:lnTo>
                  <a:cubicBezTo>
                    <a:pt x="99911" y="25713"/>
                    <a:pt x="98254" y="29775"/>
                    <a:pt x="98842" y="33517"/>
                  </a:cubicBezTo>
                  <a:lnTo>
                    <a:pt x="98842" y="33571"/>
                  </a:lnTo>
                  <a:cubicBezTo>
                    <a:pt x="99056" y="34854"/>
                    <a:pt x="99537" y="36083"/>
                    <a:pt x="100232" y="37206"/>
                  </a:cubicBezTo>
                  <a:lnTo>
                    <a:pt x="90984" y="36404"/>
                  </a:lnTo>
                  <a:lnTo>
                    <a:pt x="90984" y="36404"/>
                  </a:lnTo>
                  <a:lnTo>
                    <a:pt x="91358" y="37954"/>
                  </a:lnTo>
                  <a:cubicBezTo>
                    <a:pt x="90610" y="36832"/>
                    <a:pt x="90022" y="35602"/>
                    <a:pt x="89594" y="34319"/>
                  </a:cubicBezTo>
                  <a:lnTo>
                    <a:pt x="89273" y="33090"/>
                  </a:lnTo>
                  <a:cubicBezTo>
                    <a:pt x="89167" y="32662"/>
                    <a:pt x="89113" y="32234"/>
                    <a:pt x="89060" y="31860"/>
                  </a:cubicBezTo>
                  <a:cubicBezTo>
                    <a:pt x="88953" y="31433"/>
                    <a:pt x="88953" y="31005"/>
                    <a:pt x="88899" y="30631"/>
                  </a:cubicBezTo>
                  <a:cubicBezTo>
                    <a:pt x="88846" y="30203"/>
                    <a:pt x="88899" y="29775"/>
                    <a:pt x="88899" y="29348"/>
                  </a:cubicBezTo>
                  <a:cubicBezTo>
                    <a:pt x="88899" y="27691"/>
                    <a:pt x="89220" y="26034"/>
                    <a:pt x="89808" y="24483"/>
                  </a:cubicBezTo>
                  <a:cubicBezTo>
                    <a:pt x="90022" y="23895"/>
                    <a:pt x="90289" y="23307"/>
                    <a:pt x="90610" y="22719"/>
                  </a:cubicBezTo>
                  <a:cubicBezTo>
                    <a:pt x="92160" y="22292"/>
                    <a:pt x="93817" y="21917"/>
                    <a:pt x="95528" y="21597"/>
                  </a:cubicBezTo>
                  <a:lnTo>
                    <a:pt x="99537" y="21116"/>
                  </a:lnTo>
                  <a:close/>
                  <a:moveTo>
                    <a:pt x="147060" y="18282"/>
                  </a:moveTo>
                  <a:lnTo>
                    <a:pt x="147060" y="18282"/>
                  </a:lnTo>
                  <a:cubicBezTo>
                    <a:pt x="147007" y="18443"/>
                    <a:pt x="147007" y="18603"/>
                    <a:pt x="146953" y="18710"/>
                  </a:cubicBezTo>
                  <a:lnTo>
                    <a:pt x="105257" y="23842"/>
                  </a:lnTo>
                  <a:lnTo>
                    <a:pt x="146739" y="19565"/>
                  </a:lnTo>
                  <a:lnTo>
                    <a:pt x="146739" y="19565"/>
                  </a:lnTo>
                  <a:cubicBezTo>
                    <a:pt x="146686" y="19833"/>
                    <a:pt x="146632" y="20100"/>
                    <a:pt x="146526" y="20421"/>
                  </a:cubicBezTo>
                  <a:lnTo>
                    <a:pt x="134765" y="22292"/>
                  </a:lnTo>
                  <a:lnTo>
                    <a:pt x="146419" y="21169"/>
                  </a:lnTo>
                  <a:lnTo>
                    <a:pt x="146419" y="21169"/>
                  </a:lnTo>
                  <a:cubicBezTo>
                    <a:pt x="146365" y="21436"/>
                    <a:pt x="146365" y="21757"/>
                    <a:pt x="146312" y="22024"/>
                  </a:cubicBezTo>
                  <a:lnTo>
                    <a:pt x="123112" y="25445"/>
                  </a:lnTo>
                  <a:lnTo>
                    <a:pt x="123112" y="25445"/>
                  </a:lnTo>
                  <a:lnTo>
                    <a:pt x="146312" y="22826"/>
                  </a:lnTo>
                  <a:lnTo>
                    <a:pt x="146312" y="22826"/>
                  </a:lnTo>
                  <a:cubicBezTo>
                    <a:pt x="146205" y="24483"/>
                    <a:pt x="146419" y="26140"/>
                    <a:pt x="146846" y="27691"/>
                  </a:cubicBezTo>
                  <a:lnTo>
                    <a:pt x="104669" y="35068"/>
                  </a:lnTo>
                  <a:lnTo>
                    <a:pt x="147060" y="28493"/>
                  </a:lnTo>
                  <a:cubicBezTo>
                    <a:pt x="147167" y="28760"/>
                    <a:pt x="147274" y="29081"/>
                    <a:pt x="147381" y="29401"/>
                  </a:cubicBezTo>
                  <a:lnTo>
                    <a:pt x="147434" y="29401"/>
                  </a:lnTo>
                  <a:lnTo>
                    <a:pt x="147541" y="29669"/>
                  </a:lnTo>
                  <a:cubicBezTo>
                    <a:pt x="143853" y="30524"/>
                    <a:pt x="123913" y="35121"/>
                    <a:pt x="102745" y="38435"/>
                  </a:cubicBezTo>
                  <a:lnTo>
                    <a:pt x="102477" y="38222"/>
                  </a:lnTo>
                  <a:lnTo>
                    <a:pt x="144548" y="30043"/>
                  </a:lnTo>
                  <a:lnTo>
                    <a:pt x="144548" y="30043"/>
                  </a:lnTo>
                  <a:lnTo>
                    <a:pt x="101889" y="37527"/>
                  </a:lnTo>
                  <a:cubicBezTo>
                    <a:pt x="100927" y="36351"/>
                    <a:pt x="100232" y="34907"/>
                    <a:pt x="99965" y="33411"/>
                  </a:cubicBezTo>
                  <a:lnTo>
                    <a:pt x="123058" y="29775"/>
                  </a:lnTo>
                  <a:lnTo>
                    <a:pt x="99911" y="32662"/>
                  </a:lnTo>
                  <a:cubicBezTo>
                    <a:pt x="99858" y="32234"/>
                    <a:pt x="99858" y="31860"/>
                    <a:pt x="99911" y="31433"/>
                  </a:cubicBezTo>
                  <a:lnTo>
                    <a:pt x="144601" y="24964"/>
                  </a:lnTo>
                  <a:lnTo>
                    <a:pt x="99965" y="30684"/>
                  </a:lnTo>
                  <a:cubicBezTo>
                    <a:pt x="100339" y="28279"/>
                    <a:pt x="101569" y="25713"/>
                    <a:pt x="103760" y="22986"/>
                  </a:cubicBezTo>
                  <a:lnTo>
                    <a:pt x="147060" y="18282"/>
                  </a:lnTo>
                  <a:close/>
                  <a:moveTo>
                    <a:pt x="148878" y="29348"/>
                  </a:moveTo>
                  <a:cubicBezTo>
                    <a:pt x="150161" y="29348"/>
                    <a:pt x="151711" y="29508"/>
                    <a:pt x="151283" y="30524"/>
                  </a:cubicBezTo>
                  <a:cubicBezTo>
                    <a:pt x="151283" y="30524"/>
                    <a:pt x="125196" y="36992"/>
                    <a:pt x="104509" y="39879"/>
                  </a:cubicBezTo>
                  <a:cubicBezTo>
                    <a:pt x="104402" y="39772"/>
                    <a:pt x="104188" y="39665"/>
                    <a:pt x="103921" y="39451"/>
                  </a:cubicBezTo>
                  <a:cubicBezTo>
                    <a:pt x="126960" y="35709"/>
                    <a:pt x="148183" y="30684"/>
                    <a:pt x="148396" y="30631"/>
                  </a:cubicBezTo>
                  <a:lnTo>
                    <a:pt x="148396" y="30684"/>
                  </a:lnTo>
                  <a:cubicBezTo>
                    <a:pt x="148717" y="30577"/>
                    <a:pt x="148931" y="30257"/>
                    <a:pt x="148824" y="29936"/>
                  </a:cubicBezTo>
                  <a:lnTo>
                    <a:pt x="148664" y="29348"/>
                  </a:lnTo>
                  <a:close/>
                  <a:moveTo>
                    <a:pt x="21437" y="35656"/>
                  </a:moveTo>
                  <a:lnTo>
                    <a:pt x="22773" y="35763"/>
                  </a:lnTo>
                  <a:cubicBezTo>
                    <a:pt x="21704" y="36832"/>
                    <a:pt x="20849" y="38061"/>
                    <a:pt x="20261" y="39451"/>
                  </a:cubicBezTo>
                  <a:cubicBezTo>
                    <a:pt x="19459" y="41215"/>
                    <a:pt x="19085" y="43086"/>
                    <a:pt x="19085" y="45011"/>
                  </a:cubicBezTo>
                  <a:cubicBezTo>
                    <a:pt x="19138" y="46935"/>
                    <a:pt x="19513" y="48806"/>
                    <a:pt x="20261" y="50570"/>
                  </a:cubicBezTo>
                  <a:cubicBezTo>
                    <a:pt x="20528" y="51212"/>
                    <a:pt x="20849" y="51907"/>
                    <a:pt x="21277" y="52495"/>
                  </a:cubicBezTo>
                  <a:lnTo>
                    <a:pt x="19833" y="52334"/>
                  </a:lnTo>
                  <a:cubicBezTo>
                    <a:pt x="17481" y="48271"/>
                    <a:pt x="16466" y="41269"/>
                    <a:pt x="21437" y="35656"/>
                  </a:cubicBezTo>
                  <a:close/>
                  <a:moveTo>
                    <a:pt x="141714" y="51746"/>
                  </a:moveTo>
                  <a:lnTo>
                    <a:pt x="146739" y="52120"/>
                  </a:lnTo>
                  <a:lnTo>
                    <a:pt x="141608" y="52762"/>
                  </a:lnTo>
                  <a:cubicBezTo>
                    <a:pt x="141714" y="52441"/>
                    <a:pt x="141768" y="52120"/>
                    <a:pt x="141714" y="51746"/>
                  </a:cubicBezTo>
                  <a:close/>
                  <a:moveTo>
                    <a:pt x="11494" y="34961"/>
                  </a:moveTo>
                  <a:lnTo>
                    <a:pt x="19566" y="35549"/>
                  </a:lnTo>
                  <a:cubicBezTo>
                    <a:pt x="15931" y="40306"/>
                    <a:pt x="15290" y="46721"/>
                    <a:pt x="17962" y="52120"/>
                  </a:cubicBezTo>
                  <a:lnTo>
                    <a:pt x="10639" y="51319"/>
                  </a:lnTo>
                  <a:lnTo>
                    <a:pt x="11654" y="53083"/>
                  </a:lnTo>
                  <a:cubicBezTo>
                    <a:pt x="9409" y="51105"/>
                    <a:pt x="8340" y="47577"/>
                    <a:pt x="8340" y="44048"/>
                  </a:cubicBezTo>
                  <a:cubicBezTo>
                    <a:pt x="8340" y="40360"/>
                    <a:pt x="9463" y="36671"/>
                    <a:pt x="11494" y="34961"/>
                  </a:cubicBezTo>
                  <a:close/>
                  <a:moveTo>
                    <a:pt x="33411" y="36511"/>
                  </a:moveTo>
                  <a:lnTo>
                    <a:pt x="34748" y="36618"/>
                  </a:lnTo>
                  <a:cubicBezTo>
                    <a:pt x="33679" y="37794"/>
                    <a:pt x="32770" y="39130"/>
                    <a:pt x="32182" y="40627"/>
                  </a:cubicBezTo>
                  <a:cubicBezTo>
                    <a:pt x="31433" y="42445"/>
                    <a:pt x="31006" y="44369"/>
                    <a:pt x="31059" y="46347"/>
                  </a:cubicBezTo>
                  <a:cubicBezTo>
                    <a:pt x="31059" y="48325"/>
                    <a:pt x="31433" y="50249"/>
                    <a:pt x="32182" y="52120"/>
                  </a:cubicBezTo>
                  <a:cubicBezTo>
                    <a:pt x="32396" y="52708"/>
                    <a:pt x="32716" y="53243"/>
                    <a:pt x="32984" y="53831"/>
                  </a:cubicBezTo>
                  <a:lnTo>
                    <a:pt x="31540" y="53671"/>
                  </a:lnTo>
                  <a:cubicBezTo>
                    <a:pt x="29349" y="49341"/>
                    <a:pt x="28547" y="42231"/>
                    <a:pt x="33411" y="36511"/>
                  </a:cubicBezTo>
                  <a:close/>
                  <a:moveTo>
                    <a:pt x="23094" y="35763"/>
                  </a:moveTo>
                  <a:lnTo>
                    <a:pt x="31540" y="36351"/>
                  </a:lnTo>
                  <a:cubicBezTo>
                    <a:pt x="27905" y="41322"/>
                    <a:pt x="27210" y="47844"/>
                    <a:pt x="29723" y="53457"/>
                  </a:cubicBezTo>
                  <a:lnTo>
                    <a:pt x="22934" y="52708"/>
                  </a:lnTo>
                  <a:lnTo>
                    <a:pt x="23255" y="54579"/>
                  </a:lnTo>
                  <a:cubicBezTo>
                    <a:pt x="22399" y="53243"/>
                    <a:pt x="21651" y="51746"/>
                    <a:pt x="21223" y="50196"/>
                  </a:cubicBezTo>
                  <a:lnTo>
                    <a:pt x="21170" y="50196"/>
                  </a:lnTo>
                  <a:lnTo>
                    <a:pt x="20849" y="48913"/>
                  </a:lnTo>
                  <a:lnTo>
                    <a:pt x="20582" y="47630"/>
                  </a:lnTo>
                  <a:lnTo>
                    <a:pt x="20421" y="46294"/>
                  </a:lnTo>
                  <a:lnTo>
                    <a:pt x="20368" y="44957"/>
                  </a:lnTo>
                  <a:cubicBezTo>
                    <a:pt x="20368" y="43193"/>
                    <a:pt x="20635" y="41429"/>
                    <a:pt x="21170" y="39772"/>
                  </a:cubicBezTo>
                  <a:cubicBezTo>
                    <a:pt x="21651" y="38382"/>
                    <a:pt x="22292" y="36992"/>
                    <a:pt x="23094" y="35763"/>
                  </a:cubicBezTo>
                  <a:close/>
                  <a:moveTo>
                    <a:pt x="47791" y="37527"/>
                  </a:moveTo>
                  <a:lnTo>
                    <a:pt x="49128" y="37634"/>
                  </a:lnTo>
                  <a:cubicBezTo>
                    <a:pt x="48112" y="38863"/>
                    <a:pt x="47257" y="40200"/>
                    <a:pt x="46669" y="41643"/>
                  </a:cubicBezTo>
                  <a:lnTo>
                    <a:pt x="46722" y="41643"/>
                  </a:lnTo>
                  <a:cubicBezTo>
                    <a:pt x="45920" y="43514"/>
                    <a:pt x="45546" y="45545"/>
                    <a:pt x="45546" y="47523"/>
                  </a:cubicBezTo>
                  <a:cubicBezTo>
                    <a:pt x="45599" y="49554"/>
                    <a:pt x="45974" y="51586"/>
                    <a:pt x="46669" y="53457"/>
                  </a:cubicBezTo>
                  <a:cubicBezTo>
                    <a:pt x="46989" y="54152"/>
                    <a:pt x="47310" y="54793"/>
                    <a:pt x="47684" y="55435"/>
                  </a:cubicBezTo>
                  <a:lnTo>
                    <a:pt x="46187" y="55274"/>
                  </a:lnTo>
                  <a:cubicBezTo>
                    <a:pt x="43942" y="50891"/>
                    <a:pt x="43034" y="43514"/>
                    <a:pt x="47791" y="37527"/>
                  </a:cubicBezTo>
                  <a:close/>
                  <a:moveTo>
                    <a:pt x="35068" y="36725"/>
                  </a:moveTo>
                  <a:lnTo>
                    <a:pt x="45974" y="37527"/>
                  </a:lnTo>
                  <a:cubicBezTo>
                    <a:pt x="42392" y="42712"/>
                    <a:pt x="41804" y="49394"/>
                    <a:pt x="44370" y="55114"/>
                  </a:cubicBezTo>
                  <a:lnTo>
                    <a:pt x="34908" y="54045"/>
                  </a:lnTo>
                  <a:lnTo>
                    <a:pt x="35229" y="56343"/>
                  </a:lnTo>
                  <a:cubicBezTo>
                    <a:pt x="34320" y="54954"/>
                    <a:pt x="33572" y="53403"/>
                    <a:pt x="33144" y="51746"/>
                  </a:cubicBezTo>
                  <a:lnTo>
                    <a:pt x="32770" y="50410"/>
                  </a:lnTo>
                  <a:lnTo>
                    <a:pt x="32556" y="49073"/>
                  </a:lnTo>
                  <a:lnTo>
                    <a:pt x="32396" y="47737"/>
                  </a:lnTo>
                  <a:lnTo>
                    <a:pt x="32342" y="46400"/>
                  </a:lnTo>
                  <a:cubicBezTo>
                    <a:pt x="32289" y="44583"/>
                    <a:pt x="32556" y="42765"/>
                    <a:pt x="33144" y="41001"/>
                  </a:cubicBezTo>
                  <a:cubicBezTo>
                    <a:pt x="33625" y="39505"/>
                    <a:pt x="34267" y="38115"/>
                    <a:pt x="35068" y="36725"/>
                  </a:cubicBezTo>
                  <a:close/>
                  <a:moveTo>
                    <a:pt x="62438" y="38649"/>
                  </a:moveTo>
                  <a:lnTo>
                    <a:pt x="63828" y="38756"/>
                  </a:lnTo>
                  <a:cubicBezTo>
                    <a:pt x="62706" y="39986"/>
                    <a:pt x="61850" y="41429"/>
                    <a:pt x="61262" y="42979"/>
                  </a:cubicBezTo>
                  <a:cubicBezTo>
                    <a:pt x="60460" y="44904"/>
                    <a:pt x="60086" y="46935"/>
                    <a:pt x="60086" y="49020"/>
                  </a:cubicBezTo>
                  <a:cubicBezTo>
                    <a:pt x="60140" y="51105"/>
                    <a:pt x="60514" y="53136"/>
                    <a:pt x="61209" y="55060"/>
                  </a:cubicBezTo>
                  <a:cubicBezTo>
                    <a:pt x="61476" y="55755"/>
                    <a:pt x="61797" y="56397"/>
                    <a:pt x="62171" y="57092"/>
                  </a:cubicBezTo>
                  <a:lnTo>
                    <a:pt x="60728" y="56931"/>
                  </a:lnTo>
                  <a:cubicBezTo>
                    <a:pt x="58482" y="52388"/>
                    <a:pt x="57574" y="44797"/>
                    <a:pt x="62385" y="38649"/>
                  </a:cubicBezTo>
                  <a:close/>
                  <a:moveTo>
                    <a:pt x="49502" y="37687"/>
                  </a:moveTo>
                  <a:lnTo>
                    <a:pt x="60621" y="38489"/>
                  </a:lnTo>
                  <a:cubicBezTo>
                    <a:pt x="56398" y="44530"/>
                    <a:pt x="56718" y="51746"/>
                    <a:pt x="58857" y="56771"/>
                  </a:cubicBezTo>
                  <a:lnTo>
                    <a:pt x="49234" y="55648"/>
                  </a:lnTo>
                  <a:lnTo>
                    <a:pt x="49662" y="57733"/>
                  </a:lnTo>
                  <a:cubicBezTo>
                    <a:pt x="48753" y="56290"/>
                    <a:pt x="48112" y="54740"/>
                    <a:pt x="47631" y="53136"/>
                  </a:cubicBezTo>
                  <a:lnTo>
                    <a:pt x="47310" y="51746"/>
                  </a:lnTo>
                  <a:lnTo>
                    <a:pt x="47043" y="50356"/>
                  </a:lnTo>
                  <a:lnTo>
                    <a:pt x="46882" y="48966"/>
                  </a:lnTo>
                  <a:lnTo>
                    <a:pt x="46829" y="47523"/>
                  </a:lnTo>
                  <a:cubicBezTo>
                    <a:pt x="46829" y="45652"/>
                    <a:pt x="47096" y="43781"/>
                    <a:pt x="47631" y="41964"/>
                  </a:cubicBezTo>
                  <a:cubicBezTo>
                    <a:pt x="48112" y="40467"/>
                    <a:pt x="48753" y="39023"/>
                    <a:pt x="49502" y="37687"/>
                  </a:cubicBezTo>
                  <a:close/>
                  <a:moveTo>
                    <a:pt x="78261" y="39772"/>
                  </a:moveTo>
                  <a:lnTo>
                    <a:pt x="78261" y="39825"/>
                  </a:lnTo>
                  <a:lnTo>
                    <a:pt x="79705" y="39932"/>
                  </a:lnTo>
                  <a:cubicBezTo>
                    <a:pt x="78582" y="41269"/>
                    <a:pt x="77673" y="42765"/>
                    <a:pt x="77085" y="44369"/>
                  </a:cubicBezTo>
                  <a:cubicBezTo>
                    <a:pt x="76337" y="46347"/>
                    <a:pt x="75909" y="48485"/>
                    <a:pt x="75909" y="50570"/>
                  </a:cubicBezTo>
                  <a:cubicBezTo>
                    <a:pt x="75963" y="52708"/>
                    <a:pt x="76337" y="54793"/>
                    <a:pt x="77032" y="56825"/>
                  </a:cubicBezTo>
                  <a:cubicBezTo>
                    <a:pt x="77299" y="57519"/>
                    <a:pt x="77620" y="58268"/>
                    <a:pt x="77994" y="58909"/>
                  </a:cubicBezTo>
                  <a:lnTo>
                    <a:pt x="76551" y="58749"/>
                  </a:lnTo>
                  <a:cubicBezTo>
                    <a:pt x="74359" y="54152"/>
                    <a:pt x="73290" y="46400"/>
                    <a:pt x="78261" y="39772"/>
                  </a:cubicBezTo>
                  <a:close/>
                  <a:moveTo>
                    <a:pt x="64095" y="38756"/>
                  </a:moveTo>
                  <a:lnTo>
                    <a:pt x="76497" y="39665"/>
                  </a:lnTo>
                  <a:cubicBezTo>
                    <a:pt x="72328" y="45866"/>
                    <a:pt x="72648" y="53403"/>
                    <a:pt x="74787" y="58535"/>
                  </a:cubicBezTo>
                  <a:lnTo>
                    <a:pt x="63668" y="57306"/>
                  </a:lnTo>
                  <a:lnTo>
                    <a:pt x="63935" y="59123"/>
                  </a:lnTo>
                  <a:cubicBezTo>
                    <a:pt x="63187" y="57787"/>
                    <a:pt x="62545" y="56290"/>
                    <a:pt x="62118" y="54740"/>
                  </a:cubicBezTo>
                  <a:lnTo>
                    <a:pt x="61797" y="53350"/>
                  </a:lnTo>
                  <a:cubicBezTo>
                    <a:pt x="61743" y="52869"/>
                    <a:pt x="61636" y="52388"/>
                    <a:pt x="61583" y="51907"/>
                  </a:cubicBezTo>
                  <a:lnTo>
                    <a:pt x="61423" y="50463"/>
                  </a:lnTo>
                  <a:lnTo>
                    <a:pt x="61369" y="49020"/>
                  </a:lnTo>
                  <a:cubicBezTo>
                    <a:pt x="61316" y="47095"/>
                    <a:pt x="61583" y="45171"/>
                    <a:pt x="62171" y="43300"/>
                  </a:cubicBezTo>
                  <a:cubicBezTo>
                    <a:pt x="62652" y="41750"/>
                    <a:pt x="63294" y="40200"/>
                    <a:pt x="64095" y="38756"/>
                  </a:cubicBezTo>
                  <a:close/>
                  <a:moveTo>
                    <a:pt x="79919" y="39932"/>
                  </a:moveTo>
                  <a:lnTo>
                    <a:pt x="92053" y="40788"/>
                  </a:lnTo>
                  <a:cubicBezTo>
                    <a:pt x="88097" y="46240"/>
                    <a:pt x="86547" y="51319"/>
                    <a:pt x="87296" y="55969"/>
                  </a:cubicBezTo>
                  <a:cubicBezTo>
                    <a:pt x="87509" y="57413"/>
                    <a:pt x="87991" y="58856"/>
                    <a:pt x="88685" y="60139"/>
                  </a:cubicBezTo>
                  <a:lnTo>
                    <a:pt x="79437" y="59070"/>
                  </a:lnTo>
                  <a:lnTo>
                    <a:pt x="79758" y="60994"/>
                  </a:lnTo>
                  <a:cubicBezTo>
                    <a:pt x="79010" y="59551"/>
                    <a:pt x="78368" y="58054"/>
                    <a:pt x="77994" y="56504"/>
                  </a:cubicBezTo>
                  <a:lnTo>
                    <a:pt x="77620" y="55007"/>
                  </a:lnTo>
                  <a:cubicBezTo>
                    <a:pt x="77566" y="54526"/>
                    <a:pt x="77460" y="54045"/>
                    <a:pt x="77406" y="53564"/>
                  </a:cubicBezTo>
                  <a:lnTo>
                    <a:pt x="77246" y="52067"/>
                  </a:lnTo>
                  <a:lnTo>
                    <a:pt x="77192" y="50570"/>
                  </a:lnTo>
                  <a:cubicBezTo>
                    <a:pt x="77192" y="48592"/>
                    <a:pt x="77460" y="46614"/>
                    <a:pt x="77994" y="44690"/>
                  </a:cubicBezTo>
                  <a:cubicBezTo>
                    <a:pt x="78475" y="43033"/>
                    <a:pt x="79117" y="41429"/>
                    <a:pt x="79919" y="39932"/>
                  </a:cubicBezTo>
                  <a:close/>
                  <a:moveTo>
                    <a:pt x="26195" y="57359"/>
                  </a:moveTo>
                  <a:cubicBezTo>
                    <a:pt x="35015" y="58375"/>
                    <a:pt x="47417" y="59765"/>
                    <a:pt x="59124" y="61101"/>
                  </a:cubicBezTo>
                  <a:lnTo>
                    <a:pt x="56291" y="61422"/>
                  </a:lnTo>
                  <a:lnTo>
                    <a:pt x="22987" y="57680"/>
                  </a:lnTo>
                  <a:lnTo>
                    <a:pt x="26195" y="57359"/>
                  </a:lnTo>
                  <a:close/>
                  <a:moveTo>
                    <a:pt x="135460" y="41269"/>
                  </a:moveTo>
                  <a:cubicBezTo>
                    <a:pt x="135460" y="41536"/>
                    <a:pt x="135407" y="41803"/>
                    <a:pt x="135353" y="42071"/>
                  </a:cubicBezTo>
                  <a:lnTo>
                    <a:pt x="111886" y="46026"/>
                  </a:lnTo>
                  <a:lnTo>
                    <a:pt x="111886" y="46026"/>
                  </a:lnTo>
                  <a:lnTo>
                    <a:pt x="135353" y="42926"/>
                  </a:lnTo>
                  <a:lnTo>
                    <a:pt x="135353" y="42926"/>
                  </a:lnTo>
                  <a:cubicBezTo>
                    <a:pt x="135246" y="45011"/>
                    <a:pt x="135460" y="47042"/>
                    <a:pt x="135941" y="49020"/>
                  </a:cubicBezTo>
                  <a:lnTo>
                    <a:pt x="93283" y="57573"/>
                  </a:lnTo>
                  <a:lnTo>
                    <a:pt x="136048" y="49822"/>
                  </a:lnTo>
                  <a:cubicBezTo>
                    <a:pt x="136155" y="50142"/>
                    <a:pt x="136262" y="50463"/>
                    <a:pt x="136422" y="50837"/>
                  </a:cubicBezTo>
                  <a:lnTo>
                    <a:pt x="136583" y="51372"/>
                  </a:lnTo>
                  <a:cubicBezTo>
                    <a:pt x="132841" y="52388"/>
                    <a:pt x="112794" y="57787"/>
                    <a:pt x="91412" y="61743"/>
                  </a:cubicBezTo>
                  <a:lnTo>
                    <a:pt x="91091" y="61368"/>
                  </a:lnTo>
                  <a:lnTo>
                    <a:pt x="133536" y="51746"/>
                  </a:lnTo>
                  <a:lnTo>
                    <a:pt x="133536" y="51746"/>
                  </a:lnTo>
                  <a:lnTo>
                    <a:pt x="90556" y="60620"/>
                  </a:lnTo>
                  <a:cubicBezTo>
                    <a:pt x="89541" y="59177"/>
                    <a:pt x="88846" y="57466"/>
                    <a:pt x="88579" y="55755"/>
                  </a:cubicBezTo>
                  <a:lnTo>
                    <a:pt x="88579" y="55488"/>
                  </a:lnTo>
                  <a:lnTo>
                    <a:pt x="111832" y="51319"/>
                  </a:lnTo>
                  <a:lnTo>
                    <a:pt x="111832" y="51319"/>
                  </a:lnTo>
                  <a:lnTo>
                    <a:pt x="88472" y="54686"/>
                  </a:lnTo>
                  <a:cubicBezTo>
                    <a:pt x="88418" y="54152"/>
                    <a:pt x="88418" y="53671"/>
                    <a:pt x="88472" y="53136"/>
                  </a:cubicBezTo>
                  <a:lnTo>
                    <a:pt x="133589" y="45599"/>
                  </a:lnTo>
                  <a:lnTo>
                    <a:pt x="133589" y="45599"/>
                  </a:lnTo>
                  <a:lnTo>
                    <a:pt x="88525" y="52281"/>
                  </a:lnTo>
                  <a:cubicBezTo>
                    <a:pt x="88846" y="49341"/>
                    <a:pt x="90075" y="46187"/>
                    <a:pt x="92214" y="42926"/>
                  </a:cubicBezTo>
                  <a:lnTo>
                    <a:pt x="95956" y="42445"/>
                  </a:lnTo>
                  <a:cubicBezTo>
                    <a:pt x="96864" y="42819"/>
                    <a:pt x="97773" y="43086"/>
                    <a:pt x="98735" y="43247"/>
                  </a:cubicBezTo>
                  <a:lnTo>
                    <a:pt x="93764" y="43941"/>
                  </a:lnTo>
                  <a:lnTo>
                    <a:pt x="99110" y="43300"/>
                  </a:lnTo>
                  <a:cubicBezTo>
                    <a:pt x="99537" y="43407"/>
                    <a:pt x="100072" y="43460"/>
                    <a:pt x="100606" y="43514"/>
                  </a:cubicBezTo>
                  <a:cubicBezTo>
                    <a:pt x="101562" y="43632"/>
                    <a:pt x="102842" y="43684"/>
                    <a:pt x="104350" y="43684"/>
                  </a:cubicBezTo>
                  <a:cubicBezTo>
                    <a:pt x="113719" y="43684"/>
                    <a:pt x="131868" y="41683"/>
                    <a:pt x="135460" y="41269"/>
                  </a:cubicBezTo>
                  <a:close/>
                  <a:moveTo>
                    <a:pt x="137866" y="50891"/>
                  </a:moveTo>
                  <a:cubicBezTo>
                    <a:pt x="139149" y="50891"/>
                    <a:pt x="140806" y="51105"/>
                    <a:pt x="140378" y="52334"/>
                  </a:cubicBezTo>
                  <a:cubicBezTo>
                    <a:pt x="140378" y="52334"/>
                    <a:pt x="114077" y="60085"/>
                    <a:pt x="93122" y="63400"/>
                  </a:cubicBezTo>
                  <a:cubicBezTo>
                    <a:pt x="92962" y="63293"/>
                    <a:pt x="92748" y="63132"/>
                    <a:pt x="92427" y="62865"/>
                  </a:cubicBezTo>
                  <a:cubicBezTo>
                    <a:pt x="115788" y="58535"/>
                    <a:pt x="137331" y="52495"/>
                    <a:pt x="137545" y="52441"/>
                  </a:cubicBezTo>
                  <a:cubicBezTo>
                    <a:pt x="137866" y="52334"/>
                    <a:pt x="138026" y="52013"/>
                    <a:pt x="137972" y="51693"/>
                  </a:cubicBezTo>
                  <a:lnTo>
                    <a:pt x="137759" y="50891"/>
                  </a:lnTo>
                  <a:close/>
                  <a:moveTo>
                    <a:pt x="18337" y="56450"/>
                  </a:moveTo>
                  <a:lnTo>
                    <a:pt x="21811" y="56825"/>
                  </a:lnTo>
                  <a:lnTo>
                    <a:pt x="13953" y="57626"/>
                  </a:lnTo>
                  <a:lnTo>
                    <a:pt x="56237" y="62598"/>
                  </a:lnTo>
                  <a:lnTo>
                    <a:pt x="63935" y="61636"/>
                  </a:lnTo>
                  <a:lnTo>
                    <a:pt x="70510" y="62384"/>
                  </a:lnTo>
                  <a:lnTo>
                    <a:pt x="56772" y="64255"/>
                  </a:lnTo>
                  <a:lnTo>
                    <a:pt x="7218" y="57573"/>
                  </a:lnTo>
                  <a:lnTo>
                    <a:pt x="18337" y="56450"/>
                  </a:lnTo>
                  <a:close/>
                  <a:moveTo>
                    <a:pt x="2488" y="58558"/>
                  </a:moveTo>
                  <a:cubicBezTo>
                    <a:pt x="6809" y="59087"/>
                    <a:pt x="11129" y="59666"/>
                    <a:pt x="15396" y="60246"/>
                  </a:cubicBezTo>
                  <a:lnTo>
                    <a:pt x="28493" y="62010"/>
                  </a:lnTo>
                  <a:lnTo>
                    <a:pt x="41537" y="63934"/>
                  </a:lnTo>
                  <a:lnTo>
                    <a:pt x="48058" y="64950"/>
                  </a:lnTo>
                  <a:lnTo>
                    <a:pt x="54580" y="66019"/>
                  </a:lnTo>
                  <a:lnTo>
                    <a:pt x="48058" y="65164"/>
                  </a:lnTo>
                  <a:lnTo>
                    <a:pt x="41483" y="64308"/>
                  </a:lnTo>
                  <a:lnTo>
                    <a:pt x="28440" y="62544"/>
                  </a:lnTo>
                  <a:lnTo>
                    <a:pt x="15343" y="60620"/>
                  </a:lnTo>
                  <a:cubicBezTo>
                    <a:pt x="11110" y="59932"/>
                    <a:pt x="6825" y="59297"/>
                    <a:pt x="2488" y="58558"/>
                  </a:cubicBezTo>
                  <a:close/>
                  <a:moveTo>
                    <a:pt x="141073" y="81415"/>
                  </a:moveTo>
                  <a:lnTo>
                    <a:pt x="141073" y="82270"/>
                  </a:lnTo>
                  <a:lnTo>
                    <a:pt x="140645" y="82377"/>
                  </a:lnTo>
                  <a:cubicBezTo>
                    <a:pt x="140806" y="82056"/>
                    <a:pt x="140913" y="81735"/>
                    <a:pt x="141073" y="81415"/>
                  </a:cubicBezTo>
                  <a:close/>
                  <a:moveTo>
                    <a:pt x="151925" y="52922"/>
                  </a:moveTo>
                  <a:cubicBezTo>
                    <a:pt x="154437" y="55542"/>
                    <a:pt x="155827" y="61689"/>
                    <a:pt x="155774" y="67997"/>
                  </a:cubicBezTo>
                  <a:cubicBezTo>
                    <a:pt x="155774" y="73770"/>
                    <a:pt x="154544" y="79597"/>
                    <a:pt x="151871" y="82965"/>
                  </a:cubicBezTo>
                  <a:lnTo>
                    <a:pt x="153101" y="79971"/>
                  </a:lnTo>
                  <a:lnTo>
                    <a:pt x="143478" y="81789"/>
                  </a:lnTo>
                  <a:cubicBezTo>
                    <a:pt x="145563" y="76122"/>
                    <a:pt x="146526" y="67783"/>
                    <a:pt x="144067" y="60085"/>
                  </a:cubicBezTo>
                  <a:lnTo>
                    <a:pt x="147007" y="59444"/>
                  </a:lnTo>
                  <a:cubicBezTo>
                    <a:pt x="147808" y="59230"/>
                    <a:pt x="146686" y="55488"/>
                    <a:pt x="144548" y="53884"/>
                  </a:cubicBezTo>
                  <a:lnTo>
                    <a:pt x="151925" y="52922"/>
                  </a:lnTo>
                  <a:close/>
                  <a:moveTo>
                    <a:pt x="128831" y="63400"/>
                  </a:moveTo>
                  <a:cubicBezTo>
                    <a:pt x="130702" y="70456"/>
                    <a:pt x="130435" y="77886"/>
                    <a:pt x="128030" y="84782"/>
                  </a:cubicBezTo>
                  <a:lnTo>
                    <a:pt x="128030" y="84836"/>
                  </a:lnTo>
                  <a:lnTo>
                    <a:pt x="127014" y="84996"/>
                  </a:lnTo>
                  <a:cubicBezTo>
                    <a:pt x="127121" y="84675"/>
                    <a:pt x="127281" y="84355"/>
                    <a:pt x="127388" y="84034"/>
                  </a:cubicBezTo>
                  <a:cubicBezTo>
                    <a:pt x="127655" y="83339"/>
                    <a:pt x="127869" y="82591"/>
                    <a:pt x="128083" y="81896"/>
                  </a:cubicBezTo>
                  <a:cubicBezTo>
                    <a:pt x="128885" y="78956"/>
                    <a:pt x="129312" y="75909"/>
                    <a:pt x="129366" y="72862"/>
                  </a:cubicBezTo>
                  <a:cubicBezTo>
                    <a:pt x="129366" y="72113"/>
                    <a:pt x="129312" y="71311"/>
                    <a:pt x="129259" y="70563"/>
                  </a:cubicBezTo>
                  <a:cubicBezTo>
                    <a:pt x="129259" y="69815"/>
                    <a:pt x="129152" y="69066"/>
                    <a:pt x="129045" y="68264"/>
                  </a:cubicBezTo>
                  <a:lnTo>
                    <a:pt x="128992" y="67730"/>
                  </a:lnTo>
                  <a:lnTo>
                    <a:pt x="128885" y="67142"/>
                  </a:lnTo>
                  <a:lnTo>
                    <a:pt x="128671" y="66019"/>
                  </a:lnTo>
                  <a:cubicBezTo>
                    <a:pt x="128564" y="65645"/>
                    <a:pt x="128511" y="65271"/>
                    <a:pt x="128404" y="64896"/>
                  </a:cubicBezTo>
                  <a:lnTo>
                    <a:pt x="128083" y="63827"/>
                  </a:lnTo>
                  <a:lnTo>
                    <a:pt x="128030" y="63560"/>
                  </a:lnTo>
                  <a:lnTo>
                    <a:pt x="128831" y="63400"/>
                  </a:lnTo>
                  <a:close/>
                  <a:moveTo>
                    <a:pt x="140645" y="60887"/>
                  </a:moveTo>
                  <a:cubicBezTo>
                    <a:pt x="140699" y="61208"/>
                    <a:pt x="140806" y="61475"/>
                    <a:pt x="140859" y="61796"/>
                  </a:cubicBezTo>
                  <a:cubicBezTo>
                    <a:pt x="140913" y="62063"/>
                    <a:pt x="141019" y="62437"/>
                    <a:pt x="141073" y="62758"/>
                  </a:cubicBezTo>
                  <a:lnTo>
                    <a:pt x="141073" y="77192"/>
                  </a:lnTo>
                  <a:lnTo>
                    <a:pt x="140806" y="78528"/>
                  </a:lnTo>
                  <a:cubicBezTo>
                    <a:pt x="140325" y="81094"/>
                    <a:pt x="139469" y="83553"/>
                    <a:pt x="138347" y="85851"/>
                  </a:cubicBezTo>
                  <a:lnTo>
                    <a:pt x="138774" y="82751"/>
                  </a:lnTo>
                  <a:lnTo>
                    <a:pt x="138774" y="82751"/>
                  </a:lnTo>
                  <a:lnTo>
                    <a:pt x="131558" y="84141"/>
                  </a:lnTo>
                  <a:cubicBezTo>
                    <a:pt x="133642" y="77192"/>
                    <a:pt x="133749" y="69761"/>
                    <a:pt x="131932" y="62758"/>
                  </a:cubicBezTo>
                  <a:cubicBezTo>
                    <a:pt x="135193" y="62063"/>
                    <a:pt x="138186" y="61422"/>
                    <a:pt x="140645" y="60887"/>
                  </a:cubicBezTo>
                  <a:close/>
                  <a:moveTo>
                    <a:pt x="112153" y="66767"/>
                  </a:moveTo>
                  <a:lnTo>
                    <a:pt x="112153" y="66767"/>
                  </a:lnTo>
                  <a:cubicBezTo>
                    <a:pt x="113757" y="73824"/>
                    <a:pt x="113329" y="81201"/>
                    <a:pt x="110923" y="88043"/>
                  </a:cubicBezTo>
                  <a:lnTo>
                    <a:pt x="110923" y="88097"/>
                  </a:lnTo>
                  <a:lnTo>
                    <a:pt x="109908" y="88310"/>
                  </a:lnTo>
                  <a:cubicBezTo>
                    <a:pt x="110122" y="87829"/>
                    <a:pt x="110282" y="87348"/>
                    <a:pt x="110442" y="86867"/>
                  </a:cubicBezTo>
                  <a:cubicBezTo>
                    <a:pt x="110710" y="86119"/>
                    <a:pt x="110923" y="85370"/>
                    <a:pt x="111137" y="84622"/>
                  </a:cubicBezTo>
                  <a:cubicBezTo>
                    <a:pt x="111939" y="81628"/>
                    <a:pt x="112367" y="78474"/>
                    <a:pt x="112367" y="75374"/>
                  </a:cubicBezTo>
                  <a:cubicBezTo>
                    <a:pt x="112367" y="74572"/>
                    <a:pt x="112367" y="73770"/>
                    <a:pt x="112313" y="73022"/>
                  </a:cubicBezTo>
                  <a:cubicBezTo>
                    <a:pt x="112313" y="72220"/>
                    <a:pt x="112206" y="71472"/>
                    <a:pt x="112099" y="70670"/>
                  </a:cubicBezTo>
                  <a:lnTo>
                    <a:pt x="112046" y="70082"/>
                  </a:lnTo>
                  <a:lnTo>
                    <a:pt x="111939" y="69494"/>
                  </a:lnTo>
                  <a:lnTo>
                    <a:pt x="111725" y="68371"/>
                  </a:lnTo>
                  <a:cubicBezTo>
                    <a:pt x="111618" y="67944"/>
                    <a:pt x="111618" y="67569"/>
                    <a:pt x="111458" y="67195"/>
                  </a:cubicBezTo>
                  <a:lnTo>
                    <a:pt x="111405" y="66928"/>
                  </a:lnTo>
                  <a:lnTo>
                    <a:pt x="112153" y="66767"/>
                  </a:lnTo>
                  <a:close/>
                  <a:moveTo>
                    <a:pt x="126907" y="63774"/>
                  </a:moveTo>
                  <a:cubicBezTo>
                    <a:pt x="126907" y="63881"/>
                    <a:pt x="126960" y="63988"/>
                    <a:pt x="126960" y="64095"/>
                  </a:cubicBezTo>
                  <a:cubicBezTo>
                    <a:pt x="127121" y="64843"/>
                    <a:pt x="127281" y="65538"/>
                    <a:pt x="127388" y="66286"/>
                  </a:cubicBezTo>
                  <a:lnTo>
                    <a:pt x="127548" y="67355"/>
                  </a:lnTo>
                  <a:lnTo>
                    <a:pt x="127602" y="67890"/>
                  </a:lnTo>
                  <a:lnTo>
                    <a:pt x="127655" y="68478"/>
                  </a:lnTo>
                  <a:cubicBezTo>
                    <a:pt x="127709" y="69173"/>
                    <a:pt x="127816" y="69921"/>
                    <a:pt x="127816" y="70670"/>
                  </a:cubicBezTo>
                  <a:cubicBezTo>
                    <a:pt x="127816" y="71365"/>
                    <a:pt x="127869" y="72113"/>
                    <a:pt x="127869" y="72862"/>
                  </a:cubicBezTo>
                  <a:lnTo>
                    <a:pt x="127762" y="75053"/>
                  </a:lnTo>
                  <a:lnTo>
                    <a:pt x="127602" y="77245"/>
                  </a:lnTo>
                  <a:cubicBezTo>
                    <a:pt x="127548" y="77940"/>
                    <a:pt x="127442" y="78688"/>
                    <a:pt x="127335" y="79437"/>
                  </a:cubicBezTo>
                  <a:lnTo>
                    <a:pt x="126960" y="81575"/>
                  </a:lnTo>
                  <a:cubicBezTo>
                    <a:pt x="126436" y="84194"/>
                    <a:pt x="125656" y="86711"/>
                    <a:pt x="124518" y="89075"/>
                  </a:cubicBezTo>
                  <a:lnTo>
                    <a:pt x="124518" y="89075"/>
                  </a:lnTo>
                  <a:lnTo>
                    <a:pt x="124822" y="85424"/>
                  </a:lnTo>
                  <a:lnTo>
                    <a:pt x="114505" y="87402"/>
                  </a:lnTo>
                  <a:cubicBezTo>
                    <a:pt x="116590" y="80506"/>
                    <a:pt x="116857" y="73182"/>
                    <a:pt x="115307" y="66126"/>
                  </a:cubicBezTo>
                  <a:cubicBezTo>
                    <a:pt x="119209" y="65378"/>
                    <a:pt x="123165" y="64576"/>
                    <a:pt x="126907" y="63774"/>
                  </a:cubicBezTo>
                  <a:close/>
                  <a:moveTo>
                    <a:pt x="95314" y="69868"/>
                  </a:moveTo>
                  <a:lnTo>
                    <a:pt x="95314" y="69868"/>
                  </a:lnTo>
                  <a:cubicBezTo>
                    <a:pt x="96757" y="77031"/>
                    <a:pt x="96330" y="84408"/>
                    <a:pt x="93978" y="91304"/>
                  </a:cubicBezTo>
                  <a:lnTo>
                    <a:pt x="93015" y="91464"/>
                  </a:lnTo>
                  <a:cubicBezTo>
                    <a:pt x="93176" y="91037"/>
                    <a:pt x="93336" y="90556"/>
                    <a:pt x="93497" y="90128"/>
                  </a:cubicBezTo>
                  <a:cubicBezTo>
                    <a:pt x="93764" y="89380"/>
                    <a:pt x="93978" y="88631"/>
                    <a:pt x="94191" y="87829"/>
                  </a:cubicBezTo>
                  <a:cubicBezTo>
                    <a:pt x="94993" y="84729"/>
                    <a:pt x="95421" y="81522"/>
                    <a:pt x="95474" y="78261"/>
                  </a:cubicBezTo>
                  <a:cubicBezTo>
                    <a:pt x="95474" y="77459"/>
                    <a:pt x="95421" y="76657"/>
                    <a:pt x="95368" y="75855"/>
                  </a:cubicBezTo>
                  <a:cubicBezTo>
                    <a:pt x="95368" y="75053"/>
                    <a:pt x="95261" y="74251"/>
                    <a:pt x="95154" y="73450"/>
                  </a:cubicBezTo>
                  <a:lnTo>
                    <a:pt x="95100" y="72862"/>
                  </a:lnTo>
                  <a:lnTo>
                    <a:pt x="94993" y="72274"/>
                  </a:lnTo>
                  <a:lnTo>
                    <a:pt x="94780" y="71097"/>
                  </a:lnTo>
                  <a:cubicBezTo>
                    <a:pt x="94726" y="70723"/>
                    <a:pt x="94673" y="70349"/>
                    <a:pt x="94566" y="70028"/>
                  </a:cubicBezTo>
                  <a:lnTo>
                    <a:pt x="95314" y="69868"/>
                  </a:lnTo>
                  <a:close/>
                  <a:moveTo>
                    <a:pt x="110175" y="67142"/>
                  </a:moveTo>
                  <a:cubicBezTo>
                    <a:pt x="110282" y="67623"/>
                    <a:pt x="110389" y="68104"/>
                    <a:pt x="110442" y="68585"/>
                  </a:cubicBezTo>
                  <a:lnTo>
                    <a:pt x="110603" y="69708"/>
                  </a:lnTo>
                  <a:lnTo>
                    <a:pt x="110656" y="70242"/>
                  </a:lnTo>
                  <a:lnTo>
                    <a:pt x="110710" y="70830"/>
                  </a:lnTo>
                  <a:cubicBezTo>
                    <a:pt x="110710" y="71579"/>
                    <a:pt x="110817" y="72327"/>
                    <a:pt x="110870" y="73075"/>
                  </a:cubicBezTo>
                  <a:cubicBezTo>
                    <a:pt x="110870" y="73824"/>
                    <a:pt x="110870" y="74572"/>
                    <a:pt x="110870" y="75374"/>
                  </a:cubicBezTo>
                  <a:lnTo>
                    <a:pt x="110817" y="77619"/>
                  </a:lnTo>
                  <a:lnTo>
                    <a:pt x="110656" y="79864"/>
                  </a:lnTo>
                  <a:cubicBezTo>
                    <a:pt x="110549" y="80613"/>
                    <a:pt x="110442" y="81361"/>
                    <a:pt x="110389" y="82110"/>
                  </a:cubicBezTo>
                  <a:lnTo>
                    <a:pt x="110015" y="84355"/>
                  </a:lnTo>
                  <a:cubicBezTo>
                    <a:pt x="109480" y="87028"/>
                    <a:pt x="108678" y="89593"/>
                    <a:pt x="107609" y="92106"/>
                  </a:cubicBezTo>
                  <a:lnTo>
                    <a:pt x="108090" y="88631"/>
                  </a:lnTo>
                  <a:lnTo>
                    <a:pt x="108090" y="88631"/>
                  </a:lnTo>
                  <a:lnTo>
                    <a:pt x="97613" y="90663"/>
                  </a:lnTo>
                  <a:cubicBezTo>
                    <a:pt x="99644" y="83713"/>
                    <a:pt x="99911" y="76443"/>
                    <a:pt x="98468" y="69387"/>
                  </a:cubicBezTo>
                  <a:cubicBezTo>
                    <a:pt x="101943" y="68745"/>
                    <a:pt x="105952" y="67997"/>
                    <a:pt x="110175" y="67142"/>
                  </a:cubicBezTo>
                  <a:close/>
                  <a:moveTo>
                    <a:pt x="77299" y="63827"/>
                  </a:moveTo>
                  <a:cubicBezTo>
                    <a:pt x="80560" y="65164"/>
                    <a:pt x="83607" y="67035"/>
                    <a:pt x="86280" y="69333"/>
                  </a:cubicBezTo>
                  <a:cubicBezTo>
                    <a:pt x="87228" y="70236"/>
                    <a:pt x="88518" y="70720"/>
                    <a:pt x="89830" y="70720"/>
                  </a:cubicBezTo>
                  <a:cubicBezTo>
                    <a:pt x="90072" y="70720"/>
                    <a:pt x="90315" y="70703"/>
                    <a:pt x="90556" y="70670"/>
                  </a:cubicBezTo>
                  <a:cubicBezTo>
                    <a:pt x="91305" y="70563"/>
                    <a:pt x="92267" y="70403"/>
                    <a:pt x="93336" y="70242"/>
                  </a:cubicBezTo>
                  <a:cubicBezTo>
                    <a:pt x="93390" y="70616"/>
                    <a:pt x="93443" y="70991"/>
                    <a:pt x="93497" y="71365"/>
                  </a:cubicBezTo>
                  <a:lnTo>
                    <a:pt x="93603" y="72487"/>
                  </a:lnTo>
                  <a:lnTo>
                    <a:pt x="93710" y="73075"/>
                  </a:lnTo>
                  <a:lnTo>
                    <a:pt x="93764" y="73663"/>
                  </a:lnTo>
                  <a:cubicBezTo>
                    <a:pt x="93764" y="74412"/>
                    <a:pt x="93871" y="75214"/>
                    <a:pt x="93924" y="75962"/>
                  </a:cubicBezTo>
                  <a:cubicBezTo>
                    <a:pt x="93924" y="76764"/>
                    <a:pt x="93924" y="77512"/>
                    <a:pt x="93924" y="78314"/>
                  </a:cubicBezTo>
                  <a:lnTo>
                    <a:pt x="93871" y="80613"/>
                  </a:lnTo>
                  <a:lnTo>
                    <a:pt x="93710" y="82965"/>
                  </a:lnTo>
                  <a:cubicBezTo>
                    <a:pt x="93603" y="83713"/>
                    <a:pt x="93497" y="84462"/>
                    <a:pt x="93443" y="85263"/>
                  </a:cubicBezTo>
                  <a:lnTo>
                    <a:pt x="93069" y="87562"/>
                  </a:lnTo>
                  <a:cubicBezTo>
                    <a:pt x="92588" y="90075"/>
                    <a:pt x="91893" y="92534"/>
                    <a:pt x="90931" y="94886"/>
                  </a:cubicBezTo>
                  <a:lnTo>
                    <a:pt x="91305" y="91839"/>
                  </a:lnTo>
                  <a:lnTo>
                    <a:pt x="79117" y="94137"/>
                  </a:lnTo>
                  <a:cubicBezTo>
                    <a:pt x="81469" y="86119"/>
                    <a:pt x="82271" y="74305"/>
                    <a:pt x="77299" y="63827"/>
                  </a:cubicBezTo>
                  <a:close/>
                  <a:moveTo>
                    <a:pt x="73397" y="63507"/>
                  </a:moveTo>
                  <a:cubicBezTo>
                    <a:pt x="79331" y="74251"/>
                    <a:pt x="78048" y="87241"/>
                    <a:pt x="75428" y="94832"/>
                  </a:cubicBezTo>
                  <a:lnTo>
                    <a:pt x="75482" y="94832"/>
                  </a:lnTo>
                  <a:lnTo>
                    <a:pt x="74519" y="95046"/>
                  </a:lnTo>
                  <a:cubicBezTo>
                    <a:pt x="74680" y="94565"/>
                    <a:pt x="74894" y="94084"/>
                    <a:pt x="75054" y="93603"/>
                  </a:cubicBezTo>
                  <a:cubicBezTo>
                    <a:pt x="75268" y="92854"/>
                    <a:pt x="75535" y="92052"/>
                    <a:pt x="75696" y="91251"/>
                  </a:cubicBezTo>
                  <a:cubicBezTo>
                    <a:pt x="76497" y="88043"/>
                    <a:pt x="76925" y="84729"/>
                    <a:pt x="76978" y="81415"/>
                  </a:cubicBezTo>
                  <a:lnTo>
                    <a:pt x="76872" y="78956"/>
                  </a:lnTo>
                  <a:cubicBezTo>
                    <a:pt x="76872" y="78100"/>
                    <a:pt x="76765" y="77298"/>
                    <a:pt x="76658" y="76443"/>
                  </a:cubicBezTo>
                  <a:lnTo>
                    <a:pt x="76604" y="75855"/>
                  </a:lnTo>
                  <a:lnTo>
                    <a:pt x="76497" y="75214"/>
                  </a:lnTo>
                  <a:lnTo>
                    <a:pt x="76284" y="73984"/>
                  </a:lnTo>
                  <a:cubicBezTo>
                    <a:pt x="76177" y="73610"/>
                    <a:pt x="76177" y="73182"/>
                    <a:pt x="76016" y="72808"/>
                  </a:cubicBezTo>
                  <a:lnTo>
                    <a:pt x="75696" y="71579"/>
                  </a:lnTo>
                  <a:cubicBezTo>
                    <a:pt x="75001" y="68799"/>
                    <a:pt x="73878" y="66126"/>
                    <a:pt x="72381" y="63667"/>
                  </a:cubicBezTo>
                  <a:lnTo>
                    <a:pt x="73397" y="63507"/>
                  </a:lnTo>
                  <a:close/>
                  <a:moveTo>
                    <a:pt x="72167" y="63667"/>
                  </a:moveTo>
                  <a:cubicBezTo>
                    <a:pt x="73237" y="66340"/>
                    <a:pt x="74038" y="69066"/>
                    <a:pt x="74573" y="71846"/>
                  </a:cubicBezTo>
                  <a:cubicBezTo>
                    <a:pt x="74733" y="72648"/>
                    <a:pt x="74894" y="73396"/>
                    <a:pt x="75001" y="74198"/>
                  </a:cubicBezTo>
                  <a:lnTo>
                    <a:pt x="75161" y="75427"/>
                  </a:lnTo>
                  <a:lnTo>
                    <a:pt x="75214" y="76015"/>
                  </a:lnTo>
                  <a:lnTo>
                    <a:pt x="75268" y="76603"/>
                  </a:lnTo>
                  <a:cubicBezTo>
                    <a:pt x="75321" y="77405"/>
                    <a:pt x="75375" y="78207"/>
                    <a:pt x="75428" y="79009"/>
                  </a:cubicBezTo>
                  <a:lnTo>
                    <a:pt x="75482" y="81415"/>
                  </a:lnTo>
                  <a:lnTo>
                    <a:pt x="75375" y="83820"/>
                  </a:lnTo>
                  <a:lnTo>
                    <a:pt x="75214" y="86226"/>
                  </a:lnTo>
                  <a:cubicBezTo>
                    <a:pt x="75161" y="87028"/>
                    <a:pt x="75054" y="87776"/>
                    <a:pt x="74947" y="88578"/>
                  </a:cubicBezTo>
                  <a:lnTo>
                    <a:pt x="74573" y="90983"/>
                  </a:lnTo>
                  <a:cubicBezTo>
                    <a:pt x="74092" y="93549"/>
                    <a:pt x="73397" y="96062"/>
                    <a:pt x="72488" y="98521"/>
                  </a:cubicBezTo>
                  <a:lnTo>
                    <a:pt x="72916" y="95313"/>
                  </a:lnTo>
                  <a:lnTo>
                    <a:pt x="62011" y="97398"/>
                  </a:lnTo>
                  <a:cubicBezTo>
                    <a:pt x="62385" y="96382"/>
                    <a:pt x="62759" y="95367"/>
                    <a:pt x="63026" y="94351"/>
                  </a:cubicBezTo>
                  <a:cubicBezTo>
                    <a:pt x="64523" y="88364"/>
                    <a:pt x="64844" y="78581"/>
                    <a:pt x="57948" y="65591"/>
                  </a:cubicBezTo>
                  <a:lnTo>
                    <a:pt x="72167" y="63667"/>
                  </a:lnTo>
                  <a:close/>
                  <a:moveTo>
                    <a:pt x="6950" y="62117"/>
                  </a:moveTo>
                  <a:lnTo>
                    <a:pt x="58055" y="69280"/>
                  </a:lnTo>
                  <a:cubicBezTo>
                    <a:pt x="60407" y="74091"/>
                    <a:pt x="61850" y="79330"/>
                    <a:pt x="62278" y="84675"/>
                  </a:cubicBezTo>
                  <a:lnTo>
                    <a:pt x="9730" y="75321"/>
                  </a:lnTo>
                  <a:lnTo>
                    <a:pt x="62331" y="85745"/>
                  </a:lnTo>
                  <a:cubicBezTo>
                    <a:pt x="62385" y="86760"/>
                    <a:pt x="62331" y="87776"/>
                    <a:pt x="62331" y="88685"/>
                  </a:cubicBezTo>
                  <a:lnTo>
                    <a:pt x="35175" y="83927"/>
                  </a:lnTo>
                  <a:lnTo>
                    <a:pt x="62278" y="89647"/>
                  </a:lnTo>
                  <a:cubicBezTo>
                    <a:pt x="62118" y="91037"/>
                    <a:pt x="61904" y="92480"/>
                    <a:pt x="61530" y="93870"/>
                  </a:cubicBezTo>
                  <a:cubicBezTo>
                    <a:pt x="61156" y="95416"/>
                    <a:pt x="60571" y="96962"/>
                    <a:pt x="59878" y="98455"/>
                  </a:cubicBezTo>
                  <a:lnTo>
                    <a:pt x="59878" y="98455"/>
                  </a:lnTo>
                  <a:lnTo>
                    <a:pt x="9784" y="85370"/>
                  </a:lnTo>
                  <a:lnTo>
                    <a:pt x="59445" y="99376"/>
                  </a:lnTo>
                  <a:cubicBezTo>
                    <a:pt x="59284" y="99750"/>
                    <a:pt x="59071" y="100124"/>
                    <a:pt x="58857" y="100445"/>
                  </a:cubicBezTo>
                  <a:cubicBezTo>
                    <a:pt x="41056" y="96276"/>
                    <a:pt x="23468" y="91197"/>
                    <a:pt x="6202" y="85157"/>
                  </a:cubicBezTo>
                  <a:lnTo>
                    <a:pt x="6469" y="83927"/>
                  </a:lnTo>
                  <a:cubicBezTo>
                    <a:pt x="6576" y="83339"/>
                    <a:pt x="6736" y="82698"/>
                    <a:pt x="6843" y="82110"/>
                  </a:cubicBezTo>
                  <a:lnTo>
                    <a:pt x="56772" y="93389"/>
                  </a:lnTo>
                  <a:lnTo>
                    <a:pt x="56772" y="93389"/>
                  </a:lnTo>
                  <a:lnTo>
                    <a:pt x="7057" y="81147"/>
                  </a:lnTo>
                  <a:cubicBezTo>
                    <a:pt x="7645" y="77726"/>
                    <a:pt x="7859" y="74251"/>
                    <a:pt x="7752" y="70830"/>
                  </a:cubicBezTo>
                  <a:lnTo>
                    <a:pt x="7752" y="70830"/>
                  </a:lnTo>
                  <a:lnTo>
                    <a:pt x="35122" y="75107"/>
                  </a:lnTo>
                  <a:lnTo>
                    <a:pt x="35122" y="75107"/>
                  </a:lnTo>
                  <a:lnTo>
                    <a:pt x="7699" y="69761"/>
                  </a:lnTo>
                  <a:cubicBezTo>
                    <a:pt x="7699" y="69013"/>
                    <a:pt x="7645" y="68211"/>
                    <a:pt x="7592" y="67516"/>
                  </a:cubicBezTo>
                  <a:lnTo>
                    <a:pt x="7592" y="67516"/>
                  </a:lnTo>
                  <a:lnTo>
                    <a:pt x="21384" y="69387"/>
                  </a:lnTo>
                  <a:lnTo>
                    <a:pt x="21384" y="69387"/>
                  </a:lnTo>
                  <a:lnTo>
                    <a:pt x="7485" y="66554"/>
                  </a:lnTo>
                  <a:cubicBezTo>
                    <a:pt x="7431" y="65698"/>
                    <a:pt x="7325" y="64950"/>
                    <a:pt x="7271" y="64255"/>
                  </a:cubicBezTo>
                  <a:lnTo>
                    <a:pt x="7271" y="64255"/>
                  </a:lnTo>
                  <a:lnTo>
                    <a:pt x="56237" y="71044"/>
                  </a:lnTo>
                  <a:lnTo>
                    <a:pt x="7111" y="63239"/>
                  </a:lnTo>
                  <a:cubicBezTo>
                    <a:pt x="7057" y="62812"/>
                    <a:pt x="7004" y="62437"/>
                    <a:pt x="6950" y="62117"/>
                  </a:cubicBezTo>
                  <a:close/>
                  <a:moveTo>
                    <a:pt x="4866" y="84141"/>
                  </a:moveTo>
                  <a:lnTo>
                    <a:pt x="4598" y="85531"/>
                  </a:lnTo>
                  <a:cubicBezTo>
                    <a:pt x="4491" y="85905"/>
                    <a:pt x="4705" y="86279"/>
                    <a:pt x="5079" y="86386"/>
                  </a:cubicBezTo>
                  <a:cubicBezTo>
                    <a:pt x="22399" y="92480"/>
                    <a:pt x="40093" y="97612"/>
                    <a:pt x="58001" y="101782"/>
                  </a:cubicBezTo>
                  <a:cubicBezTo>
                    <a:pt x="57627" y="102316"/>
                    <a:pt x="57306" y="102690"/>
                    <a:pt x="57039" y="103011"/>
                  </a:cubicBezTo>
                  <a:cubicBezTo>
                    <a:pt x="32556" y="98307"/>
                    <a:pt x="1765" y="86600"/>
                    <a:pt x="1765" y="86600"/>
                  </a:cubicBezTo>
                  <a:cubicBezTo>
                    <a:pt x="1284" y="84569"/>
                    <a:pt x="3315" y="84194"/>
                    <a:pt x="4866" y="84141"/>
                  </a:cubicBezTo>
                  <a:close/>
                  <a:moveTo>
                    <a:pt x="99751" y="0"/>
                  </a:moveTo>
                  <a:lnTo>
                    <a:pt x="31915" y="3849"/>
                  </a:lnTo>
                  <a:cubicBezTo>
                    <a:pt x="31647" y="3902"/>
                    <a:pt x="31380" y="4063"/>
                    <a:pt x="31220" y="4330"/>
                  </a:cubicBezTo>
                  <a:cubicBezTo>
                    <a:pt x="31059" y="4758"/>
                    <a:pt x="31059" y="5239"/>
                    <a:pt x="31273" y="5667"/>
                  </a:cubicBezTo>
                  <a:cubicBezTo>
                    <a:pt x="31599" y="6085"/>
                    <a:pt x="32126" y="6382"/>
                    <a:pt x="32645" y="6382"/>
                  </a:cubicBezTo>
                  <a:cubicBezTo>
                    <a:pt x="32723" y="6382"/>
                    <a:pt x="32800" y="6375"/>
                    <a:pt x="32877" y="6361"/>
                  </a:cubicBezTo>
                  <a:cubicBezTo>
                    <a:pt x="33518" y="6361"/>
                    <a:pt x="34106" y="6361"/>
                    <a:pt x="34748" y="6255"/>
                  </a:cubicBezTo>
                  <a:lnTo>
                    <a:pt x="34748" y="6255"/>
                  </a:lnTo>
                  <a:cubicBezTo>
                    <a:pt x="35657" y="9034"/>
                    <a:pt x="35603" y="11974"/>
                    <a:pt x="34694" y="14701"/>
                  </a:cubicBezTo>
                  <a:lnTo>
                    <a:pt x="34320" y="14701"/>
                  </a:lnTo>
                  <a:cubicBezTo>
                    <a:pt x="34197" y="14691"/>
                    <a:pt x="34076" y="14687"/>
                    <a:pt x="33956" y="14687"/>
                  </a:cubicBezTo>
                  <a:cubicBezTo>
                    <a:pt x="33398" y="14687"/>
                    <a:pt x="32870" y="14783"/>
                    <a:pt x="32342" y="14915"/>
                  </a:cubicBezTo>
                  <a:lnTo>
                    <a:pt x="24858" y="15396"/>
                  </a:lnTo>
                  <a:cubicBezTo>
                    <a:pt x="24698" y="15396"/>
                    <a:pt x="24538" y="15449"/>
                    <a:pt x="24431" y="15503"/>
                  </a:cubicBezTo>
                  <a:cubicBezTo>
                    <a:pt x="21758" y="16839"/>
                    <a:pt x="19887" y="20421"/>
                    <a:pt x="19887" y="24483"/>
                  </a:cubicBezTo>
                  <a:cubicBezTo>
                    <a:pt x="19887" y="27210"/>
                    <a:pt x="20742" y="30417"/>
                    <a:pt x="23041" y="32395"/>
                  </a:cubicBezTo>
                  <a:lnTo>
                    <a:pt x="12136" y="33197"/>
                  </a:lnTo>
                  <a:cubicBezTo>
                    <a:pt x="11922" y="33197"/>
                    <a:pt x="11708" y="33250"/>
                    <a:pt x="11548" y="33357"/>
                  </a:cubicBezTo>
                  <a:cubicBezTo>
                    <a:pt x="8821" y="34961"/>
                    <a:pt x="7057" y="39184"/>
                    <a:pt x="7111" y="44102"/>
                  </a:cubicBezTo>
                  <a:cubicBezTo>
                    <a:pt x="7111" y="48432"/>
                    <a:pt x="8714" y="53617"/>
                    <a:pt x="12991" y="55435"/>
                  </a:cubicBezTo>
                  <a:lnTo>
                    <a:pt x="1658" y="56557"/>
                  </a:lnTo>
                  <a:cubicBezTo>
                    <a:pt x="1017" y="56611"/>
                    <a:pt x="482" y="57038"/>
                    <a:pt x="322" y="57680"/>
                  </a:cubicBezTo>
                  <a:cubicBezTo>
                    <a:pt x="1" y="58642"/>
                    <a:pt x="161" y="59711"/>
                    <a:pt x="749" y="60567"/>
                  </a:cubicBezTo>
                  <a:cubicBezTo>
                    <a:pt x="1250" y="61268"/>
                    <a:pt x="2033" y="61641"/>
                    <a:pt x="2878" y="61641"/>
                  </a:cubicBezTo>
                  <a:cubicBezTo>
                    <a:pt x="2934" y="61641"/>
                    <a:pt x="2991" y="61639"/>
                    <a:pt x="3048" y="61636"/>
                  </a:cubicBezTo>
                  <a:cubicBezTo>
                    <a:pt x="3796" y="61636"/>
                    <a:pt x="4545" y="61582"/>
                    <a:pt x="5293" y="61475"/>
                  </a:cubicBezTo>
                  <a:lnTo>
                    <a:pt x="5293" y="61475"/>
                  </a:lnTo>
                  <a:cubicBezTo>
                    <a:pt x="5881" y="64843"/>
                    <a:pt x="7164" y="73717"/>
                    <a:pt x="5186" y="82644"/>
                  </a:cubicBezTo>
                  <a:lnTo>
                    <a:pt x="5079" y="82644"/>
                  </a:lnTo>
                  <a:cubicBezTo>
                    <a:pt x="3048" y="82644"/>
                    <a:pt x="1605" y="83179"/>
                    <a:pt x="803" y="84141"/>
                  </a:cubicBezTo>
                  <a:cubicBezTo>
                    <a:pt x="215" y="84943"/>
                    <a:pt x="54" y="86012"/>
                    <a:pt x="322" y="86974"/>
                  </a:cubicBezTo>
                  <a:cubicBezTo>
                    <a:pt x="429" y="87455"/>
                    <a:pt x="803" y="87829"/>
                    <a:pt x="1284" y="88043"/>
                  </a:cubicBezTo>
                  <a:cubicBezTo>
                    <a:pt x="1551" y="88150"/>
                    <a:pt x="32877" y="100017"/>
                    <a:pt x="57253" y="104561"/>
                  </a:cubicBezTo>
                  <a:cubicBezTo>
                    <a:pt x="57306" y="104588"/>
                    <a:pt x="57360" y="104601"/>
                    <a:pt x="57413" y="104601"/>
                  </a:cubicBezTo>
                  <a:cubicBezTo>
                    <a:pt x="57467" y="104601"/>
                    <a:pt x="57520" y="104588"/>
                    <a:pt x="57574" y="104561"/>
                  </a:cubicBezTo>
                  <a:lnTo>
                    <a:pt x="57788" y="104561"/>
                  </a:lnTo>
                  <a:cubicBezTo>
                    <a:pt x="61102" y="103973"/>
                    <a:pt x="137972" y="89593"/>
                    <a:pt x="148129" y="87188"/>
                  </a:cubicBezTo>
                  <a:cubicBezTo>
                    <a:pt x="154865" y="85638"/>
                    <a:pt x="157324" y="76283"/>
                    <a:pt x="157324" y="68050"/>
                  </a:cubicBezTo>
                  <a:cubicBezTo>
                    <a:pt x="157377" y="62170"/>
                    <a:pt x="156041" y="54205"/>
                    <a:pt x="152299" y="51212"/>
                  </a:cubicBezTo>
                  <a:cubicBezTo>
                    <a:pt x="152032" y="51051"/>
                    <a:pt x="151764" y="50944"/>
                    <a:pt x="151444" y="50891"/>
                  </a:cubicBezTo>
                  <a:lnTo>
                    <a:pt x="140645" y="50142"/>
                  </a:lnTo>
                  <a:cubicBezTo>
                    <a:pt x="139895" y="49767"/>
                    <a:pt x="139063" y="49598"/>
                    <a:pt x="138221" y="49598"/>
                  </a:cubicBezTo>
                  <a:cubicBezTo>
                    <a:pt x="138102" y="49598"/>
                    <a:pt x="137984" y="49601"/>
                    <a:pt x="137866" y="49608"/>
                  </a:cubicBezTo>
                  <a:lnTo>
                    <a:pt x="137384" y="49608"/>
                  </a:lnTo>
                  <a:cubicBezTo>
                    <a:pt x="135834" y="44530"/>
                    <a:pt x="136796" y="39505"/>
                    <a:pt x="137331" y="37420"/>
                  </a:cubicBezTo>
                  <a:cubicBezTo>
                    <a:pt x="137759" y="37420"/>
                    <a:pt x="138347" y="37473"/>
                    <a:pt x="138935" y="37473"/>
                  </a:cubicBezTo>
                  <a:lnTo>
                    <a:pt x="139309" y="37473"/>
                  </a:lnTo>
                  <a:cubicBezTo>
                    <a:pt x="139359" y="37477"/>
                    <a:pt x="139410" y="37478"/>
                    <a:pt x="139460" y="37478"/>
                  </a:cubicBezTo>
                  <a:cubicBezTo>
                    <a:pt x="140210" y="37478"/>
                    <a:pt x="140943" y="37109"/>
                    <a:pt x="141394" y="36458"/>
                  </a:cubicBezTo>
                  <a:cubicBezTo>
                    <a:pt x="141768" y="35870"/>
                    <a:pt x="141821" y="35068"/>
                    <a:pt x="141554" y="34426"/>
                  </a:cubicBezTo>
                  <a:cubicBezTo>
                    <a:pt x="141501" y="34266"/>
                    <a:pt x="141394" y="34105"/>
                    <a:pt x="141287" y="33999"/>
                  </a:cubicBezTo>
                  <a:cubicBezTo>
                    <a:pt x="147381" y="32609"/>
                    <a:pt x="151444" y="31593"/>
                    <a:pt x="151550" y="31593"/>
                  </a:cubicBezTo>
                  <a:cubicBezTo>
                    <a:pt x="151871" y="31486"/>
                    <a:pt x="152192" y="31272"/>
                    <a:pt x="152352" y="30898"/>
                  </a:cubicBezTo>
                  <a:cubicBezTo>
                    <a:pt x="152566" y="30364"/>
                    <a:pt x="152513" y="29722"/>
                    <a:pt x="152192" y="29241"/>
                  </a:cubicBezTo>
                  <a:cubicBezTo>
                    <a:pt x="151711" y="28493"/>
                    <a:pt x="150642" y="28118"/>
                    <a:pt x="148878" y="28118"/>
                  </a:cubicBezTo>
                  <a:lnTo>
                    <a:pt x="148183" y="28118"/>
                  </a:lnTo>
                  <a:cubicBezTo>
                    <a:pt x="146793" y="24056"/>
                    <a:pt x="147755" y="19993"/>
                    <a:pt x="148290" y="18336"/>
                  </a:cubicBezTo>
                  <a:cubicBezTo>
                    <a:pt x="148771" y="18336"/>
                    <a:pt x="149305" y="18389"/>
                    <a:pt x="149947" y="18389"/>
                  </a:cubicBezTo>
                  <a:lnTo>
                    <a:pt x="150428" y="18389"/>
                  </a:lnTo>
                  <a:cubicBezTo>
                    <a:pt x="150479" y="18393"/>
                    <a:pt x="150529" y="18394"/>
                    <a:pt x="150580" y="18394"/>
                  </a:cubicBezTo>
                  <a:cubicBezTo>
                    <a:pt x="151330" y="18394"/>
                    <a:pt x="152059" y="18028"/>
                    <a:pt x="152459" y="17427"/>
                  </a:cubicBezTo>
                  <a:cubicBezTo>
                    <a:pt x="152780" y="16892"/>
                    <a:pt x="152833" y="16197"/>
                    <a:pt x="152566" y="15663"/>
                  </a:cubicBezTo>
                  <a:cubicBezTo>
                    <a:pt x="152352" y="15289"/>
                    <a:pt x="151978" y="15021"/>
                    <a:pt x="151550" y="14968"/>
                  </a:cubicBezTo>
                  <a:lnTo>
                    <a:pt x="140004" y="14647"/>
                  </a:lnTo>
                  <a:cubicBezTo>
                    <a:pt x="141287" y="12990"/>
                    <a:pt x="141982" y="10959"/>
                    <a:pt x="141982" y="8820"/>
                  </a:cubicBezTo>
                  <a:cubicBezTo>
                    <a:pt x="141982" y="5720"/>
                    <a:pt x="140752" y="2994"/>
                    <a:pt x="138774" y="1818"/>
                  </a:cubicBezTo>
                  <a:cubicBezTo>
                    <a:pt x="138614" y="1764"/>
                    <a:pt x="138507" y="1657"/>
                    <a:pt x="138347" y="1604"/>
                  </a:cubicBezTo>
                  <a:cubicBezTo>
                    <a:pt x="138240" y="1550"/>
                    <a:pt x="138133" y="1550"/>
                    <a:pt x="138026" y="1550"/>
                  </a:cubicBezTo>
                  <a:lnTo>
                    <a:pt x="998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34"/>
            <p:cNvSpPr/>
            <p:nvPr/>
          </p:nvSpPr>
          <p:spPr>
            <a:xfrm>
              <a:off x="2077325" y="4549400"/>
              <a:ext cx="526575" cy="122975"/>
            </a:xfrm>
            <a:custGeom>
              <a:avLst/>
              <a:gdLst/>
              <a:ahLst/>
              <a:cxnLst/>
              <a:rect l="l" t="t" r="r" b="b"/>
              <a:pathLst>
                <a:path w="21063" h="4919" extrusionOk="0">
                  <a:moveTo>
                    <a:pt x="1" y="0"/>
                  </a:moveTo>
                  <a:cubicBezTo>
                    <a:pt x="1711" y="481"/>
                    <a:pt x="3475" y="962"/>
                    <a:pt x="5186" y="1390"/>
                  </a:cubicBezTo>
                  <a:cubicBezTo>
                    <a:pt x="6950" y="1871"/>
                    <a:pt x="8714" y="2299"/>
                    <a:pt x="10425" y="2673"/>
                  </a:cubicBezTo>
                  <a:cubicBezTo>
                    <a:pt x="12189" y="3101"/>
                    <a:pt x="13953" y="3475"/>
                    <a:pt x="15717" y="3849"/>
                  </a:cubicBezTo>
                  <a:lnTo>
                    <a:pt x="18390" y="4384"/>
                  </a:lnTo>
                  <a:cubicBezTo>
                    <a:pt x="19245" y="4544"/>
                    <a:pt x="20154" y="4758"/>
                    <a:pt x="21062" y="4918"/>
                  </a:cubicBezTo>
                  <a:cubicBezTo>
                    <a:pt x="20207" y="4651"/>
                    <a:pt x="19298" y="4437"/>
                    <a:pt x="18443" y="4170"/>
                  </a:cubicBezTo>
                  <a:lnTo>
                    <a:pt x="15824" y="3475"/>
                  </a:lnTo>
                  <a:cubicBezTo>
                    <a:pt x="14060" y="3047"/>
                    <a:pt x="12296" y="2619"/>
                    <a:pt x="10585" y="2192"/>
                  </a:cubicBezTo>
                  <a:cubicBezTo>
                    <a:pt x="8821" y="1764"/>
                    <a:pt x="7057" y="1390"/>
                    <a:pt x="5293" y="1016"/>
                  </a:cubicBezTo>
                  <a:cubicBezTo>
                    <a:pt x="3529" y="642"/>
                    <a:pt x="1765" y="32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34"/>
            <p:cNvSpPr/>
            <p:nvPr/>
          </p:nvSpPr>
          <p:spPr>
            <a:xfrm>
              <a:off x="2331250" y="4462525"/>
              <a:ext cx="950200" cy="163075"/>
            </a:xfrm>
            <a:custGeom>
              <a:avLst/>
              <a:gdLst/>
              <a:ahLst/>
              <a:cxnLst/>
              <a:rect l="l" t="t" r="r" b="b"/>
              <a:pathLst>
                <a:path w="38008" h="6523" extrusionOk="0">
                  <a:moveTo>
                    <a:pt x="0" y="0"/>
                  </a:moveTo>
                  <a:lnTo>
                    <a:pt x="0" y="0"/>
                  </a:lnTo>
                  <a:cubicBezTo>
                    <a:pt x="3154" y="642"/>
                    <a:pt x="6308" y="1230"/>
                    <a:pt x="9462" y="1818"/>
                  </a:cubicBezTo>
                  <a:cubicBezTo>
                    <a:pt x="12616" y="2406"/>
                    <a:pt x="15770" y="2994"/>
                    <a:pt x="18977" y="3529"/>
                  </a:cubicBezTo>
                  <a:cubicBezTo>
                    <a:pt x="22131" y="4063"/>
                    <a:pt x="25285" y="4598"/>
                    <a:pt x="28493" y="5132"/>
                  </a:cubicBezTo>
                  <a:lnTo>
                    <a:pt x="33250" y="5881"/>
                  </a:lnTo>
                  <a:cubicBezTo>
                    <a:pt x="34854" y="6094"/>
                    <a:pt x="36404" y="6362"/>
                    <a:pt x="38008" y="6522"/>
                  </a:cubicBezTo>
                  <a:cubicBezTo>
                    <a:pt x="36458" y="6201"/>
                    <a:pt x="34854" y="5934"/>
                    <a:pt x="33304" y="5613"/>
                  </a:cubicBezTo>
                  <a:lnTo>
                    <a:pt x="28546" y="4705"/>
                  </a:lnTo>
                  <a:cubicBezTo>
                    <a:pt x="25392" y="4117"/>
                    <a:pt x="22238" y="3582"/>
                    <a:pt x="19031" y="2994"/>
                  </a:cubicBezTo>
                  <a:cubicBezTo>
                    <a:pt x="15877" y="2459"/>
                    <a:pt x="12723" y="1925"/>
                    <a:pt x="9516" y="1444"/>
                  </a:cubicBezTo>
                  <a:cubicBezTo>
                    <a:pt x="6362" y="909"/>
                    <a:pt x="3208" y="42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34"/>
            <p:cNvSpPr/>
            <p:nvPr/>
          </p:nvSpPr>
          <p:spPr>
            <a:xfrm>
              <a:off x="2514325" y="4352925"/>
              <a:ext cx="748425" cy="120325"/>
            </a:xfrm>
            <a:custGeom>
              <a:avLst/>
              <a:gdLst/>
              <a:ahLst/>
              <a:cxnLst/>
              <a:rect l="l" t="t" r="r" b="b"/>
              <a:pathLst>
                <a:path w="29937" h="4813" extrusionOk="0">
                  <a:moveTo>
                    <a:pt x="1" y="1"/>
                  </a:moveTo>
                  <a:lnTo>
                    <a:pt x="1" y="1"/>
                  </a:lnTo>
                  <a:cubicBezTo>
                    <a:pt x="2513" y="482"/>
                    <a:pt x="4972" y="963"/>
                    <a:pt x="7485" y="1391"/>
                  </a:cubicBezTo>
                  <a:cubicBezTo>
                    <a:pt x="9944" y="1819"/>
                    <a:pt x="12456" y="2246"/>
                    <a:pt x="14915" y="2674"/>
                  </a:cubicBezTo>
                  <a:cubicBezTo>
                    <a:pt x="17428" y="3101"/>
                    <a:pt x="19940" y="3476"/>
                    <a:pt x="22453" y="3796"/>
                  </a:cubicBezTo>
                  <a:lnTo>
                    <a:pt x="26195" y="4331"/>
                  </a:lnTo>
                  <a:cubicBezTo>
                    <a:pt x="27424" y="4491"/>
                    <a:pt x="28707" y="4705"/>
                    <a:pt x="29937" y="4812"/>
                  </a:cubicBezTo>
                  <a:cubicBezTo>
                    <a:pt x="28707" y="4598"/>
                    <a:pt x="27478" y="4331"/>
                    <a:pt x="26248" y="4117"/>
                  </a:cubicBezTo>
                  <a:lnTo>
                    <a:pt x="22506" y="3422"/>
                  </a:lnTo>
                  <a:cubicBezTo>
                    <a:pt x="19994" y="2995"/>
                    <a:pt x="17535" y="2567"/>
                    <a:pt x="15022" y="2139"/>
                  </a:cubicBezTo>
                  <a:cubicBezTo>
                    <a:pt x="12510" y="1712"/>
                    <a:pt x="10051" y="1391"/>
                    <a:pt x="7538" y="1017"/>
                  </a:cubicBezTo>
                  <a:cubicBezTo>
                    <a:pt x="5026" y="642"/>
                    <a:pt x="2567" y="268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34"/>
            <p:cNvSpPr/>
            <p:nvPr/>
          </p:nvSpPr>
          <p:spPr>
            <a:xfrm>
              <a:off x="4720750" y="3776950"/>
              <a:ext cx="450400" cy="85550"/>
            </a:xfrm>
            <a:custGeom>
              <a:avLst/>
              <a:gdLst/>
              <a:ahLst/>
              <a:cxnLst/>
              <a:rect l="l" t="t" r="r" b="b"/>
              <a:pathLst>
                <a:path w="18016" h="3422" extrusionOk="0">
                  <a:moveTo>
                    <a:pt x="18016" y="0"/>
                  </a:moveTo>
                  <a:cubicBezTo>
                    <a:pt x="16519" y="214"/>
                    <a:pt x="15022" y="481"/>
                    <a:pt x="13472" y="695"/>
                  </a:cubicBezTo>
                  <a:cubicBezTo>
                    <a:pt x="11975" y="909"/>
                    <a:pt x="10478" y="1230"/>
                    <a:pt x="8981" y="1497"/>
                  </a:cubicBezTo>
                  <a:cubicBezTo>
                    <a:pt x="7485" y="1764"/>
                    <a:pt x="5988" y="2085"/>
                    <a:pt x="4491" y="2406"/>
                  </a:cubicBezTo>
                  <a:cubicBezTo>
                    <a:pt x="2994" y="2726"/>
                    <a:pt x="1497" y="3047"/>
                    <a:pt x="1" y="3421"/>
                  </a:cubicBezTo>
                  <a:cubicBezTo>
                    <a:pt x="1497" y="3208"/>
                    <a:pt x="2994" y="2940"/>
                    <a:pt x="4544" y="2726"/>
                  </a:cubicBezTo>
                  <a:cubicBezTo>
                    <a:pt x="6041" y="2513"/>
                    <a:pt x="7538" y="2192"/>
                    <a:pt x="9035" y="1925"/>
                  </a:cubicBezTo>
                  <a:cubicBezTo>
                    <a:pt x="10532" y="1657"/>
                    <a:pt x="12028" y="1337"/>
                    <a:pt x="13525" y="1016"/>
                  </a:cubicBezTo>
                  <a:cubicBezTo>
                    <a:pt x="15022" y="695"/>
                    <a:pt x="16519" y="374"/>
                    <a:pt x="18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34"/>
            <p:cNvSpPr/>
            <p:nvPr/>
          </p:nvSpPr>
          <p:spPr>
            <a:xfrm>
              <a:off x="4138075" y="3730175"/>
              <a:ext cx="815250" cy="117625"/>
            </a:xfrm>
            <a:custGeom>
              <a:avLst/>
              <a:gdLst/>
              <a:ahLst/>
              <a:cxnLst/>
              <a:rect l="l" t="t" r="r" b="b"/>
              <a:pathLst>
                <a:path w="32610" h="4705" extrusionOk="0">
                  <a:moveTo>
                    <a:pt x="32609" y="0"/>
                  </a:moveTo>
                  <a:lnTo>
                    <a:pt x="32609" y="0"/>
                  </a:lnTo>
                  <a:cubicBezTo>
                    <a:pt x="29883" y="267"/>
                    <a:pt x="27157" y="642"/>
                    <a:pt x="24430" y="1016"/>
                  </a:cubicBezTo>
                  <a:lnTo>
                    <a:pt x="16305" y="2138"/>
                  </a:lnTo>
                  <a:lnTo>
                    <a:pt x="8126" y="3368"/>
                  </a:lnTo>
                  <a:cubicBezTo>
                    <a:pt x="5453" y="3796"/>
                    <a:pt x="2727" y="4277"/>
                    <a:pt x="1" y="4704"/>
                  </a:cubicBezTo>
                  <a:cubicBezTo>
                    <a:pt x="2727" y="4437"/>
                    <a:pt x="5453" y="4063"/>
                    <a:pt x="8179" y="3689"/>
                  </a:cubicBezTo>
                  <a:lnTo>
                    <a:pt x="16358" y="2566"/>
                  </a:lnTo>
                  <a:lnTo>
                    <a:pt x="24484" y="1337"/>
                  </a:lnTo>
                  <a:cubicBezTo>
                    <a:pt x="27210" y="909"/>
                    <a:pt x="29883" y="428"/>
                    <a:pt x="32609" y="0"/>
                  </a:cubicBezTo>
                  <a:close/>
                </a:path>
              </a:pathLst>
            </a:custGeom>
            <a:solidFill>
              <a:srgbClr val="423B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34"/>
            <p:cNvSpPr/>
            <p:nvPr/>
          </p:nvSpPr>
          <p:spPr>
            <a:xfrm>
              <a:off x="4154125" y="3666025"/>
              <a:ext cx="641500" cy="89550"/>
            </a:xfrm>
            <a:custGeom>
              <a:avLst/>
              <a:gdLst/>
              <a:ahLst/>
              <a:cxnLst/>
              <a:rect l="l" t="t" r="r" b="b"/>
              <a:pathLst>
                <a:path w="25660" h="3582" extrusionOk="0">
                  <a:moveTo>
                    <a:pt x="25659" y="0"/>
                  </a:moveTo>
                  <a:cubicBezTo>
                    <a:pt x="23521" y="214"/>
                    <a:pt x="21383" y="481"/>
                    <a:pt x="19244" y="749"/>
                  </a:cubicBezTo>
                  <a:cubicBezTo>
                    <a:pt x="17106" y="1016"/>
                    <a:pt x="14968" y="1283"/>
                    <a:pt x="12830" y="1551"/>
                  </a:cubicBezTo>
                  <a:cubicBezTo>
                    <a:pt x="10691" y="1871"/>
                    <a:pt x="8553" y="2192"/>
                    <a:pt x="6415" y="2513"/>
                  </a:cubicBezTo>
                  <a:cubicBezTo>
                    <a:pt x="4277" y="2833"/>
                    <a:pt x="2138" y="3154"/>
                    <a:pt x="0" y="3582"/>
                  </a:cubicBezTo>
                  <a:cubicBezTo>
                    <a:pt x="2192" y="3368"/>
                    <a:pt x="4330" y="3101"/>
                    <a:pt x="6468" y="2833"/>
                  </a:cubicBezTo>
                  <a:cubicBezTo>
                    <a:pt x="8607" y="2566"/>
                    <a:pt x="10745" y="2299"/>
                    <a:pt x="12883" y="1978"/>
                  </a:cubicBezTo>
                  <a:cubicBezTo>
                    <a:pt x="15021" y="1657"/>
                    <a:pt x="17160" y="1390"/>
                    <a:pt x="19298" y="1069"/>
                  </a:cubicBezTo>
                  <a:cubicBezTo>
                    <a:pt x="21383" y="695"/>
                    <a:pt x="23521" y="374"/>
                    <a:pt x="256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34"/>
            <p:cNvSpPr/>
            <p:nvPr/>
          </p:nvSpPr>
          <p:spPr>
            <a:xfrm>
              <a:off x="5001400" y="3253075"/>
              <a:ext cx="445050" cy="72175"/>
            </a:xfrm>
            <a:custGeom>
              <a:avLst/>
              <a:gdLst/>
              <a:ahLst/>
              <a:cxnLst/>
              <a:rect l="l" t="t" r="r" b="b"/>
              <a:pathLst>
                <a:path w="17802" h="2887" extrusionOk="0">
                  <a:moveTo>
                    <a:pt x="17802" y="0"/>
                  </a:moveTo>
                  <a:cubicBezTo>
                    <a:pt x="16305" y="161"/>
                    <a:pt x="14808" y="374"/>
                    <a:pt x="13365" y="588"/>
                  </a:cubicBezTo>
                  <a:cubicBezTo>
                    <a:pt x="11868" y="802"/>
                    <a:pt x="10371" y="1069"/>
                    <a:pt x="8874" y="1283"/>
                  </a:cubicBezTo>
                  <a:cubicBezTo>
                    <a:pt x="7378" y="1497"/>
                    <a:pt x="5881" y="1764"/>
                    <a:pt x="4437" y="2032"/>
                  </a:cubicBezTo>
                  <a:cubicBezTo>
                    <a:pt x="2941" y="2299"/>
                    <a:pt x="1444" y="2566"/>
                    <a:pt x="1" y="2887"/>
                  </a:cubicBezTo>
                  <a:cubicBezTo>
                    <a:pt x="1497" y="2726"/>
                    <a:pt x="2994" y="2566"/>
                    <a:pt x="4437" y="2352"/>
                  </a:cubicBezTo>
                  <a:cubicBezTo>
                    <a:pt x="5934" y="2138"/>
                    <a:pt x="7431" y="1871"/>
                    <a:pt x="8928" y="1657"/>
                  </a:cubicBezTo>
                  <a:cubicBezTo>
                    <a:pt x="10425" y="1390"/>
                    <a:pt x="11921" y="1176"/>
                    <a:pt x="13365" y="909"/>
                  </a:cubicBezTo>
                  <a:cubicBezTo>
                    <a:pt x="14862" y="642"/>
                    <a:pt x="16358" y="321"/>
                    <a:pt x="17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34"/>
            <p:cNvSpPr/>
            <p:nvPr/>
          </p:nvSpPr>
          <p:spPr>
            <a:xfrm>
              <a:off x="4428075" y="3215650"/>
              <a:ext cx="804550" cy="102925"/>
            </a:xfrm>
            <a:custGeom>
              <a:avLst/>
              <a:gdLst/>
              <a:ahLst/>
              <a:cxnLst/>
              <a:rect l="l" t="t" r="r" b="b"/>
              <a:pathLst>
                <a:path w="32182" h="4117" extrusionOk="0">
                  <a:moveTo>
                    <a:pt x="32182" y="0"/>
                  </a:moveTo>
                  <a:lnTo>
                    <a:pt x="32182" y="0"/>
                  </a:lnTo>
                  <a:cubicBezTo>
                    <a:pt x="29509" y="268"/>
                    <a:pt x="26782" y="588"/>
                    <a:pt x="24056" y="909"/>
                  </a:cubicBezTo>
                  <a:lnTo>
                    <a:pt x="16038" y="1871"/>
                  </a:lnTo>
                  <a:lnTo>
                    <a:pt x="8019" y="2941"/>
                  </a:lnTo>
                  <a:cubicBezTo>
                    <a:pt x="5346" y="3315"/>
                    <a:pt x="2674" y="3689"/>
                    <a:pt x="1" y="4117"/>
                  </a:cubicBezTo>
                  <a:cubicBezTo>
                    <a:pt x="2674" y="3849"/>
                    <a:pt x="5400" y="3529"/>
                    <a:pt x="8073" y="3208"/>
                  </a:cubicBezTo>
                  <a:lnTo>
                    <a:pt x="16145" y="2246"/>
                  </a:lnTo>
                  <a:lnTo>
                    <a:pt x="24163" y="1176"/>
                  </a:lnTo>
                  <a:cubicBezTo>
                    <a:pt x="26836" y="802"/>
                    <a:pt x="29509" y="428"/>
                    <a:pt x="32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34"/>
            <p:cNvSpPr/>
            <p:nvPr/>
          </p:nvSpPr>
          <p:spPr>
            <a:xfrm>
              <a:off x="4442775" y="3164875"/>
              <a:ext cx="634825" cy="76200"/>
            </a:xfrm>
            <a:custGeom>
              <a:avLst/>
              <a:gdLst/>
              <a:ahLst/>
              <a:cxnLst/>
              <a:rect l="l" t="t" r="r" b="b"/>
              <a:pathLst>
                <a:path w="25393" h="3048" extrusionOk="0">
                  <a:moveTo>
                    <a:pt x="25393" y="0"/>
                  </a:moveTo>
                  <a:lnTo>
                    <a:pt x="25393" y="0"/>
                  </a:lnTo>
                  <a:cubicBezTo>
                    <a:pt x="23254" y="160"/>
                    <a:pt x="21116" y="374"/>
                    <a:pt x="19031" y="588"/>
                  </a:cubicBezTo>
                  <a:lnTo>
                    <a:pt x="12670" y="1336"/>
                  </a:lnTo>
                  <a:lnTo>
                    <a:pt x="6362" y="2138"/>
                  </a:lnTo>
                  <a:cubicBezTo>
                    <a:pt x="4224" y="2406"/>
                    <a:pt x="2139" y="2726"/>
                    <a:pt x="1" y="3047"/>
                  </a:cubicBezTo>
                  <a:cubicBezTo>
                    <a:pt x="2139" y="2887"/>
                    <a:pt x="4277" y="2673"/>
                    <a:pt x="6362" y="2459"/>
                  </a:cubicBezTo>
                  <a:lnTo>
                    <a:pt x="12723" y="1711"/>
                  </a:lnTo>
                  <a:lnTo>
                    <a:pt x="19085" y="909"/>
                  </a:lnTo>
                  <a:cubicBezTo>
                    <a:pt x="21170" y="588"/>
                    <a:pt x="23254" y="321"/>
                    <a:pt x="253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34"/>
            <p:cNvSpPr/>
            <p:nvPr/>
          </p:nvSpPr>
          <p:spPr>
            <a:xfrm>
              <a:off x="2773600" y="2918975"/>
              <a:ext cx="372875" cy="50800"/>
            </a:xfrm>
            <a:custGeom>
              <a:avLst/>
              <a:gdLst/>
              <a:ahLst/>
              <a:cxnLst/>
              <a:rect l="l" t="t" r="r" b="b"/>
              <a:pathLst>
                <a:path w="14915" h="2032" extrusionOk="0">
                  <a:moveTo>
                    <a:pt x="0" y="0"/>
                  </a:moveTo>
                  <a:lnTo>
                    <a:pt x="0" y="0"/>
                  </a:lnTo>
                  <a:cubicBezTo>
                    <a:pt x="1230" y="214"/>
                    <a:pt x="2459" y="428"/>
                    <a:pt x="3689" y="588"/>
                  </a:cubicBezTo>
                  <a:lnTo>
                    <a:pt x="7431" y="1123"/>
                  </a:lnTo>
                  <a:lnTo>
                    <a:pt x="11173" y="1604"/>
                  </a:lnTo>
                  <a:cubicBezTo>
                    <a:pt x="12402" y="1764"/>
                    <a:pt x="13632" y="1924"/>
                    <a:pt x="14915" y="2031"/>
                  </a:cubicBezTo>
                  <a:cubicBezTo>
                    <a:pt x="13685" y="1818"/>
                    <a:pt x="12402" y="1604"/>
                    <a:pt x="11173" y="1390"/>
                  </a:cubicBezTo>
                  <a:lnTo>
                    <a:pt x="7484" y="855"/>
                  </a:lnTo>
                  <a:lnTo>
                    <a:pt x="3742" y="374"/>
                  </a:lnTo>
                  <a:cubicBezTo>
                    <a:pt x="2459" y="267"/>
                    <a:pt x="1230" y="10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34"/>
            <p:cNvSpPr/>
            <p:nvPr/>
          </p:nvSpPr>
          <p:spPr>
            <a:xfrm>
              <a:off x="2952675" y="2882875"/>
              <a:ext cx="674925" cy="68175"/>
            </a:xfrm>
            <a:custGeom>
              <a:avLst/>
              <a:gdLst/>
              <a:ahLst/>
              <a:cxnLst/>
              <a:rect l="l" t="t" r="r" b="b"/>
              <a:pathLst>
                <a:path w="26997" h="2727" extrusionOk="0">
                  <a:moveTo>
                    <a:pt x="1" y="1"/>
                  </a:moveTo>
                  <a:lnTo>
                    <a:pt x="1" y="1"/>
                  </a:lnTo>
                  <a:cubicBezTo>
                    <a:pt x="2246" y="268"/>
                    <a:pt x="4491" y="535"/>
                    <a:pt x="6736" y="803"/>
                  </a:cubicBezTo>
                  <a:lnTo>
                    <a:pt x="13472" y="1497"/>
                  </a:lnTo>
                  <a:lnTo>
                    <a:pt x="20207" y="2192"/>
                  </a:lnTo>
                  <a:cubicBezTo>
                    <a:pt x="22452" y="2353"/>
                    <a:pt x="24698" y="2567"/>
                    <a:pt x="26996" y="2727"/>
                  </a:cubicBezTo>
                  <a:cubicBezTo>
                    <a:pt x="24751" y="2460"/>
                    <a:pt x="22506" y="2192"/>
                    <a:pt x="20261" y="1979"/>
                  </a:cubicBezTo>
                  <a:lnTo>
                    <a:pt x="13525" y="1230"/>
                  </a:lnTo>
                  <a:lnTo>
                    <a:pt x="6790" y="589"/>
                  </a:lnTo>
                  <a:cubicBezTo>
                    <a:pt x="4544" y="375"/>
                    <a:pt x="2299" y="16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34"/>
            <p:cNvSpPr/>
            <p:nvPr/>
          </p:nvSpPr>
          <p:spPr>
            <a:xfrm>
              <a:off x="3083650" y="2837450"/>
              <a:ext cx="530575" cy="50800"/>
            </a:xfrm>
            <a:custGeom>
              <a:avLst/>
              <a:gdLst/>
              <a:ahLst/>
              <a:cxnLst/>
              <a:rect l="l" t="t" r="r" b="b"/>
              <a:pathLst>
                <a:path w="21223" h="2032" extrusionOk="0">
                  <a:moveTo>
                    <a:pt x="0" y="0"/>
                  </a:moveTo>
                  <a:lnTo>
                    <a:pt x="0" y="0"/>
                  </a:lnTo>
                  <a:cubicBezTo>
                    <a:pt x="1764" y="214"/>
                    <a:pt x="3528" y="428"/>
                    <a:pt x="5293" y="588"/>
                  </a:cubicBezTo>
                  <a:lnTo>
                    <a:pt x="10585" y="1123"/>
                  </a:lnTo>
                  <a:lnTo>
                    <a:pt x="15877" y="1604"/>
                  </a:lnTo>
                  <a:cubicBezTo>
                    <a:pt x="17694" y="1764"/>
                    <a:pt x="19459" y="1925"/>
                    <a:pt x="21223" y="2032"/>
                  </a:cubicBezTo>
                  <a:cubicBezTo>
                    <a:pt x="19405" y="1818"/>
                    <a:pt x="17641" y="1604"/>
                    <a:pt x="15930" y="1390"/>
                  </a:cubicBezTo>
                  <a:lnTo>
                    <a:pt x="10638" y="855"/>
                  </a:lnTo>
                  <a:lnTo>
                    <a:pt x="5293" y="374"/>
                  </a:lnTo>
                  <a:cubicBezTo>
                    <a:pt x="3528" y="267"/>
                    <a:pt x="1764" y="107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34"/>
            <p:cNvSpPr/>
            <p:nvPr/>
          </p:nvSpPr>
          <p:spPr>
            <a:xfrm>
              <a:off x="2847100" y="2615600"/>
              <a:ext cx="2207775" cy="140350"/>
            </a:xfrm>
            <a:custGeom>
              <a:avLst/>
              <a:gdLst/>
              <a:ahLst/>
              <a:cxnLst/>
              <a:rect l="l" t="t" r="r" b="b"/>
              <a:pathLst>
                <a:path w="88311" h="5614" extrusionOk="0">
                  <a:moveTo>
                    <a:pt x="59177" y="481"/>
                  </a:moveTo>
                  <a:lnTo>
                    <a:pt x="80346" y="1444"/>
                  </a:lnTo>
                  <a:lnTo>
                    <a:pt x="29990" y="5079"/>
                  </a:lnTo>
                  <a:lnTo>
                    <a:pt x="7431" y="3582"/>
                  </a:lnTo>
                  <a:lnTo>
                    <a:pt x="59177" y="481"/>
                  </a:lnTo>
                  <a:close/>
                  <a:moveTo>
                    <a:pt x="59230" y="0"/>
                  </a:moveTo>
                  <a:lnTo>
                    <a:pt x="1" y="3528"/>
                  </a:lnTo>
                  <a:lnTo>
                    <a:pt x="29990" y="5613"/>
                  </a:lnTo>
                  <a:lnTo>
                    <a:pt x="88311" y="1337"/>
                  </a:lnTo>
                  <a:lnTo>
                    <a:pt x="592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34"/>
            <p:cNvSpPr/>
            <p:nvPr/>
          </p:nvSpPr>
          <p:spPr>
            <a:xfrm>
              <a:off x="3817350" y="2213325"/>
              <a:ext cx="346150" cy="59075"/>
            </a:xfrm>
            <a:custGeom>
              <a:avLst/>
              <a:gdLst/>
              <a:ahLst/>
              <a:cxnLst/>
              <a:rect l="l" t="t" r="r" b="b"/>
              <a:pathLst>
                <a:path w="13846" h="2363" extrusionOk="0">
                  <a:moveTo>
                    <a:pt x="11654" y="1404"/>
                  </a:moveTo>
                  <a:cubicBezTo>
                    <a:pt x="12188" y="1404"/>
                    <a:pt x="12723" y="1418"/>
                    <a:pt x="13257" y="1444"/>
                  </a:cubicBezTo>
                  <a:cubicBezTo>
                    <a:pt x="12188" y="1712"/>
                    <a:pt x="11172" y="1925"/>
                    <a:pt x="10103" y="2032"/>
                  </a:cubicBezTo>
                  <a:cubicBezTo>
                    <a:pt x="9034" y="2139"/>
                    <a:pt x="7965" y="2246"/>
                    <a:pt x="6896" y="2246"/>
                  </a:cubicBezTo>
                  <a:cubicBezTo>
                    <a:pt x="5827" y="2246"/>
                    <a:pt x="4758" y="2193"/>
                    <a:pt x="3742" y="2032"/>
                  </a:cubicBezTo>
                  <a:cubicBezTo>
                    <a:pt x="2673" y="1925"/>
                    <a:pt x="1604" y="1712"/>
                    <a:pt x="588" y="1444"/>
                  </a:cubicBezTo>
                  <a:lnTo>
                    <a:pt x="588" y="1444"/>
                  </a:lnTo>
                  <a:lnTo>
                    <a:pt x="3742" y="1498"/>
                  </a:lnTo>
                  <a:lnTo>
                    <a:pt x="6896" y="1498"/>
                  </a:lnTo>
                  <a:cubicBezTo>
                    <a:pt x="7965" y="1498"/>
                    <a:pt x="9034" y="1498"/>
                    <a:pt x="10050" y="1444"/>
                  </a:cubicBezTo>
                  <a:cubicBezTo>
                    <a:pt x="10584" y="1418"/>
                    <a:pt x="11119" y="1404"/>
                    <a:pt x="11654" y="1404"/>
                  </a:cubicBezTo>
                  <a:close/>
                  <a:moveTo>
                    <a:pt x="748" y="1"/>
                  </a:moveTo>
                  <a:cubicBezTo>
                    <a:pt x="321" y="108"/>
                    <a:pt x="0" y="482"/>
                    <a:pt x="0" y="963"/>
                  </a:cubicBezTo>
                  <a:lnTo>
                    <a:pt x="0" y="1765"/>
                  </a:lnTo>
                  <a:cubicBezTo>
                    <a:pt x="2020" y="2188"/>
                    <a:pt x="4081" y="2363"/>
                    <a:pt x="6111" y="2363"/>
                  </a:cubicBezTo>
                  <a:cubicBezTo>
                    <a:pt x="6391" y="2363"/>
                    <a:pt x="6671" y="2359"/>
                    <a:pt x="6949" y="2353"/>
                  </a:cubicBezTo>
                  <a:cubicBezTo>
                    <a:pt x="11333" y="2353"/>
                    <a:pt x="13257" y="1925"/>
                    <a:pt x="13845" y="1712"/>
                  </a:cubicBezTo>
                  <a:lnTo>
                    <a:pt x="13845" y="963"/>
                  </a:lnTo>
                  <a:cubicBezTo>
                    <a:pt x="13845" y="482"/>
                    <a:pt x="13525" y="108"/>
                    <a:pt x="13097" y="1"/>
                  </a:cubicBezTo>
                  <a:cubicBezTo>
                    <a:pt x="11066" y="375"/>
                    <a:pt x="9007" y="562"/>
                    <a:pt x="6943" y="562"/>
                  </a:cubicBezTo>
                  <a:cubicBezTo>
                    <a:pt x="4878" y="562"/>
                    <a:pt x="2806" y="375"/>
                    <a:pt x="7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34"/>
            <p:cNvSpPr/>
            <p:nvPr/>
          </p:nvSpPr>
          <p:spPr>
            <a:xfrm>
              <a:off x="4008450" y="2083700"/>
              <a:ext cx="104250" cy="17400"/>
            </a:xfrm>
            <a:custGeom>
              <a:avLst/>
              <a:gdLst/>
              <a:ahLst/>
              <a:cxnLst/>
              <a:rect l="l" t="t" r="r" b="b"/>
              <a:pathLst>
                <a:path w="4170" h="696" extrusionOk="0">
                  <a:moveTo>
                    <a:pt x="535" y="1"/>
                  </a:moveTo>
                  <a:cubicBezTo>
                    <a:pt x="375" y="214"/>
                    <a:pt x="161" y="482"/>
                    <a:pt x="0" y="696"/>
                  </a:cubicBezTo>
                  <a:cubicBezTo>
                    <a:pt x="1390" y="696"/>
                    <a:pt x="2780" y="589"/>
                    <a:pt x="4170" y="375"/>
                  </a:cubicBezTo>
                  <a:cubicBezTo>
                    <a:pt x="2940" y="161"/>
                    <a:pt x="1764" y="54"/>
                    <a:pt x="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34"/>
            <p:cNvSpPr/>
            <p:nvPr/>
          </p:nvSpPr>
          <p:spPr>
            <a:xfrm>
              <a:off x="3953650" y="2175925"/>
              <a:ext cx="184450" cy="28325"/>
            </a:xfrm>
            <a:custGeom>
              <a:avLst/>
              <a:gdLst/>
              <a:ahLst/>
              <a:cxnLst/>
              <a:rect l="l" t="t" r="r" b="b"/>
              <a:pathLst>
                <a:path w="7378" h="1133" extrusionOk="0">
                  <a:moveTo>
                    <a:pt x="7378" y="0"/>
                  </a:moveTo>
                  <a:cubicBezTo>
                    <a:pt x="4972" y="642"/>
                    <a:pt x="2513" y="1016"/>
                    <a:pt x="1" y="1123"/>
                  </a:cubicBezTo>
                  <a:cubicBezTo>
                    <a:pt x="303" y="1129"/>
                    <a:pt x="606" y="1133"/>
                    <a:pt x="909" y="1133"/>
                  </a:cubicBezTo>
                  <a:cubicBezTo>
                    <a:pt x="3065" y="1133"/>
                    <a:pt x="5221" y="963"/>
                    <a:pt x="7378" y="588"/>
                  </a:cubicBezTo>
                  <a:lnTo>
                    <a:pt x="73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34"/>
            <p:cNvSpPr/>
            <p:nvPr/>
          </p:nvSpPr>
          <p:spPr>
            <a:xfrm>
              <a:off x="3890850" y="2393750"/>
              <a:ext cx="348825" cy="28100"/>
            </a:xfrm>
            <a:custGeom>
              <a:avLst/>
              <a:gdLst/>
              <a:ahLst/>
              <a:cxnLst/>
              <a:rect l="l" t="t" r="r" b="b"/>
              <a:pathLst>
                <a:path w="13953" h="1124" extrusionOk="0">
                  <a:moveTo>
                    <a:pt x="13952" y="1"/>
                  </a:moveTo>
                  <a:cubicBezTo>
                    <a:pt x="13364" y="54"/>
                    <a:pt x="12776" y="161"/>
                    <a:pt x="12242" y="214"/>
                  </a:cubicBezTo>
                  <a:cubicBezTo>
                    <a:pt x="11654" y="268"/>
                    <a:pt x="11066" y="321"/>
                    <a:pt x="10478" y="375"/>
                  </a:cubicBezTo>
                  <a:cubicBezTo>
                    <a:pt x="9355" y="535"/>
                    <a:pt x="8179" y="642"/>
                    <a:pt x="7003" y="695"/>
                  </a:cubicBezTo>
                  <a:cubicBezTo>
                    <a:pt x="5827" y="749"/>
                    <a:pt x="4651" y="802"/>
                    <a:pt x="3528" y="856"/>
                  </a:cubicBezTo>
                  <a:lnTo>
                    <a:pt x="1764" y="909"/>
                  </a:lnTo>
                  <a:cubicBezTo>
                    <a:pt x="1176" y="909"/>
                    <a:pt x="588" y="909"/>
                    <a:pt x="0" y="963"/>
                  </a:cubicBezTo>
                  <a:cubicBezTo>
                    <a:pt x="1176" y="1070"/>
                    <a:pt x="2352" y="1123"/>
                    <a:pt x="3528" y="1123"/>
                  </a:cubicBezTo>
                  <a:cubicBezTo>
                    <a:pt x="4704" y="1123"/>
                    <a:pt x="5827" y="1123"/>
                    <a:pt x="7003" y="1070"/>
                  </a:cubicBezTo>
                  <a:cubicBezTo>
                    <a:pt x="9355" y="909"/>
                    <a:pt x="11707" y="589"/>
                    <a:pt x="139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34"/>
            <p:cNvSpPr/>
            <p:nvPr/>
          </p:nvSpPr>
          <p:spPr>
            <a:xfrm>
              <a:off x="3842725" y="2137150"/>
              <a:ext cx="295375" cy="42575"/>
            </a:xfrm>
            <a:custGeom>
              <a:avLst/>
              <a:gdLst/>
              <a:ahLst/>
              <a:cxnLst/>
              <a:rect l="l" t="t" r="r" b="b"/>
              <a:pathLst>
                <a:path w="11815" h="1703" extrusionOk="0">
                  <a:moveTo>
                    <a:pt x="11815" y="1"/>
                  </a:moveTo>
                  <a:cubicBezTo>
                    <a:pt x="9013" y="701"/>
                    <a:pt x="6126" y="1062"/>
                    <a:pt x="3237" y="1062"/>
                  </a:cubicBezTo>
                  <a:cubicBezTo>
                    <a:pt x="2157" y="1062"/>
                    <a:pt x="1077" y="1011"/>
                    <a:pt x="1" y="910"/>
                  </a:cubicBezTo>
                  <a:lnTo>
                    <a:pt x="1" y="1551"/>
                  </a:lnTo>
                  <a:cubicBezTo>
                    <a:pt x="1066" y="1652"/>
                    <a:pt x="2135" y="1702"/>
                    <a:pt x="3203" y="1702"/>
                  </a:cubicBezTo>
                  <a:cubicBezTo>
                    <a:pt x="6104" y="1702"/>
                    <a:pt x="9002" y="1331"/>
                    <a:pt x="11815" y="589"/>
                  </a:cubicBezTo>
                  <a:lnTo>
                    <a:pt x="118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34"/>
            <p:cNvSpPr/>
            <p:nvPr/>
          </p:nvSpPr>
          <p:spPr>
            <a:xfrm>
              <a:off x="4166150" y="2285500"/>
              <a:ext cx="136325" cy="371550"/>
            </a:xfrm>
            <a:custGeom>
              <a:avLst/>
              <a:gdLst/>
              <a:ahLst/>
              <a:cxnLst/>
              <a:rect l="l" t="t" r="r" b="b"/>
              <a:pathLst>
                <a:path w="5453" h="14862" extrusionOk="0">
                  <a:moveTo>
                    <a:pt x="2566" y="1"/>
                  </a:moveTo>
                  <a:cubicBezTo>
                    <a:pt x="3047" y="214"/>
                    <a:pt x="3475" y="535"/>
                    <a:pt x="3849" y="856"/>
                  </a:cubicBezTo>
                  <a:lnTo>
                    <a:pt x="3635" y="963"/>
                  </a:lnTo>
                  <a:cubicBezTo>
                    <a:pt x="3475" y="1070"/>
                    <a:pt x="3315" y="1177"/>
                    <a:pt x="3154" y="1230"/>
                  </a:cubicBezTo>
                  <a:cubicBezTo>
                    <a:pt x="2833" y="1390"/>
                    <a:pt x="2513" y="1551"/>
                    <a:pt x="2138" y="1711"/>
                  </a:cubicBezTo>
                  <a:cubicBezTo>
                    <a:pt x="1497" y="1978"/>
                    <a:pt x="749" y="2246"/>
                    <a:pt x="0" y="2460"/>
                  </a:cubicBezTo>
                  <a:cubicBezTo>
                    <a:pt x="802" y="2406"/>
                    <a:pt x="1550" y="2353"/>
                    <a:pt x="2299" y="2246"/>
                  </a:cubicBezTo>
                  <a:cubicBezTo>
                    <a:pt x="2620" y="2192"/>
                    <a:pt x="2994" y="2139"/>
                    <a:pt x="3368" y="2032"/>
                  </a:cubicBezTo>
                  <a:cubicBezTo>
                    <a:pt x="3582" y="1978"/>
                    <a:pt x="3796" y="1925"/>
                    <a:pt x="3956" y="1872"/>
                  </a:cubicBezTo>
                  <a:lnTo>
                    <a:pt x="4277" y="1765"/>
                  </a:lnTo>
                  <a:lnTo>
                    <a:pt x="4437" y="1711"/>
                  </a:lnTo>
                  <a:cubicBezTo>
                    <a:pt x="4651" y="2085"/>
                    <a:pt x="4758" y="2460"/>
                    <a:pt x="4758" y="2887"/>
                  </a:cubicBezTo>
                  <a:cubicBezTo>
                    <a:pt x="4758" y="2994"/>
                    <a:pt x="4758" y="3155"/>
                    <a:pt x="4758" y="3315"/>
                  </a:cubicBezTo>
                  <a:lnTo>
                    <a:pt x="4758" y="3849"/>
                  </a:lnTo>
                  <a:lnTo>
                    <a:pt x="4758" y="4865"/>
                  </a:lnTo>
                  <a:lnTo>
                    <a:pt x="4758" y="6843"/>
                  </a:lnTo>
                  <a:lnTo>
                    <a:pt x="4758" y="8874"/>
                  </a:lnTo>
                  <a:cubicBezTo>
                    <a:pt x="4758" y="9516"/>
                    <a:pt x="4758" y="10211"/>
                    <a:pt x="4811" y="10852"/>
                  </a:cubicBezTo>
                  <a:cubicBezTo>
                    <a:pt x="4865" y="12189"/>
                    <a:pt x="4972" y="13525"/>
                    <a:pt x="5132" y="14862"/>
                  </a:cubicBezTo>
                  <a:cubicBezTo>
                    <a:pt x="5292" y="13525"/>
                    <a:pt x="5346" y="12189"/>
                    <a:pt x="5399" y="10852"/>
                  </a:cubicBezTo>
                  <a:cubicBezTo>
                    <a:pt x="5453" y="10211"/>
                    <a:pt x="5453" y="9516"/>
                    <a:pt x="5453" y="8874"/>
                  </a:cubicBezTo>
                  <a:lnTo>
                    <a:pt x="5453" y="6843"/>
                  </a:lnTo>
                  <a:lnTo>
                    <a:pt x="5453" y="4865"/>
                  </a:lnTo>
                  <a:lnTo>
                    <a:pt x="5453" y="3849"/>
                  </a:lnTo>
                  <a:cubicBezTo>
                    <a:pt x="5453" y="3475"/>
                    <a:pt x="5453" y="3155"/>
                    <a:pt x="5399" y="2780"/>
                  </a:cubicBezTo>
                  <a:cubicBezTo>
                    <a:pt x="5292" y="2085"/>
                    <a:pt x="4972" y="1390"/>
                    <a:pt x="4384" y="909"/>
                  </a:cubicBezTo>
                  <a:cubicBezTo>
                    <a:pt x="3849" y="482"/>
                    <a:pt x="3208" y="161"/>
                    <a:pt x="2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34"/>
            <p:cNvSpPr/>
            <p:nvPr/>
          </p:nvSpPr>
          <p:spPr>
            <a:xfrm>
              <a:off x="3868125" y="2085050"/>
              <a:ext cx="92225" cy="16050"/>
            </a:xfrm>
            <a:custGeom>
              <a:avLst/>
              <a:gdLst/>
              <a:ahLst/>
              <a:cxnLst/>
              <a:rect l="l" t="t" r="r" b="b"/>
              <a:pathLst>
                <a:path w="3689" h="642" extrusionOk="0">
                  <a:moveTo>
                    <a:pt x="3475" y="0"/>
                  </a:moveTo>
                  <a:cubicBezTo>
                    <a:pt x="2299" y="0"/>
                    <a:pt x="1123" y="107"/>
                    <a:pt x="0" y="321"/>
                  </a:cubicBezTo>
                  <a:cubicBezTo>
                    <a:pt x="1230" y="481"/>
                    <a:pt x="2459" y="588"/>
                    <a:pt x="3689" y="642"/>
                  </a:cubicBezTo>
                  <a:cubicBezTo>
                    <a:pt x="3635" y="481"/>
                    <a:pt x="3582" y="321"/>
                    <a:pt x="3529" y="160"/>
                  </a:cubicBez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34"/>
            <p:cNvSpPr/>
            <p:nvPr/>
          </p:nvSpPr>
          <p:spPr>
            <a:xfrm>
              <a:off x="3842725" y="2118450"/>
              <a:ext cx="212525" cy="21050"/>
            </a:xfrm>
            <a:custGeom>
              <a:avLst/>
              <a:gdLst/>
              <a:ahLst/>
              <a:cxnLst/>
              <a:rect l="l" t="t" r="r" b="b"/>
              <a:pathLst>
                <a:path w="8501" h="842" extrusionOk="0">
                  <a:moveTo>
                    <a:pt x="1" y="0"/>
                  </a:moveTo>
                  <a:lnTo>
                    <a:pt x="1" y="695"/>
                  </a:lnTo>
                  <a:cubicBezTo>
                    <a:pt x="1040" y="793"/>
                    <a:pt x="2079" y="841"/>
                    <a:pt x="3118" y="841"/>
                  </a:cubicBezTo>
                  <a:cubicBezTo>
                    <a:pt x="4912" y="841"/>
                    <a:pt x="6706" y="699"/>
                    <a:pt x="8500" y="428"/>
                  </a:cubicBezTo>
                  <a:lnTo>
                    <a:pt x="8500" y="428"/>
                  </a:lnTo>
                  <a:cubicBezTo>
                    <a:pt x="7752" y="482"/>
                    <a:pt x="6843" y="482"/>
                    <a:pt x="5881" y="482"/>
                  </a:cubicBezTo>
                  <a:cubicBezTo>
                    <a:pt x="5677" y="487"/>
                    <a:pt x="5473" y="490"/>
                    <a:pt x="5269" y="490"/>
                  </a:cubicBezTo>
                  <a:cubicBezTo>
                    <a:pt x="3495" y="490"/>
                    <a:pt x="1727" y="28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34"/>
            <p:cNvSpPr/>
            <p:nvPr/>
          </p:nvSpPr>
          <p:spPr>
            <a:xfrm>
              <a:off x="3830700" y="2617600"/>
              <a:ext cx="319425" cy="26075"/>
            </a:xfrm>
            <a:custGeom>
              <a:avLst/>
              <a:gdLst/>
              <a:ahLst/>
              <a:cxnLst/>
              <a:rect l="l" t="t" r="r" b="b"/>
              <a:pathLst>
                <a:path w="12777" h="1043" extrusionOk="0">
                  <a:moveTo>
                    <a:pt x="6362" y="1"/>
                  </a:moveTo>
                  <a:cubicBezTo>
                    <a:pt x="5293" y="1"/>
                    <a:pt x="4224" y="81"/>
                    <a:pt x="3155" y="241"/>
                  </a:cubicBezTo>
                  <a:cubicBezTo>
                    <a:pt x="2085" y="401"/>
                    <a:pt x="1016" y="669"/>
                    <a:pt x="1" y="1043"/>
                  </a:cubicBezTo>
                  <a:cubicBezTo>
                    <a:pt x="1070" y="936"/>
                    <a:pt x="2085" y="829"/>
                    <a:pt x="3155" y="776"/>
                  </a:cubicBezTo>
                  <a:cubicBezTo>
                    <a:pt x="4224" y="722"/>
                    <a:pt x="5293" y="669"/>
                    <a:pt x="6362" y="669"/>
                  </a:cubicBezTo>
                  <a:cubicBezTo>
                    <a:pt x="7431" y="669"/>
                    <a:pt x="8500" y="722"/>
                    <a:pt x="9569" y="776"/>
                  </a:cubicBezTo>
                  <a:cubicBezTo>
                    <a:pt x="10638" y="829"/>
                    <a:pt x="11708" y="936"/>
                    <a:pt x="12777" y="1043"/>
                  </a:cubicBezTo>
                  <a:cubicBezTo>
                    <a:pt x="11708" y="669"/>
                    <a:pt x="10638" y="401"/>
                    <a:pt x="9569" y="241"/>
                  </a:cubicBezTo>
                  <a:cubicBezTo>
                    <a:pt x="8500" y="81"/>
                    <a:pt x="7431" y="1"/>
                    <a:pt x="6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34"/>
            <p:cNvSpPr/>
            <p:nvPr/>
          </p:nvSpPr>
          <p:spPr>
            <a:xfrm>
              <a:off x="3687700" y="2277475"/>
              <a:ext cx="304725" cy="372900"/>
            </a:xfrm>
            <a:custGeom>
              <a:avLst/>
              <a:gdLst/>
              <a:ahLst/>
              <a:cxnLst/>
              <a:rect l="l" t="t" r="r" b="b"/>
              <a:pathLst>
                <a:path w="12189" h="14916" extrusionOk="0">
                  <a:moveTo>
                    <a:pt x="4063" y="1"/>
                  </a:moveTo>
                  <a:lnTo>
                    <a:pt x="4063" y="1"/>
                  </a:lnTo>
                  <a:cubicBezTo>
                    <a:pt x="2513" y="215"/>
                    <a:pt x="1" y="963"/>
                    <a:pt x="1" y="3529"/>
                  </a:cubicBezTo>
                  <a:lnTo>
                    <a:pt x="1" y="14915"/>
                  </a:lnTo>
                  <a:cubicBezTo>
                    <a:pt x="963" y="12135"/>
                    <a:pt x="1498" y="9249"/>
                    <a:pt x="1658" y="6309"/>
                  </a:cubicBezTo>
                  <a:cubicBezTo>
                    <a:pt x="1658" y="5614"/>
                    <a:pt x="1711" y="4919"/>
                    <a:pt x="1872" y="4224"/>
                  </a:cubicBezTo>
                  <a:cubicBezTo>
                    <a:pt x="2353" y="4331"/>
                    <a:pt x="2834" y="4384"/>
                    <a:pt x="3315" y="4438"/>
                  </a:cubicBezTo>
                  <a:cubicBezTo>
                    <a:pt x="4331" y="4598"/>
                    <a:pt x="5293" y="4652"/>
                    <a:pt x="6309" y="4652"/>
                  </a:cubicBezTo>
                  <a:cubicBezTo>
                    <a:pt x="7324" y="4652"/>
                    <a:pt x="8287" y="4598"/>
                    <a:pt x="9249" y="4598"/>
                  </a:cubicBezTo>
                  <a:cubicBezTo>
                    <a:pt x="10264" y="4545"/>
                    <a:pt x="11227" y="4491"/>
                    <a:pt x="12189" y="4384"/>
                  </a:cubicBezTo>
                  <a:cubicBezTo>
                    <a:pt x="11227" y="4331"/>
                    <a:pt x="10264" y="4224"/>
                    <a:pt x="9302" y="4117"/>
                  </a:cubicBezTo>
                  <a:cubicBezTo>
                    <a:pt x="8287" y="4010"/>
                    <a:pt x="7324" y="3850"/>
                    <a:pt x="6416" y="3689"/>
                  </a:cubicBezTo>
                  <a:cubicBezTo>
                    <a:pt x="5453" y="3529"/>
                    <a:pt x="4491" y="3369"/>
                    <a:pt x="3582" y="3101"/>
                  </a:cubicBezTo>
                  <a:cubicBezTo>
                    <a:pt x="3101" y="2994"/>
                    <a:pt x="2674" y="2834"/>
                    <a:pt x="2246" y="2674"/>
                  </a:cubicBezTo>
                  <a:cubicBezTo>
                    <a:pt x="2941" y="642"/>
                    <a:pt x="4063" y="1"/>
                    <a:pt x="40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34"/>
            <p:cNvSpPr/>
            <p:nvPr/>
          </p:nvSpPr>
          <p:spPr>
            <a:xfrm>
              <a:off x="3739825" y="2643650"/>
              <a:ext cx="499850" cy="26775"/>
            </a:xfrm>
            <a:custGeom>
              <a:avLst/>
              <a:gdLst/>
              <a:ahLst/>
              <a:cxnLst/>
              <a:rect l="l" t="t" r="r" b="b"/>
              <a:pathLst>
                <a:path w="19994" h="1071" extrusionOk="0">
                  <a:moveTo>
                    <a:pt x="9997" y="1"/>
                  </a:moveTo>
                  <a:cubicBezTo>
                    <a:pt x="8340" y="1"/>
                    <a:pt x="6683" y="108"/>
                    <a:pt x="4972" y="268"/>
                  </a:cubicBezTo>
                  <a:cubicBezTo>
                    <a:pt x="3315" y="429"/>
                    <a:pt x="1658" y="696"/>
                    <a:pt x="1" y="1070"/>
                  </a:cubicBezTo>
                  <a:cubicBezTo>
                    <a:pt x="1711" y="963"/>
                    <a:pt x="3368" y="856"/>
                    <a:pt x="5025" y="803"/>
                  </a:cubicBezTo>
                  <a:cubicBezTo>
                    <a:pt x="6683" y="696"/>
                    <a:pt x="8393" y="696"/>
                    <a:pt x="9997" y="696"/>
                  </a:cubicBezTo>
                  <a:cubicBezTo>
                    <a:pt x="11654" y="696"/>
                    <a:pt x="13365" y="749"/>
                    <a:pt x="15022" y="803"/>
                  </a:cubicBezTo>
                  <a:cubicBezTo>
                    <a:pt x="16626" y="856"/>
                    <a:pt x="18336" y="963"/>
                    <a:pt x="19993" y="1070"/>
                  </a:cubicBezTo>
                  <a:cubicBezTo>
                    <a:pt x="18336" y="696"/>
                    <a:pt x="16679" y="429"/>
                    <a:pt x="15022" y="268"/>
                  </a:cubicBezTo>
                  <a:cubicBezTo>
                    <a:pt x="13365" y="54"/>
                    <a:pt x="11708" y="1"/>
                    <a:pt x="99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34"/>
            <p:cNvSpPr/>
            <p:nvPr/>
          </p:nvSpPr>
          <p:spPr>
            <a:xfrm>
              <a:off x="3987075" y="760650"/>
              <a:ext cx="120300" cy="1343125"/>
            </a:xfrm>
            <a:custGeom>
              <a:avLst/>
              <a:gdLst/>
              <a:ahLst/>
              <a:cxnLst/>
              <a:rect l="l" t="t" r="r" b="b"/>
              <a:pathLst>
                <a:path w="4812" h="53725" extrusionOk="0">
                  <a:moveTo>
                    <a:pt x="4811" y="1"/>
                  </a:moveTo>
                  <a:lnTo>
                    <a:pt x="4811" y="1"/>
                  </a:lnTo>
                  <a:cubicBezTo>
                    <a:pt x="4063" y="2673"/>
                    <a:pt x="3742" y="5453"/>
                    <a:pt x="3742" y="8179"/>
                  </a:cubicBezTo>
                  <a:cubicBezTo>
                    <a:pt x="3742" y="11013"/>
                    <a:pt x="3849" y="13792"/>
                    <a:pt x="3956" y="16572"/>
                  </a:cubicBezTo>
                  <a:cubicBezTo>
                    <a:pt x="4277" y="22132"/>
                    <a:pt x="4170" y="27691"/>
                    <a:pt x="3795" y="33251"/>
                  </a:cubicBezTo>
                  <a:cubicBezTo>
                    <a:pt x="3689" y="34640"/>
                    <a:pt x="3528" y="36030"/>
                    <a:pt x="3421" y="37420"/>
                  </a:cubicBezTo>
                  <a:cubicBezTo>
                    <a:pt x="3207" y="38757"/>
                    <a:pt x="3047" y="40146"/>
                    <a:pt x="2833" y="41483"/>
                  </a:cubicBezTo>
                  <a:cubicBezTo>
                    <a:pt x="2352" y="44156"/>
                    <a:pt x="1818" y="46829"/>
                    <a:pt x="1176" y="49448"/>
                  </a:cubicBezTo>
                  <a:cubicBezTo>
                    <a:pt x="802" y="50891"/>
                    <a:pt x="428" y="52335"/>
                    <a:pt x="0" y="53724"/>
                  </a:cubicBezTo>
                  <a:lnTo>
                    <a:pt x="214" y="53724"/>
                  </a:lnTo>
                  <a:cubicBezTo>
                    <a:pt x="588" y="52388"/>
                    <a:pt x="1016" y="50998"/>
                    <a:pt x="1390" y="49608"/>
                  </a:cubicBezTo>
                  <a:cubicBezTo>
                    <a:pt x="2031" y="46989"/>
                    <a:pt x="2619" y="44316"/>
                    <a:pt x="3100" y="41590"/>
                  </a:cubicBezTo>
                  <a:cubicBezTo>
                    <a:pt x="3314" y="40253"/>
                    <a:pt x="3475" y="38864"/>
                    <a:pt x="3689" y="37474"/>
                  </a:cubicBezTo>
                  <a:cubicBezTo>
                    <a:pt x="3849" y="36084"/>
                    <a:pt x="3956" y="34694"/>
                    <a:pt x="4063" y="33304"/>
                  </a:cubicBezTo>
                  <a:cubicBezTo>
                    <a:pt x="4490" y="27691"/>
                    <a:pt x="4544" y="22132"/>
                    <a:pt x="4223" y="16519"/>
                  </a:cubicBezTo>
                  <a:cubicBezTo>
                    <a:pt x="4063" y="13739"/>
                    <a:pt x="3902" y="10959"/>
                    <a:pt x="3849" y="8179"/>
                  </a:cubicBezTo>
                  <a:cubicBezTo>
                    <a:pt x="3849" y="5453"/>
                    <a:pt x="4116" y="2673"/>
                    <a:pt x="48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34"/>
            <p:cNvSpPr/>
            <p:nvPr/>
          </p:nvSpPr>
          <p:spPr>
            <a:xfrm>
              <a:off x="3894850" y="529250"/>
              <a:ext cx="408975" cy="1559825"/>
            </a:xfrm>
            <a:custGeom>
              <a:avLst/>
              <a:gdLst/>
              <a:ahLst/>
              <a:cxnLst/>
              <a:rect l="l" t="t" r="r" b="b"/>
              <a:pathLst>
                <a:path w="16359" h="62393" extrusionOk="0">
                  <a:moveTo>
                    <a:pt x="11601" y="4445"/>
                  </a:moveTo>
                  <a:lnTo>
                    <a:pt x="11440" y="4980"/>
                  </a:lnTo>
                  <a:cubicBezTo>
                    <a:pt x="11333" y="5247"/>
                    <a:pt x="11173" y="5728"/>
                    <a:pt x="11013" y="6316"/>
                  </a:cubicBezTo>
                  <a:cubicBezTo>
                    <a:pt x="10852" y="6851"/>
                    <a:pt x="10692" y="7492"/>
                    <a:pt x="10478" y="8187"/>
                  </a:cubicBezTo>
                  <a:cubicBezTo>
                    <a:pt x="10264" y="8882"/>
                    <a:pt x="10050" y="9577"/>
                    <a:pt x="9890" y="10379"/>
                  </a:cubicBezTo>
                  <a:cubicBezTo>
                    <a:pt x="9730" y="11128"/>
                    <a:pt x="9516" y="11876"/>
                    <a:pt x="9409" y="12571"/>
                  </a:cubicBezTo>
                  <a:cubicBezTo>
                    <a:pt x="9248" y="13319"/>
                    <a:pt x="9142" y="13961"/>
                    <a:pt x="9035" y="14602"/>
                  </a:cubicBezTo>
                  <a:cubicBezTo>
                    <a:pt x="8928" y="15190"/>
                    <a:pt x="8821" y="15671"/>
                    <a:pt x="8767" y="15992"/>
                  </a:cubicBezTo>
                  <a:lnTo>
                    <a:pt x="8714" y="16580"/>
                  </a:lnTo>
                  <a:lnTo>
                    <a:pt x="8714" y="15939"/>
                  </a:lnTo>
                  <a:cubicBezTo>
                    <a:pt x="8714" y="15564"/>
                    <a:pt x="8767" y="15030"/>
                    <a:pt x="8874" y="14442"/>
                  </a:cubicBezTo>
                  <a:cubicBezTo>
                    <a:pt x="8928" y="13854"/>
                    <a:pt x="9035" y="13159"/>
                    <a:pt x="9142" y="12464"/>
                  </a:cubicBezTo>
                  <a:cubicBezTo>
                    <a:pt x="9248" y="11769"/>
                    <a:pt x="9462" y="10967"/>
                    <a:pt x="9623" y="10165"/>
                  </a:cubicBezTo>
                  <a:cubicBezTo>
                    <a:pt x="9783" y="9417"/>
                    <a:pt x="9997" y="8669"/>
                    <a:pt x="10211" y="7974"/>
                  </a:cubicBezTo>
                  <a:cubicBezTo>
                    <a:pt x="10425" y="7279"/>
                    <a:pt x="10638" y="6637"/>
                    <a:pt x="10906" y="6156"/>
                  </a:cubicBezTo>
                  <a:cubicBezTo>
                    <a:pt x="11119" y="5675"/>
                    <a:pt x="11280" y="5194"/>
                    <a:pt x="11387" y="4927"/>
                  </a:cubicBezTo>
                  <a:lnTo>
                    <a:pt x="11601" y="4445"/>
                  </a:lnTo>
                  <a:close/>
                  <a:moveTo>
                    <a:pt x="5827" y="11983"/>
                  </a:moveTo>
                  <a:lnTo>
                    <a:pt x="5934" y="12731"/>
                  </a:lnTo>
                  <a:cubicBezTo>
                    <a:pt x="5934" y="13052"/>
                    <a:pt x="5988" y="13373"/>
                    <a:pt x="6041" y="13800"/>
                  </a:cubicBezTo>
                  <a:cubicBezTo>
                    <a:pt x="6041" y="14175"/>
                    <a:pt x="6095" y="14602"/>
                    <a:pt x="6148" y="15030"/>
                  </a:cubicBezTo>
                  <a:cubicBezTo>
                    <a:pt x="6201" y="15404"/>
                    <a:pt x="6255" y="15832"/>
                    <a:pt x="6308" y="16206"/>
                  </a:cubicBezTo>
                  <a:cubicBezTo>
                    <a:pt x="6362" y="16634"/>
                    <a:pt x="6362" y="16954"/>
                    <a:pt x="6415" y="17275"/>
                  </a:cubicBezTo>
                  <a:lnTo>
                    <a:pt x="6522" y="18023"/>
                  </a:lnTo>
                  <a:lnTo>
                    <a:pt x="6522" y="18344"/>
                  </a:lnTo>
                  <a:lnTo>
                    <a:pt x="6415" y="18077"/>
                  </a:lnTo>
                  <a:cubicBezTo>
                    <a:pt x="6362" y="17917"/>
                    <a:pt x="6308" y="17649"/>
                    <a:pt x="6255" y="17382"/>
                  </a:cubicBezTo>
                  <a:cubicBezTo>
                    <a:pt x="6148" y="17061"/>
                    <a:pt x="6095" y="16687"/>
                    <a:pt x="6041" y="16313"/>
                  </a:cubicBezTo>
                  <a:cubicBezTo>
                    <a:pt x="5934" y="15939"/>
                    <a:pt x="5881" y="15511"/>
                    <a:pt x="5827" y="15083"/>
                  </a:cubicBezTo>
                  <a:cubicBezTo>
                    <a:pt x="5774" y="14656"/>
                    <a:pt x="5774" y="14228"/>
                    <a:pt x="5774" y="13854"/>
                  </a:cubicBezTo>
                  <a:cubicBezTo>
                    <a:pt x="5720" y="13426"/>
                    <a:pt x="5827" y="13105"/>
                    <a:pt x="5827" y="12731"/>
                  </a:cubicBezTo>
                  <a:lnTo>
                    <a:pt x="5827" y="11983"/>
                  </a:lnTo>
                  <a:close/>
                  <a:moveTo>
                    <a:pt x="2406" y="14068"/>
                  </a:moveTo>
                  <a:lnTo>
                    <a:pt x="2406" y="14228"/>
                  </a:lnTo>
                  <a:lnTo>
                    <a:pt x="2406" y="14656"/>
                  </a:lnTo>
                  <a:cubicBezTo>
                    <a:pt x="2353" y="15190"/>
                    <a:pt x="2406" y="15671"/>
                    <a:pt x="2460" y="16206"/>
                  </a:cubicBezTo>
                  <a:cubicBezTo>
                    <a:pt x="2513" y="16901"/>
                    <a:pt x="2673" y="17542"/>
                    <a:pt x="2887" y="18184"/>
                  </a:cubicBezTo>
                  <a:cubicBezTo>
                    <a:pt x="3101" y="18825"/>
                    <a:pt x="3422" y="19413"/>
                    <a:pt x="3849" y="19948"/>
                  </a:cubicBezTo>
                  <a:cubicBezTo>
                    <a:pt x="4224" y="20482"/>
                    <a:pt x="4651" y="20964"/>
                    <a:pt x="5079" y="21391"/>
                  </a:cubicBezTo>
                  <a:cubicBezTo>
                    <a:pt x="5453" y="21872"/>
                    <a:pt x="5827" y="22300"/>
                    <a:pt x="6148" y="22835"/>
                  </a:cubicBezTo>
                  <a:cubicBezTo>
                    <a:pt x="6415" y="23262"/>
                    <a:pt x="6576" y="23690"/>
                    <a:pt x="6736" y="24171"/>
                  </a:cubicBezTo>
                  <a:cubicBezTo>
                    <a:pt x="6789" y="24331"/>
                    <a:pt x="6843" y="24545"/>
                    <a:pt x="6843" y="24759"/>
                  </a:cubicBezTo>
                  <a:cubicBezTo>
                    <a:pt x="6789" y="24545"/>
                    <a:pt x="6683" y="24385"/>
                    <a:pt x="6576" y="24278"/>
                  </a:cubicBezTo>
                  <a:lnTo>
                    <a:pt x="6576" y="24224"/>
                  </a:lnTo>
                  <a:cubicBezTo>
                    <a:pt x="6415" y="23904"/>
                    <a:pt x="6201" y="23529"/>
                    <a:pt x="5934" y="23209"/>
                  </a:cubicBezTo>
                  <a:cubicBezTo>
                    <a:pt x="5560" y="22835"/>
                    <a:pt x="5186" y="22407"/>
                    <a:pt x="4758" y="22086"/>
                  </a:cubicBezTo>
                  <a:cubicBezTo>
                    <a:pt x="4277" y="21658"/>
                    <a:pt x="3849" y="21177"/>
                    <a:pt x="3422" y="20696"/>
                  </a:cubicBezTo>
                  <a:cubicBezTo>
                    <a:pt x="2994" y="20055"/>
                    <a:pt x="2620" y="19306"/>
                    <a:pt x="2406" y="18558"/>
                  </a:cubicBezTo>
                  <a:cubicBezTo>
                    <a:pt x="2192" y="17810"/>
                    <a:pt x="2085" y="17008"/>
                    <a:pt x="2085" y="16259"/>
                  </a:cubicBezTo>
                  <a:cubicBezTo>
                    <a:pt x="2085" y="15725"/>
                    <a:pt x="2139" y="15190"/>
                    <a:pt x="2246" y="14656"/>
                  </a:cubicBezTo>
                  <a:cubicBezTo>
                    <a:pt x="2299" y="14442"/>
                    <a:pt x="2353" y="14281"/>
                    <a:pt x="2353" y="14228"/>
                  </a:cubicBezTo>
                  <a:lnTo>
                    <a:pt x="2406" y="14068"/>
                  </a:lnTo>
                  <a:close/>
                  <a:moveTo>
                    <a:pt x="13365" y="18237"/>
                  </a:moveTo>
                  <a:lnTo>
                    <a:pt x="13151" y="18986"/>
                  </a:lnTo>
                  <a:cubicBezTo>
                    <a:pt x="13097" y="19253"/>
                    <a:pt x="12990" y="19520"/>
                    <a:pt x="12937" y="19894"/>
                  </a:cubicBezTo>
                  <a:cubicBezTo>
                    <a:pt x="12830" y="20269"/>
                    <a:pt x="12723" y="20643"/>
                    <a:pt x="12670" y="21070"/>
                  </a:cubicBezTo>
                  <a:cubicBezTo>
                    <a:pt x="12456" y="21926"/>
                    <a:pt x="12296" y="22995"/>
                    <a:pt x="12135" y="24117"/>
                  </a:cubicBezTo>
                  <a:cubicBezTo>
                    <a:pt x="11975" y="25187"/>
                    <a:pt x="11761" y="26416"/>
                    <a:pt x="11601" y="27592"/>
                  </a:cubicBezTo>
                  <a:cubicBezTo>
                    <a:pt x="11440" y="28822"/>
                    <a:pt x="11226" y="29998"/>
                    <a:pt x="11013" y="31120"/>
                  </a:cubicBezTo>
                  <a:cubicBezTo>
                    <a:pt x="10799" y="32243"/>
                    <a:pt x="10531" y="33259"/>
                    <a:pt x="10264" y="34114"/>
                  </a:cubicBezTo>
                  <a:cubicBezTo>
                    <a:pt x="10104" y="34542"/>
                    <a:pt x="9997" y="34916"/>
                    <a:pt x="9837" y="35236"/>
                  </a:cubicBezTo>
                  <a:lnTo>
                    <a:pt x="9676" y="35664"/>
                  </a:lnTo>
                  <a:lnTo>
                    <a:pt x="9516" y="36038"/>
                  </a:lnTo>
                  <a:lnTo>
                    <a:pt x="9195" y="36733"/>
                  </a:lnTo>
                  <a:lnTo>
                    <a:pt x="9409" y="35931"/>
                  </a:lnTo>
                  <a:lnTo>
                    <a:pt x="9516" y="35557"/>
                  </a:lnTo>
                  <a:lnTo>
                    <a:pt x="9676" y="35076"/>
                  </a:lnTo>
                  <a:cubicBezTo>
                    <a:pt x="9783" y="34702"/>
                    <a:pt x="9837" y="34328"/>
                    <a:pt x="9943" y="33900"/>
                  </a:cubicBezTo>
                  <a:cubicBezTo>
                    <a:pt x="10157" y="33045"/>
                    <a:pt x="10371" y="32029"/>
                    <a:pt x="10531" y="30906"/>
                  </a:cubicBezTo>
                  <a:cubicBezTo>
                    <a:pt x="10692" y="29784"/>
                    <a:pt x="10852" y="28608"/>
                    <a:pt x="11013" y="27432"/>
                  </a:cubicBezTo>
                  <a:lnTo>
                    <a:pt x="11066" y="27432"/>
                  </a:lnTo>
                  <a:cubicBezTo>
                    <a:pt x="11226" y="26202"/>
                    <a:pt x="11440" y="25026"/>
                    <a:pt x="11654" y="23904"/>
                  </a:cubicBezTo>
                  <a:cubicBezTo>
                    <a:pt x="11868" y="22781"/>
                    <a:pt x="12135" y="21765"/>
                    <a:pt x="12349" y="20910"/>
                  </a:cubicBezTo>
                  <a:cubicBezTo>
                    <a:pt x="12509" y="20482"/>
                    <a:pt x="12616" y="20108"/>
                    <a:pt x="12723" y="19734"/>
                  </a:cubicBezTo>
                  <a:cubicBezTo>
                    <a:pt x="12884" y="19413"/>
                    <a:pt x="12937" y="19146"/>
                    <a:pt x="13044" y="18932"/>
                  </a:cubicBezTo>
                  <a:lnTo>
                    <a:pt x="13365" y="18237"/>
                  </a:lnTo>
                  <a:close/>
                  <a:moveTo>
                    <a:pt x="2780" y="26363"/>
                  </a:moveTo>
                  <a:lnTo>
                    <a:pt x="3048" y="26737"/>
                  </a:lnTo>
                  <a:cubicBezTo>
                    <a:pt x="3208" y="27004"/>
                    <a:pt x="3422" y="27325"/>
                    <a:pt x="3689" y="27806"/>
                  </a:cubicBezTo>
                  <a:cubicBezTo>
                    <a:pt x="3903" y="28234"/>
                    <a:pt x="4170" y="28768"/>
                    <a:pt x="4437" y="29410"/>
                  </a:cubicBezTo>
                  <a:cubicBezTo>
                    <a:pt x="4705" y="29998"/>
                    <a:pt x="4972" y="30693"/>
                    <a:pt x="5239" y="31388"/>
                  </a:cubicBezTo>
                  <a:cubicBezTo>
                    <a:pt x="5453" y="32136"/>
                    <a:pt x="5667" y="32831"/>
                    <a:pt x="5827" y="33579"/>
                  </a:cubicBezTo>
                  <a:cubicBezTo>
                    <a:pt x="5988" y="34274"/>
                    <a:pt x="6148" y="34916"/>
                    <a:pt x="6255" y="35504"/>
                  </a:cubicBezTo>
                  <a:cubicBezTo>
                    <a:pt x="6308" y="36092"/>
                    <a:pt x="6362" y="36626"/>
                    <a:pt x="6415" y="36947"/>
                  </a:cubicBezTo>
                  <a:cubicBezTo>
                    <a:pt x="6362" y="36626"/>
                    <a:pt x="6255" y="36145"/>
                    <a:pt x="6148" y="35611"/>
                  </a:cubicBezTo>
                  <a:cubicBezTo>
                    <a:pt x="5988" y="35076"/>
                    <a:pt x="5827" y="34381"/>
                    <a:pt x="5667" y="33740"/>
                  </a:cubicBezTo>
                  <a:cubicBezTo>
                    <a:pt x="5453" y="33045"/>
                    <a:pt x="5239" y="32350"/>
                    <a:pt x="4972" y="31655"/>
                  </a:cubicBezTo>
                  <a:cubicBezTo>
                    <a:pt x="4705" y="30960"/>
                    <a:pt x="4491" y="30265"/>
                    <a:pt x="4277" y="29624"/>
                  </a:cubicBezTo>
                  <a:cubicBezTo>
                    <a:pt x="4010" y="28982"/>
                    <a:pt x="3796" y="28447"/>
                    <a:pt x="3529" y="27966"/>
                  </a:cubicBezTo>
                  <a:cubicBezTo>
                    <a:pt x="3315" y="27485"/>
                    <a:pt x="3154" y="27058"/>
                    <a:pt x="2994" y="26790"/>
                  </a:cubicBezTo>
                  <a:lnTo>
                    <a:pt x="2780" y="26363"/>
                  </a:lnTo>
                  <a:close/>
                  <a:moveTo>
                    <a:pt x="14808" y="28287"/>
                  </a:moveTo>
                  <a:lnTo>
                    <a:pt x="14755" y="28715"/>
                  </a:lnTo>
                  <a:cubicBezTo>
                    <a:pt x="14648" y="29035"/>
                    <a:pt x="14594" y="29463"/>
                    <a:pt x="14434" y="29944"/>
                  </a:cubicBezTo>
                  <a:cubicBezTo>
                    <a:pt x="14327" y="30425"/>
                    <a:pt x="14167" y="30960"/>
                    <a:pt x="14006" y="31548"/>
                  </a:cubicBezTo>
                  <a:cubicBezTo>
                    <a:pt x="13792" y="32136"/>
                    <a:pt x="13632" y="32777"/>
                    <a:pt x="13418" y="33419"/>
                  </a:cubicBezTo>
                  <a:cubicBezTo>
                    <a:pt x="13204" y="34007"/>
                    <a:pt x="12990" y="34595"/>
                    <a:pt x="12723" y="35183"/>
                  </a:cubicBezTo>
                  <a:cubicBezTo>
                    <a:pt x="12509" y="35771"/>
                    <a:pt x="12296" y="36252"/>
                    <a:pt x="12135" y="36680"/>
                  </a:cubicBezTo>
                  <a:cubicBezTo>
                    <a:pt x="11921" y="37107"/>
                    <a:pt x="11761" y="37482"/>
                    <a:pt x="11654" y="37695"/>
                  </a:cubicBezTo>
                  <a:lnTo>
                    <a:pt x="11494" y="38123"/>
                  </a:lnTo>
                  <a:lnTo>
                    <a:pt x="11601" y="37695"/>
                  </a:lnTo>
                  <a:lnTo>
                    <a:pt x="11975" y="36573"/>
                  </a:lnTo>
                  <a:lnTo>
                    <a:pt x="12509" y="34969"/>
                  </a:lnTo>
                  <a:cubicBezTo>
                    <a:pt x="12723" y="34435"/>
                    <a:pt x="12937" y="33793"/>
                    <a:pt x="13151" y="33205"/>
                  </a:cubicBezTo>
                  <a:cubicBezTo>
                    <a:pt x="13311" y="32564"/>
                    <a:pt x="13578" y="31976"/>
                    <a:pt x="13739" y="31388"/>
                  </a:cubicBezTo>
                  <a:lnTo>
                    <a:pt x="14273" y="29837"/>
                  </a:lnTo>
                  <a:lnTo>
                    <a:pt x="14648" y="28715"/>
                  </a:lnTo>
                  <a:lnTo>
                    <a:pt x="14808" y="28287"/>
                  </a:lnTo>
                  <a:close/>
                  <a:moveTo>
                    <a:pt x="14327" y="37695"/>
                  </a:moveTo>
                  <a:lnTo>
                    <a:pt x="14167" y="38230"/>
                  </a:lnTo>
                  <a:cubicBezTo>
                    <a:pt x="14060" y="38604"/>
                    <a:pt x="13846" y="39085"/>
                    <a:pt x="13685" y="39673"/>
                  </a:cubicBezTo>
                  <a:cubicBezTo>
                    <a:pt x="13472" y="40261"/>
                    <a:pt x="13151" y="40903"/>
                    <a:pt x="12884" y="41598"/>
                  </a:cubicBezTo>
                  <a:cubicBezTo>
                    <a:pt x="12563" y="42293"/>
                    <a:pt x="12189" y="42988"/>
                    <a:pt x="11868" y="43683"/>
                  </a:cubicBezTo>
                  <a:cubicBezTo>
                    <a:pt x="11547" y="44378"/>
                    <a:pt x="11119" y="45019"/>
                    <a:pt x="10745" y="45607"/>
                  </a:cubicBezTo>
                  <a:cubicBezTo>
                    <a:pt x="10371" y="46195"/>
                    <a:pt x="9997" y="46730"/>
                    <a:pt x="9676" y="47157"/>
                  </a:cubicBezTo>
                  <a:cubicBezTo>
                    <a:pt x="9355" y="47638"/>
                    <a:pt x="9088" y="47959"/>
                    <a:pt x="8874" y="48173"/>
                  </a:cubicBezTo>
                  <a:lnTo>
                    <a:pt x="8607" y="48547"/>
                  </a:lnTo>
                  <a:lnTo>
                    <a:pt x="8821" y="48066"/>
                  </a:lnTo>
                  <a:cubicBezTo>
                    <a:pt x="8981" y="47745"/>
                    <a:pt x="9195" y="47318"/>
                    <a:pt x="9516" y="46783"/>
                  </a:cubicBezTo>
                  <a:cubicBezTo>
                    <a:pt x="9783" y="46302"/>
                    <a:pt x="10104" y="45714"/>
                    <a:pt x="10425" y="45072"/>
                  </a:cubicBezTo>
                  <a:cubicBezTo>
                    <a:pt x="10745" y="44431"/>
                    <a:pt x="11066" y="43790"/>
                    <a:pt x="11440" y="43095"/>
                  </a:cubicBezTo>
                  <a:cubicBezTo>
                    <a:pt x="11868" y="42346"/>
                    <a:pt x="12135" y="41758"/>
                    <a:pt x="12456" y="41117"/>
                  </a:cubicBezTo>
                  <a:cubicBezTo>
                    <a:pt x="12830" y="40475"/>
                    <a:pt x="13151" y="39887"/>
                    <a:pt x="13418" y="39353"/>
                  </a:cubicBezTo>
                  <a:cubicBezTo>
                    <a:pt x="13632" y="38818"/>
                    <a:pt x="13899" y="38444"/>
                    <a:pt x="14060" y="38123"/>
                  </a:cubicBezTo>
                  <a:lnTo>
                    <a:pt x="14327" y="37695"/>
                  </a:lnTo>
                  <a:close/>
                  <a:moveTo>
                    <a:pt x="2299" y="35504"/>
                  </a:moveTo>
                  <a:cubicBezTo>
                    <a:pt x="2299" y="35504"/>
                    <a:pt x="2406" y="35718"/>
                    <a:pt x="2513" y="36038"/>
                  </a:cubicBezTo>
                  <a:cubicBezTo>
                    <a:pt x="2727" y="36573"/>
                    <a:pt x="2887" y="37054"/>
                    <a:pt x="3048" y="37589"/>
                  </a:cubicBezTo>
                  <a:cubicBezTo>
                    <a:pt x="3208" y="38230"/>
                    <a:pt x="3422" y="39032"/>
                    <a:pt x="3582" y="39887"/>
                  </a:cubicBezTo>
                  <a:cubicBezTo>
                    <a:pt x="3742" y="40743"/>
                    <a:pt x="3903" y="41705"/>
                    <a:pt x="4010" y="42613"/>
                  </a:cubicBezTo>
                  <a:cubicBezTo>
                    <a:pt x="4117" y="43576"/>
                    <a:pt x="4224" y="44538"/>
                    <a:pt x="4330" y="45447"/>
                  </a:cubicBezTo>
                  <a:cubicBezTo>
                    <a:pt x="4384" y="46302"/>
                    <a:pt x="4491" y="47157"/>
                    <a:pt x="4544" y="47852"/>
                  </a:cubicBezTo>
                  <a:cubicBezTo>
                    <a:pt x="4651" y="48547"/>
                    <a:pt x="4705" y="49135"/>
                    <a:pt x="4758" y="49563"/>
                  </a:cubicBezTo>
                  <a:lnTo>
                    <a:pt x="4865" y="50204"/>
                  </a:lnTo>
                  <a:lnTo>
                    <a:pt x="4705" y="49563"/>
                  </a:lnTo>
                  <a:cubicBezTo>
                    <a:pt x="4651" y="49189"/>
                    <a:pt x="4491" y="48601"/>
                    <a:pt x="4384" y="47906"/>
                  </a:cubicBezTo>
                  <a:cubicBezTo>
                    <a:pt x="4277" y="47211"/>
                    <a:pt x="4170" y="46355"/>
                    <a:pt x="4063" y="45500"/>
                  </a:cubicBezTo>
                  <a:cubicBezTo>
                    <a:pt x="3956" y="44645"/>
                    <a:pt x="3849" y="43683"/>
                    <a:pt x="3742" y="42720"/>
                  </a:cubicBezTo>
                  <a:cubicBezTo>
                    <a:pt x="3582" y="41812"/>
                    <a:pt x="3475" y="40849"/>
                    <a:pt x="3368" y="39994"/>
                  </a:cubicBezTo>
                  <a:cubicBezTo>
                    <a:pt x="3208" y="39139"/>
                    <a:pt x="3048" y="38337"/>
                    <a:pt x="2887" y="37695"/>
                  </a:cubicBezTo>
                  <a:cubicBezTo>
                    <a:pt x="2727" y="37001"/>
                    <a:pt x="2566" y="36466"/>
                    <a:pt x="2460" y="36092"/>
                  </a:cubicBezTo>
                  <a:cubicBezTo>
                    <a:pt x="2353" y="35718"/>
                    <a:pt x="2299" y="35504"/>
                    <a:pt x="2299" y="35504"/>
                  </a:cubicBezTo>
                  <a:close/>
                  <a:moveTo>
                    <a:pt x="2406" y="53251"/>
                  </a:moveTo>
                  <a:lnTo>
                    <a:pt x="2460" y="53519"/>
                  </a:lnTo>
                  <a:lnTo>
                    <a:pt x="2566" y="54214"/>
                  </a:lnTo>
                  <a:cubicBezTo>
                    <a:pt x="2620" y="54481"/>
                    <a:pt x="2727" y="54802"/>
                    <a:pt x="2780" y="55176"/>
                  </a:cubicBezTo>
                  <a:cubicBezTo>
                    <a:pt x="2834" y="55497"/>
                    <a:pt x="2887" y="55871"/>
                    <a:pt x="2994" y="56245"/>
                  </a:cubicBezTo>
                  <a:cubicBezTo>
                    <a:pt x="3048" y="56619"/>
                    <a:pt x="3101" y="56993"/>
                    <a:pt x="3208" y="57368"/>
                  </a:cubicBezTo>
                  <a:lnTo>
                    <a:pt x="3368" y="58330"/>
                  </a:lnTo>
                  <a:lnTo>
                    <a:pt x="3529" y="58971"/>
                  </a:lnTo>
                  <a:lnTo>
                    <a:pt x="3582" y="59238"/>
                  </a:lnTo>
                  <a:lnTo>
                    <a:pt x="3422" y="59025"/>
                  </a:lnTo>
                  <a:cubicBezTo>
                    <a:pt x="3368" y="58918"/>
                    <a:pt x="3315" y="58704"/>
                    <a:pt x="3208" y="58437"/>
                  </a:cubicBezTo>
                  <a:cubicBezTo>
                    <a:pt x="3154" y="58169"/>
                    <a:pt x="2994" y="57849"/>
                    <a:pt x="2941" y="57528"/>
                  </a:cubicBezTo>
                  <a:cubicBezTo>
                    <a:pt x="2834" y="57154"/>
                    <a:pt x="2780" y="56779"/>
                    <a:pt x="2673" y="56405"/>
                  </a:cubicBezTo>
                  <a:cubicBezTo>
                    <a:pt x="2620" y="56031"/>
                    <a:pt x="2566" y="55657"/>
                    <a:pt x="2513" y="55283"/>
                  </a:cubicBezTo>
                  <a:cubicBezTo>
                    <a:pt x="2460" y="54909"/>
                    <a:pt x="2406" y="54588"/>
                    <a:pt x="2406" y="54267"/>
                  </a:cubicBezTo>
                  <a:cubicBezTo>
                    <a:pt x="2353" y="54000"/>
                    <a:pt x="2406" y="53732"/>
                    <a:pt x="2406" y="53572"/>
                  </a:cubicBezTo>
                  <a:lnTo>
                    <a:pt x="2406" y="53251"/>
                  </a:lnTo>
                  <a:close/>
                  <a:moveTo>
                    <a:pt x="11207" y="1"/>
                  </a:moveTo>
                  <a:cubicBezTo>
                    <a:pt x="9948" y="1"/>
                    <a:pt x="9180" y="2317"/>
                    <a:pt x="7110" y="4232"/>
                  </a:cubicBezTo>
                  <a:cubicBezTo>
                    <a:pt x="4919" y="6210"/>
                    <a:pt x="4865" y="14495"/>
                    <a:pt x="4865" y="14495"/>
                  </a:cubicBezTo>
                  <a:cubicBezTo>
                    <a:pt x="4330" y="12410"/>
                    <a:pt x="4117" y="10272"/>
                    <a:pt x="4170" y="8134"/>
                  </a:cubicBezTo>
                  <a:lnTo>
                    <a:pt x="4170" y="8134"/>
                  </a:lnTo>
                  <a:cubicBezTo>
                    <a:pt x="3101" y="9310"/>
                    <a:pt x="2353" y="10753"/>
                    <a:pt x="1925" y="12357"/>
                  </a:cubicBezTo>
                  <a:cubicBezTo>
                    <a:pt x="1070" y="15244"/>
                    <a:pt x="268" y="18665"/>
                    <a:pt x="3796" y="22033"/>
                  </a:cubicBezTo>
                  <a:cubicBezTo>
                    <a:pt x="2139" y="21605"/>
                    <a:pt x="856" y="20269"/>
                    <a:pt x="428" y="18611"/>
                  </a:cubicBezTo>
                  <a:cubicBezTo>
                    <a:pt x="107" y="20643"/>
                    <a:pt x="1" y="22728"/>
                    <a:pt x="107" y="24759"/>
                  </a:cubicBezTo>
                  <a:cubicBezTo>
                    <a:pt x="268" y="28768"/>
                    <a:pt x="3048" y="28929"/>
                    <a:pt x="4544" y="34542"/>
                  </a:cubicBezTo>
                  <a:cubicBezTo>
                    <a:pt x="4544" y="34542"/>
                    <a:pt x="2566" y="31388"/>
                    <a:pt x="963" y="30158"/>
                  </a:cubicBezTo>
                  <a:lnTo>
                    <a:pt x="963" y="30158"/>
                  </a:lnTo>
                  <a:cubicBezTo>
                    <a:pt x="802" y="32564"/>
                    <a:pt x="1016" y="34969"/>
                    <a:pt x="1551" y="37321"/>
                  </a:cubicBezTo>
                  <a:cubicBezTo>
                    <a:pt x="2353" y="40903"/>
                    <a:pt x="3956" y="46569"/>
                    <a:pt x="3582" y="51060"/>
                  </a:cubicBezTo>
                  <a:cubicBezTo>
                    <a:pt x="3422" y="48601"/>
                    <a:pt x="2834" y="46249"/>
                    <a:pt x="1818" y="44003"/>
                  </a:cubicBezTo>
                  <a:lnTo>
                    <a:pt x="1818" y="44003"/>
                  </a:lnTo>
                  <a:cubicBezTo>
                    <a:pt x="1818" y="44004"/>
                    <a:pt x="2299" y="47371"/>
                    <a:pt x="1765" y="49349"/>
                  </a:cubicBezTo>
                  <a:cubicBezTo>
                    <a:pt x="1177" y="51380"/>
                    <a:pt x="1016" y="52450"/>
                    <a:pt x="1658" y="55978"/>
                  </a:cubicBezTo>
                  <a:cubicBezTo>
                    <a:pt x="1978" y="57849"/>
                    <a:pt x="2887" y="60949"/>
                    <a:pt x="3315" y="62392"/>
                  </a:cubicBezTo>
                  <a:cubicBezTo>
                    <a:pt x="3582" y="61377"/>
                    <a:pt x="3903" y="60361"/>
                    <a:pt x="4117" y="59399"/>
                  </a:cubicBezTo>
                  <a:cubicBezTo>
                    <a:pt x="4812" y="56779"/>
                    <a:pt x="5453" y="54107"/>
                    <a:pt x="5881" y="51380"/>
                  </a:cubicBezTo>
                  <a:lnTo>
                    <a:pt x="6041" y="50365"/>
                  </a:lnTo>
                  <a:lnTo>
                    <a:pt x="6201" y="49349"/>
                  </a:lnTo>
                  <a:lnTo>
                    <a:pt x="6522" y="47264"/>
                  </a:lnTo>
                  <a:lnTo>
                    <a:pt x="6736" y="45179"/>
                  </a:lnTo>
                  <a:cubicBezTo>
                    <a:pt x="6789" y="44538"/>
                    <a:pt x="6896" y="43790"/>
                    <a:pt x="6950" y="43095"/>
                  </a:cubicBezTo>
                  <a:cubicBezTo>
                    <a:pt x="7164" y="40315"/>
                    <a:pt x="7324" y="37482"/>
                    <a:pt x="7378" y="34702"/>
                  </a:cubicBezTo>
                  <a:cubicBezTo>
                    <a:pt x="7431" y="31869"/>
                    <a:pt x="7378" y="29089"/>
                    <a:pt x="7217" y="26256"/>
                  </a:cubicBezTo>
                  <a:cubicBezTo>
                    <a:pt x="7110" y="23423"/>
                    <a:pt x="6950" y="20589"/>
                    <a:pt x="6950" y="17649"/>
                  </a:cubicBezTo>
                  <a:cubicBezTo>
                    <a:pt x="6950" y="16152"/>
                    <a:pt x="7057" y="14709"/>
                    <a:pt x="7217" y="13266"/>
                  </a:cubicBezTo>
                  <a:cubicBezTo>
                    <a:pt x="7431" y="11822"/>
                    <a:pt x="7752" y="10433"/>
                    <a:pt x="8233" y="9096"/>
                  </a:cubicBezTo>
                  <a:cubicBezTo>
                    <a:pt x="8304" y="8954"/>
                    <a:pt x="8399" y="8859"/>
                    <a:pt x="8486" y="8859"/>
                  </a:cubicBezTo>
                  <a:cubicBezTo>
                    <a:pt x="8530" y="8859"/>
                    <a:pt x="8571" y="8882"/>
                    <a:pt x="8607" y="8936"/>
                  </a:cubicBezTo>
                  <a:cubicBezTo>
                    <a:pt x="8767" y="9043"/>
                    <a:pt x="8767" y="9257"/>
                    <a:pt x="8767" y="9417"/>
                  </a:cubicBezTo>
                  <a:cubicBezTo>
                    <a:pt x="8286" y="12143"/>
                    <a:pt x="8019" y="14869"/>
                    <a:pt x="8072" y="17649"/>
                  </a:cubicBezTo>
                  <a:cubicBezTo>
                    <a:pt x="8072" y="20376"/>
                    <a:pt x="8233" y="23209"/>
                    <a:pt x="8393" y="26095"/>
                  </a:cubicBezTo>
                  <a:cubicBezTo>
                    <a:pt x="8500" y="28929"/>
                    <a:pt x="8607" y="31815"/>
                    <a:pt x="8607" y="34702"/>
                  </a:cubicBezTo>
                  <a:cubicBezTo>
                    <a:pt x="8607" y="35397"/>
                    <a:pt x="8607" y="36145"/>
                    <a:pt x="8554" y="36840"/>
                  </a:cubicBezTo>
                  <a:lnTo>
                    <a:pt x="8554" y="37963"/>
                  </a:lnTo>
                  <a:lnTo>
                    <a:pt x="8500" y="39032"/>
                  </a:lnTo>
                  <a:cubicBezTo>
                    <a:pt x="8447" y="39727"/>
                    <a:pt x="8447" y="40475"/>
                    <a:pt x="8393" y="41170"/>
                  </a:cubicBezTo>
                  <a:lnTo>
                    <a:pt x="8233" y="43362"/>
                  </a:lnTo>
                  <a:cubicBezTo>
                    <a:pt x="8179" y="44057"/>
                    <a:pt x="8126" y="44752"/>
                    <a:pt x="8019" y="45500"/>
                  </a:cubicBezTo>
                  <a:lnTo>
                    <a:pt x="7805" y="47638"/>
                  </a:lnTo>
                  <a:lnTo>
                    <a:pt x="7484" y="49777"/>
                  </a:lnTo>
                  <a:lnTo>
                    <a:pt x="7324" y="50846"/>
                  </a:lnTo>
                  <a:lnTo>
                    <a:pt x="7164" y="51861"/>
                  </a:lnTo>
                  <a:cubicBezTo>
                    <a:pt x="7003" y="52556"/>
                    <a:pt x="6896" y="53305"/>
                    <a:pt x="6789" y="54000"/>
                  </a:cubicBezTo>
                  <a:lnTo>
                    <a:pt x="6308" y="56031"/>
                  </a:lnTo>
                  <a:cubicBezTo>
                    <a:pt x="6229" y="56545"/>
                    <a:pt x="6092" y="57030"/>
                    <a:pt x="5960" y="57551"/>
                  </a:cubicBezTo>
                  <a:lnTo>
                    <a:pt x="5960" y="57551"/>
                  </a:lnTo>
                  <a:lnTo>
                    <a:pt x="6255" y="57207"/>
                  </a:lnTo>
                  <a:cubicBezTo>
                    <a:pt x="6415" y="56940"/>
                    <a:pt x="6683" y="56619"/>
                    <a:pt x="7003" y="56138"/>
                  </a:cubicBezTo>
                  <a:cubicBezTo>
                    <a:pt x="7324" y="55710"/>
                    <a:pt x="7698" y="55176"/>
                    <a:pt x="8072" y="54588"/>
                  </a:cubicBezTo>
                  <a:cubicBezTo>
                    <a:pt x="8500" y="54053"/>
                    <a:pt x="8821" y="53412"/>
                    <a:pt x="9195" y="52717"/>
                  </a:cubicBezTo>
                  <a:cubicBezTo>
                    <a:pt x="9569" y="52022"/>
                    <a:pt x="9943" y="51380"/>
                    <a:pt x="10211" y="50632"/>
                  </a:cubicBezTo>
                  <a:cubicBezTo>
                    <a:pt x="10531" y="49937"/>
                    <a:pt x="10799" y="49296"/>
                    <a:pt x="11013" y="48761"/>
                  </a:cubicBezTo>
                  <a:cubicBezTo>
                    <a:pt x="11226" y="48173"/>
                    <a:pt x="11440" y="47692"/>
                    <a:pt x="11547" y="47371"/>
                  </a:cubicBezTo>
                  <a:lnTo>
                    <a:pt x="11761" y="46837"/>
                  </a:lnTo>
                  <a:lnTo>
                    <a:pt x="11601" y="47425"/>
                  </a:lnTo>
                  <a:cubicBezTo>
                    <a:pt x="11494" y="47745"/>
                    <a:pt x="11387" y="48280"/>
                    <a:pt x="11173" y="48868"/>
                  </a:cubicBezTo>
                  <a:cubicBezTo>
                    <a:pt x="10959" y="49509"/>
                    <a:pt x="10745" y="50204"/>
                    <a:pt x="10425" y="50899"/>
                  </a:cubicBezTo>
                  <a:cubicBezTo>
                    <a:pt x="10157" y="51594"/>
                    <a:pt x="9783" y="52343"/>
                    <a:pt x="9409" y="53038"/>
                  </a:cubicBezTo>
                  <a:cubicBezTo>
                    <a:pt x="9088" y="53732"/>
                    <a:pt x="8660" y="54374"/>
                    <a:pt x="8233" y="54909"/>
                  </a:cubicBezTo>
                  <a:cubicBezTo>
                    <a:pt x="7912" y="55443"/>
                    <a:pt x="7538" y="55924"/>
                    <a:pt x="7110" y="56352"/>
                  </a:cubicBezTo>
                  <a:cubicBezTo>
                    <a:pt x="6789" y="56779"/>
                    <a:pt x="6469" y="57100"/>
                    <a:pt x="6255" y="57261"/>
                  </a:cubicBezTo>
                  <a:lnTo>
                    <a:pt x="5959" y="57557"/>
                  </a:lnTo>
                  <a:lnTo>
                    <a:pt x="5959" y="57557"/>
                  </a:lnTo>
                  <a:cubicBezTo>
                    <a:pt x="5959" y="57555"/>
                    <a:pt x="5960" y="57553"/>
                    <a:pt x="5960" y="57551"/>
                  </a:cubicBezTo>
                  <a:lnTo>
                    <a:pt x="5960" y="57551"/>
                  </a:lnTo>
                  <a:lnTo>
                    <a:pt x="5934" y="57581"/>
                  </a:lnTo>
                  <a:lnTo>
                    <a:pt x="5959" y="57557"/>
                  </a:lnTo>
                  <a:lnTo>
                    <a:pt x="5959" y="57557"/>
                  </a:lnTo>
                  <a:cubicBezTo>
                    <a:pt x="5913" y="57738"/>
                    <a:pt x="5869" y="57923"/>
                    <a:pt x="5827" y="58116"/>
                  </a:cubicBezTo>
                  <a:cubicBezTo>
                    <a:pt x="5667" y="58811"/>
                    <a:pt x="5507" y="59345"/>
                    <a:pt x="5346" y="59987"/>
                  </a:cubicBezTo>
                  <a:cubicBezTo>
                    <a:pt x="8607" y="54641"/>
                    <a:pt x="10745" y="54855"/>
                    <a:pt x="12990" y="47692"/>
                  </a:cubicBezTo>
                  <a:cubicBezTo>
                    <a:pt x="15610" y="39353"/>
                    <a:pt x="15556" y="34168"/>
                    <a:pt x="15556" y="34167"/>
                  </a:cubicBezTo>
                  <a:lnTo>
                    <a:pt x="15556" y="34167"/>
                  </a:lnTo>
                  <a:lnTo>
                    <a:pt x="11547" y="41437"/>
                  </a:lnTo>
                  <a:cubicBezTo>
                    <a:pt x="11547" y="41437"/>
                    <a:pt x="15182" y="32510"/>
                    <a:pt x="15770" y="29410"/>
                  </a:cubicBezTo>
                  <a:cubicBezTo>
                    <a:pt x="16358" y="26309"/>
                    <a:pt x="14273" y="20376"/>
                    <a:pt x="14434" y="18023"/>
                  </a:cubicBezTo>
                  <a:cubicBezTo>
                    <a:pt x="14541" y="15725"/>
                    <a:pt x="14915" y="12625"/>
                    <a:pt x="14915" y="12624"/>
                  </a:cubicBezTo>
                  <a:lnTo>
                    <a:pt x="14915" y="12624"/>
                  </a:lnTo>
                  <a:cubicBezTo>
                    <a:pt x="14915" y="12625"/>
                    <a:pt x="11654" y="17543"/>
                    <a:pt x="11013" y="22460"/>
                  </a:cubicBezTo>
                  <a:cubicBezTo>
                    <a:pt x="11013" y="22460"/>
                    <a:pt x="11226" y="15458"/>
                    <a:pt x="14060" y="10486"/>
                  </a:cubicBezTo>
                  <a:cubicBezTo>
                    <a:pt x="13418" y="8615"/>
                    <a:pt x="13097" y="6637"/>
                    <a:pt x="13151" y="4659"/>
                  </a:cubicBezTo>
                  <a:cubicBezTo>
                    <a:pt x="13258" y="1505"/>
                    <a:pt x="12777" y="383"/>
                    <a:pt x="11440" y="9"/>
                  </a:cubicBezTo>
                  <a:lnTo>
                    <a:pt x="11333" y="9"/>
                  </a:lnTo>
                  <a:cubicBezTo>
                    <a:pt x="11291" y="3"/>
                    <a:pt x="11249" y="1"/>
                    <a:pt x="112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34"/>
            <p:cNvSpPr/>
            <p:nvPr/>
          </p:nvSpPr>
          <p:spPr>
            <a:xfrm>
              <a:off x="3832050" y="2248075"/>
              <a:ext cx="316750" cy="21425"/>
            </a:xfrm>
            <a:custGeom>
              <a:avLst/>
              <a:gdLst/>
              <a:ahLst/>
              <a:cxnLst/>
              <a:rect l="l" t="t" r="r" b="b"/>
              <a:pathLst>
                <a:path w="12670" h="857" extrusionOk="0">
                  <a:moveTo>
                    <a:pt x="9462" y="1"/>
                  </a:moveTo>
                  <a:cubicBezTo>
                    <a:pt x="8393" y="1"/>
                    <a:pt x="7377" y="1"/>
                    <a:pt x="6308" y="54"/>
                  </a:cubicBezTo>
                  <a:cubicBezTo>
                    <a:pt x="5800" y="81"/>
                    <a:pt x="5279" y="94"/>
                    <a:pt x="4751" y="94"/>
                  </a:cubicBezTo>
                  <a:cubicBezTo>
                    <a:pt x="4223" y="94"/>
                    <a:pt x="3689" y="81"/>
                    <a:pt x="3154" y="54"/>
                  </a:cubicBezTo>
                  <a:lnTo>
                    <a:pt x="0" y="1"/>
                  </a:lnTo>
                  <a:lnTo>
                    <a:pt x="0" y="1"/>
                  </a:lnTo>
                  <a:cubicBezTo>
                    <a:pt x="1016" y="322"/>
                    <a:pt x="2085" y="535"/>
                    <a:pt x="3154" y="642"/>
                  </a:cubicBezTo>
                  <a:cubicBezTo>
                    <a:pt x="4170" y="803"/>
                    <a:pt x="5239" y="856"/>
                    <a:pt x="6308" y="856"/>
                  </a:cubicBezTo>
                  <a:cubicBezTo>
                    <a:pt x="7377" y="856"/>
                    <a:pt x="8446" y="749"/>
                    <a:pt x="9515" y="642"/>
                  </a:cubicBezTo>
                  <a:cubicBezTo>
                    <a:pt x="10584" y="535"/>
                    <a:pt x="11600" y="322"/>
                    <a:pt x="126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34"/>
            <p:cNvSpPr/>
            <p:nvPr/>
          </p:nvSpPr>
          <p:spPr>
            <a:xfrm>
              <a:off x="3659650" y="506300"/>
              <a:ext cx="662875" cy="2208550"/>
            </a:xfrm>
            <a:custGeom>
              <a:avLst/>
              <a:gdLst/>
              <a:ahLst/>
              <a:cxnLst/>
              <a:rect l="l" t="t" r="r" b="b"/>
              <a:pathLst>
                <a:path w="26515" h="88342" extrusionOk="0">
                  <a:moveTo>
                    <a:pt x="20567" y="919"/>
                  </a:moveTo>
                  <a:cubicBezTo>
                    <a:pt x="20607" y="919"/>
                    <a:pt x="20647" y="921"/>
                    <a:pt x="20688" y="927"/>
                  </a:cubicBezTo>
                  <a:lnTo>
                    <a:pt x="20795" y="927"/>
                  </a:lnTo>
                  <a:cubicBezTo>
                    <a:pt x="22131" y="1301"/>
                    <a:pt x="22666" y="2423"/>
                    <a:pt x="22559" y="5577"/>
                  </a:cubicBezTo>
                  <a:cubicBezTo>
                    <a:pt x="22505" y="7555"/>
                    <a:pt x="22826" y="9587"/>
                    <a:pt x="23468" y="11458"/>
                  </a:cubicBezTo>
                  <a:cubicBezTo>
                    <a:pt x="20634" y="16429"/>
                    <a:pt x="20421" y="23432"/>
                    <a:pt x="20421" y="23432"/>
                  </a:cubicBezTo>
                  <a:cubicBezTo>
                    <a:pt x="21009" y="18461"/>
                    <a:pt x="24323" y="13543"/>
                    <a:pt x="24323" y="13542"/>
                  </a:cubicBezTo>
                  <a:lnTo>
                    <a:pt x="24323" y="13542"/>
                  </a:lnTo>
                  <a:cubicBezTo>
                    <a:pt x="24323" y="13543"/>
                    <a:pt x="23949" y="16696"/>
                    <a:pt x="23842" y="18995"/>
                  </a:cubicBezTo>
                  <a:cubicBezTo>
                    <a:pt x="23681" y="21294"/>
                    <a:pt x="25713" y="27227"/>
                    <a:pt x="25178" y="30328"/>
                  </a:cubicBezTo>
                  <a:cubicBezTo>
                    <a:pt x="24590" y="33428"/>
                    <a:pt x="20955" y="42355"/>
                    <a:pt x="20955" y="42355"/>
                  </a:cubicBezTo>
                  <a:lnTo>
                    <a:pt x="24911" y="35085"/>
                  </a:lnTo>
                  <a:lnTo>
                    <a:pt x="24911" y="35085"/>
                  </a:lnTo>
                  <a:cubicBezTo>
                    <a:pt x="24911" y="35086"/>
                    <a:pt x="24964" y="40271"/>
                    <a:pt x="22345" y="48610"/>
                  </a:cubicBezTo>
                  <a:cubicBezTo>
                    <a:pt x="20100" y="55773"/>
                    <a:pt x="17962" y="55559"/>
                    <a:pt x="14701" y="60851"/>
                  </a:cubicBezTo>
                  <a:cubicBezTo>
                    <a:pt x="14861" y="60263"/>
                    <a:pt x="15021" y="59622"/>
                    <a:pt x="15182" y="58980"/>
                  </a:cubicBezTo>
                  <a:cubicBezTo>
                    <a:pt x="15342" y="58392"/>
                    <a:pt x="15556" y="57644"/>
                    <a:pt x="15663" y="56949"/>
                  </a:cubicBezTo>
                  <a:lnTo>
                    <a:pt x="16144" y="54864"/>
                  </a:lnTo>
                  <a:cubicBezTo>
                    <a:pt x="16251" y="54223"/>
                    <a:pt x="16358" y="53474"/>
                    <a:pt x="16518" y="52779"/>
                  </a:cubicBezTo>
                  <a:lnTo>
                    <a:pt x="16679" y="51764"/>
                  </a:lnTo>
                  <a:lnTo>
                    <a:pt x="16839" y="50695"/>
                  </a:lnTo>
                  <a:lnTo>
                    <a:pt x="17160" y="48556"/>
                  </a:lnTo>
                  <a:lnTo>
                    <a:pt x="17374" y="46418"/>
                  </a:lnTo>
                  <a:cubicBezTo>
                    <a:pt x="17480" y="45670"/>
                    <a:pt x="17534" y="44975"/>
                    <a:pt x="17587" y="44226"/>
                  </a:cubicBezTo>
                  <a:lnTo>
                    <a:pt x="17748" y="42088"/>
                  </a:lnTo>
                  <a:cubicBezTo>
                    <a:pt x="17801" y="41340"/>
                    <a:pt x="17801" y="40645"/>
                    <a:pt x="17855" y="39950"/>
                  </a:cubicBezTo>
                  <a:lnTo>
                    <a:pt x="17908" y="38827"/>
                  </a:lnTo>
                  <a:lnTo>
                    <a:pt x="17908" y="37758"/>
                  </a:lnTo>
                  <a:cubicBezTo>
                    <a:pt x="17908" y="37010"/>
                    <a:pt x="17962" y="36315"/>
                    <a:pt x="17962" y="35566"/>
                  </a:cubicBezTo>
                  <a:cubicBezTo>
                    <a:pt x="17962" y="32680"/>
                    <a:pt x="17908" y="29847"/>
                    <a:pt x="17748" y="26960"/>
                  </a:cubicBezTo>
                  <a:cubicBezTo>
                    <a:pt x="17587" y="24127"/>
                    <a:pt x="17427" y="21294"/>
                    <a:pt x="17427" y="18514"/>
                  </a:cubicBezTo>
                  <a:cubicBezTo>
                    <a:pt x="17427" y="15787"/>
                    <a:pt x="17641" y="13061"/>
                    <a:pt x="18122" y="10388"/>
                  </a:cubicBezTo>
                  <a:cubicBezTo>
                    <a:pt x="18175" y="10175"/>
                    <a:pt x="18122" y="10014"/>
                    <a:pt x="18015" y="9854"/>
                  </a:cubicBezTo>
                  <a:cubicBezTo>
                    <a:pt x="17979" y="9818"/>
                    <a:pt x="17932" y="9800"/>
                    <a:pt x="17882" y="9800"/>
                  </a:cubicBezTo>
                  <a:cubicBezTo>
                    <a:pt x="17783" y="9800"/>
                    <a:pt x="17676" y="9872"/>
                    <a:pt x="17641" y="10014"/>
                  </a:cubicBezTo>
                  <a:cubicBezTo>
                    <a:pt x="17160" y="11351"/>
                    <a:pt x="16839" y="12740"/>
                    <a:pt x="16625" y="14184"/>
                  </a:cubicBezTo>
                  <a:cubicBezTo>
                    <a:pt x="16465" y="15627"/>
                    <a:pt x="16358" y="17124"/>
                    <a:pt x="16358" y="18567"/>
                  </a:cubicBezTo>
                  <a:cubicBezTo>
                    <a:pt x="16358" y="21507"/>
                    <a:pt x="16518" y="24341"/>
                    <a:pt x="16625" y="27174"/>
                  </a:cubicBezTo>
                  <a:cubicBezTo>
                    <a:pt x="16732" y="30007"/>
                    <a:pt x="16786" y="32787"/>
                    <a:pt x="16732" y="35620"/>
                  </a:cubicBezTo>
                  <a:cubicBezTo>
                    <a:pt x="16732" y="38453"/>
                    <a:pt x="16572" y="41233"/>
                    <a:pt x="16358" y="44066"/>
                  </a:cubicBezTo>
                  <a:cubicBezTo>
                    <a:pt x="16304" y="44761"/>
                    <a:pt x="16197" y="45456"/>
                    <a:pt x="16144" y="46151"/>
                  </a:cubicBezTo>
                  <a:lnTo>
                    <a:pt x="15930" y="48182"/>
                  </a:lnTo>
                  <a:lnTo>
                    <a:pt x="15609" y="50267"/>
                  </a:lnTo>
                  <a:lnTo>
                    <a:pt x="15449" y="51283"/>
                  </a:lnTo>
                  <a:lnTo>
                    <a:pt x="15289" y="52298"/>
                  </a:lnTo>
                  <a:cubicBezTo>
                    <a:pt x="14808" y="55025"/>
                    <a:pt x="14220" y="57644"/>
                    <a:pt x="13525" y="60317"/>
                  </a:cubicBezTo>
                  <a:cubicBezTo>
                    <a:pt x="13311" y="61333"/>
                    <a:pt x="12990" y="62348"/>
                    <a:pt x="12723" y="63310"/>
                  </a:cubicBezTo>
                  <a:cubicBezTo>
                    <a:pt x="12295" y="61867"/>
                    <a:pt x="11386" y="58767"/>
                    <a:pt x="11012" y="56896"/>
                  </a:cubicBezTo>
                  <a:cubicBezTo>
                    <a:pt x="10371" y="53421"/>
                    <a:pt x="10585" y="52298"/>
                    <a:pt x="11119" y="50267"/>
                  </a:cubicBezTo>
                  <a:cubicBezTo>
                    <a:pt x="11707" y="48289"/>
                    <a:pt x="11226" y="44922"/>
                    <a:pt x="11226" y="44921"/>
                  </a:cubicBezTo>
                  <a:lnTo>
                    <a:pt x="11226" y="44921"/>
                  </a:lnTo>
                  <a:cubicBezTo>
                    <a:pt x="12242" y="47167"/>
                    <a:pt x="12830" y="49519"/>
                    <a:pt x="12990" y="51978"/>
                  </a:cubicBezTo>
                  <a:cubicBezTo>
                    <a:pt x="13364" y="47541"/>
                    <a:pt x="11761" y="41821"/>
                    <a:pt x="10959" y="38239"/>
                  </a:cubicBezTo>
                  <a:cubicBezTo>
                    <a:pt x="10424" y="35941"/>
                    <a:pt x="10210" y="33482"/>
                    <a:pt x="10317" y="31076"/>
                  </a:cubicBezTo>
                  <a:lnTo>
                    <a:pt x="10317" y="31076"/>
                  </a:lnTo>
                  <a:cubicBezTo>
                    <a:pt x="11974" y="32306"/>
                    <a:pt x="13952" y="35460"/>
                    <a:pt x="13952" y="35460"/>
                  </a:cubicBezTo>
                  <a:cubicBezTo>
                    <a:pt x="12456" y="29900"/>
                    <a:pt x="9676" y="29740"/>
                    <a:pt x="9515" y="25730"/>
                  </a:cubicBezTo>
                  <a:cubicBezTo>
                    <a:pt x="9409" y="23646"/>
                    <a:pt x="9515" y="21614"/>
                    <a:pt x="9836" y="19529"/>
                  </a:cubicBezTo>
                  <a:cubicBezTo>
                    <a:pt x="10264" y="21240"/>
                    <a:pt x="11547" y="22523"/>
                    <a:pt x="13204" y="22951"/>
                  </a:cubicBezTo>
                  <a:cubicBezTo>
                    <a:pt x="9676" y="19636"/>
                    <a:pt x="10478" y="16162"/>
                    <a:pt x="11333" y="13275"/>
                  </a:cubicBezTo>
                  <a:cubicBezTo>
                    <a:pt x="11707" y="11725"/>
                    <a:pt x="12509" y="10281"/>
                    <a:pt x="13578" y="9052"/>
                  </a:cubicBezTo>
                  <a:lnTo>
                    <a:pt x="13578" y="9052"/>
                  </a:lnTo>
                  <a:cubicBezTo>
                    <a:pt x="13525" y="11190"/>
                    <a:pt x="13738" y="13328"/>
                    <a:pt x="14220" y="15413"/>
                  </a:cubicBezTo>
                  <a:cubicBezTo>
                    <a:pt x="14220" y="15413"/>
                    <a:pt x="14273" y="7181"/>
                    <a:pt x="16465" y="5150"/>
                  </a:cubicBezTo>
                  <a:cubicBezTo>
                    <a:pt x="18638" y="3235"/>
                    <a:pt x="19359" y="919"/>
                    <a:pt x="20567" y="919"/>
                  </a:cubicBezTo>
                  <a:close/>
                  <a:moveTo>
                    <a:pt x="11814" y="63150"/>
                  </a:moveTo>
                  <a:lnTo>
                    <a:pt x="11868" y="63310"/>
                  </a:lnTo>
                  <a:cubicBezTo>
                    <a:pt x="11921" y="63471"/>
                    <a:pt x="11974" y="63631"/>
                    <a:pt x="12028" y="63792"/>
                  </a:cubicBezTo>
                  <a:cubicBezTo>
                    <a:pt x="10798" y="63738"/>
                    <a:pt x="9569" y="63631"/>
                    <a:pt x="8339" y="63471"/>
                  </a:cubicBezTo>
                  <a:cubicBezTo>
                    <a:pt x="9462" y="63257"/>
                    <a:pt x="10638" y="63150"/>
                    <a:pt x="11814" y="63150"/>
                  </a:cubicBezTo>
                  <a:close/>
                  <a:moveTo>
                    <a:pt x="14487" y="63150"/>
                  </a:moveTo>
                  <a:cubicBezTo>
                    <a:pt x="15716" y="63150"/>
                    <a:pt x="16892" y="63257"/>
                    <a:pt x="18122" y="63471"/>
                  </a:cubicBezTo>
                  <a:cubicBezTo>
                    <a:pt x="16732" y="63685"/>
                    <a:pt x="15342" y="63792"/>
                    <a:pt x="14006" y="63792"/>
                  </a:cubicBezTo>
                  <a:cubicBezTo>
                    <a:pt x="14166" y="63578"/>
                    <a:pt x="14327" y="63310"/>
                    <a:pt x="14487" y="63150"/>
                  </a:cubicBezTo>
                  <a:close/>
                  <a:moveTo>
                    <a:pt x="17908" y="10175"/>
                  </a:moveTo>
                  <a:cubicBezTo>
                    <a:pt x="17267" y="12847"/>
                    <a:pt x="16946" y="15627"/>
                    <a:pt x="16999" y="18353"/>
                  </a:cubicBezTo>
                  <a:cubicBezTo>
                    <a:pt x="16999" y="21133"/>
                    <a:pt x="17160" y="23913"/>
                    <a:pt x="17320" y="26693"/>
                  </a:cubicBezTo>
                  <a:cubicBezTo>
                    <a:pt x="17641" y="32306"/>
                    <a:pt x="17587" y="37919"/>
                    <a:pt x="17160" y="43478"/>
                  </a:cubicBezTo>
                  <a:cubicBezTo>
                    <a:pt x="17053" y="44868"/>
                    <a:pt x="16946" y="46258"/>
                    <a:pt x="16786" y="47648"/>
                  </a:cubicBezTo>
                  <a:cubicBezTo>
                    <a:pt x="16625" y="49038"/>
                    <a:pt x="16411" y="50374"/>
                    <a:pt x="16197" y="51764"/>
                  </a:cubicBezTo>
                  <a:cubicBezTo>
                    <a:pt x="15716" y="54490"/>
                    <a:pt x="15182" y="57163"/>
                    <a:pt x="14487" y="59782"/>
                  </a:cubicBezTo>
                  <a:cubicBezTo>
                    <a:pt x="14113" y="61172"/>
                    <a:pt x="13738" y="62562"/>
                    <a:pt x="13311" y="63898"/>
                  </a:cubicBezTo>
                  <a:lnTo>
                    <a:pt x="13097" y="63898"/>
                  </a:lnTo>
                  <a:cubicBezTo>
                    <a:pt x="13525" y="62509"/>
                    <a:pt x="13899" y="61065"/>
                    <a:pt x="14273" y="59622"/>
                  </a:cubicBezTo>
                  <a:cubicBezTo>
                    <a:pt x="14968" y="57056"/>
                    <a:pt x="15503" y="54383"/>
                    <a:pt x="15930" y="51657"/>
                  </a:cubicBezTo>
                  <a:cubicBezTo>
                    <a:pt x="16144" y="50320"/>
                    <a:pt x="16304" y="48931"/>
                    <a:pt x="16518" y="47594"/>
                  </a:cubicBezTo>
                  <a:cubicBezTo>
                    <a:pt x="16679" y="46204"/>
                    <a:pt x="16786" y="44814"/>
                    <a:pt x="16892" y="43425"/>
                  </a:cubicBezTo>
                  <a:cubicBezTo>
                    <a:pt x="17320" y="37919"/>
                    <a:pt x="17374" y="32306"/>
                    <a:pt x="17106" y="26746"/>
                  </a:cubicBezTo>
                  <a:cubicBezTo>
                    <a:pt x="16999" y="23966"/>
                    <a:pt x="16839" y="21187"/>
                    <a:pt x="16839" y="18353"/>
                  </a:cubicBezTo>
                  <a:cubicBezTo>
                    <a:pt x="16839" y="15627"/>
                    <a:pt x="17213" y="12847"/>
                    <a:pt x="17908" y="10175"/>
                  </a:cubicBezTo>
                  <a:close/>
                  <a:moveTo>
                    <a:pt x="7324" y="64486"/>
                  </a:moveTo>
                  <a:cubicBezTo>
                    <a:pt x="9248" y="64807"/>
                    <a:pt x="11226" y="64968"/>
                    <a:pt x="13204" y="64968"/>
                  </a:cubicBezTo>
                  <a:cubicBezTo>
                    <a:pt x="14166" y="64968"/>
                    <a:pt x="15075" y="64968"/>
                    <a:pt x="15823" y="64914"/>
                  </a:cubicBezTo>
                  <a:lnTo>
                    <a:pt x="15823" y="64914"/>
                  </a:lnTo>
                  <a:cubicBezTo>
                    <a:pt x="14029" y="65185"/>
                    <a:pt x="12235" y="65327"/>
                    <a:pt x="10441" y="65327"/>
                  </a:cubicBezTo>
                  <a:cubicBezTo>
                    <a:pt x="9402" y="65327"/>
                    <a:pt x="8363" y="65279"/>
                    <a:pt x="7324" y="65181"/>
                  </a:cubicBezTo>
                  <a:lnTo>
                    <a:pt x="7324" y="64486"/>
                  </a:lnTo>
                  <a:close/>
                  <a:moveTo>
                    <a:pt x="19138" y="65128"/>
                  </a:moveTo>
                  <a:lnTo>
                    <a:pt x="19138" y="65823"/>
                  </a:lnTo>
                  <a:cubicBezTo>
                    <a:pt x="16325" y="66565"/>
                    <a:pt x="13427" y="66936"/>
                    <a:pt x="10526" y="66936"/>
                  </a:cubicBezTo>
                  <a:cubicBezTo>
                    <a:pt x="9458" y="66936"/>
                    <a:pt x="8389" y="66886"/>
                    <a:pt x="7324" y="66785"/>
                  </a:cubicBezTo>
                  <a:lnTo>
                    <a:pt x="7324" y="66144"/>
                  </a:lnTo>
                  <a:cubicBezTo>
                    <a:pt x="8303" y="66223"/>
                    <a:pt x="9285" y="66263"/>
                    <a:pt x="10267" y="66263"/>
                  </a:cubicBezTo>
                  <a:cubicBezTo>
                    <a:pt x="13254" y="66263"/>
                    <a:pt x="16241" y="65892"/>
                    <a:pt x="19138" y="65128"/>
                  </a:cubicBezTo>
                  <a:close/>
                  <a:moveTo>
                    <a:pt x="19138" y="66785"/>
                  </a:moveTo>
                  <a:lnTo>
                    <a:pt x="19138" y="67373"/>
                  </a:lnTo>
                  <a:cubicBezTo>
                    <a:pt x="17170" y="67715"/>
                    <a:pt x="15203" y="67886"/>
                    <a:pt x="13236" y="67886"/>
                  </a:cubicBezTo>
                  <a:cubicBezTo>
                    <a:pt x="12744" y="67886"/>
                    <a:pt x="12252" y="67876"/>
                    <a:pt x="11761" y="67854"/>
                  </a:cubicBezTo>
                  <a:cubicBezTo>
                    <a:pt x="14273" y="67747"/>
                    <a:pt x="16732" y="67373"/>
                    <a:pt x="19138" y="66785"/>
                  </a:cubicBezTo>
                  <a:close/>
                  <a:moveTo>
                    <a:pt x="7110" y="68282"/>
                  </a:moveTo>
                  <a:cubicBezTo>
                    <a:pt x="9179" y="68663"/>
                    <a:pt x="11276" y="68850"/>
                    <a:pt x="13372" y="68850"/>
                  </a:cubicBezTo>
                  <a:cubicBezTo>
                    <a:pt x="15392" y="68850"/>
                    <a:pt x="17411" y="68676"/>
                    <a:pt x="19405" y="68335"/>
                  </a:cubicBezTo>
                  <a:cubicBezTo>
                    <a:pt x="19833" y="68389"/>
                    <a:pt x="20153" y="68763"/>
                    <a:pt x="20207" y="69244"/>
                  </a:cubicBezTo>
                  <a:lnTo>
                    <a:pt x="20207" y="70046"/>
                  </a:lnTo>
                  <a:cubicBezTo>
                    <a:pt x="19565" y="70206"/>
                    <a:pt x="17641" y="70634"/>
                    <a:pt x="13311" y="70634"/>
                  </a:cubicBezTo>
                  <a:cubicBezTo>
                    <a:pt x="13025" y="70640"/>
                    <a:pt x="12740" y="70644"/>
                    <a:pt x="12455" y="70644"/>
                  </a:cubicBezTo>
                  <a:cubicBezTo>
                    <a:pt x="10389" y="70644"/>
                    <a:pt x="8328" y="70469"/>
                    <a:pt x="6308" y="70046"/>
                  </a:cubicBezTo>
                  <a:lnTo>
                    <a:pt x="6308" y="69244"/>
                  </a:lnTo>
                  <a:cubicBezTo>
                    <a:pt x="6308" y="68763"/>
                    <a:pt x="6682" y="68389"/>
                    <a:pt x="7110" y="68282"/>
                  </a:cubicBezTo>
                  <a:close/>
                  <a:moveTo>
                    <a:pt x="23254" y="75499"/>
                  </a:moveTo>
                  <a:lnTo>
                    <a:pt x="23254" y="75499"/>
                  </a:lnTo>
                  <a:cubicBezTo>
                    <a:pt x="20955" y="76087"/>
                    <a:pt x="18603" y="76407"/>
                    <a:pt x="16304" y="76568"/>
                  </a:cubicBezTo>
                  <a:cubicBezTo>
                    <a:pt x="15473" y="76605"/>
                    <a:pt x="14641" y="76643"/>
                    <a:pt x="13810" y="76643"/>
                  </a:cubicBezTo>
                  <a:cubicBezTo>
                    <a:pt x="13465" y="76643"/>
                    <a:pt x="13121" y="76637"/>
                    <a:pt x="12776" y="76621"/>
                  </a:cubicBezTo>
                  <a:cubicBezTo>
                    <a:pt x="11654" y="76621"/>
                    <a:pt x="10478" y="76568"/>
                    <a:pt x="9302" y="76461"/>
                  </a:cubicBezTo>
                  <a:cubicBezTo>
                    <a:pt x="9890" y="76461"/>
                    <a:pt x="10478" y="76461"/>
                    <a:pt x="11066" y="76407"/>
                  </a:cubicBezTo>
                  <a:lnTo>
                    <a:pt x="12776" y="76354"/>
                  </a:lnTo>
                  <a:cubicBezTo>
                    <a:pt x="13952" y="76300"/>
                    <a:pt x="15128" y="76247"/>
                    <a:pt x="16304" y="76193"/>
                  </a:cubicBezTo>
                  <a:cubicBezTo>
                    <a:pt x="17427" y="76087"/>
                    <a:pt x="18603" y="76033"/>
                    <a:pt x="19779" y="75926"/>
                  </a:cubicBezTo>
                  <a:cubicBezTo>
                    <a:pt x="20367" y="75819"/>
                    <a:pt x="20902" y="75766"/>
                    <a:pt x="21490" y="75712"/>
                  </a:cubicBezTo>
                  <a:cubicBezTo>
                    <a:pt x="22078" y="75605"/>
                    <a:pt x="22666" y="75552"/>
                    <a:pt x="23254" y="75499"/>
                  </a:cubicBezTo>
                  <a:close/>
                  <a:moveTo>
                    <a:pt x="13257" y="84453"/>
                  </a:moveTo>
                  <a:cubicBezTo>
                    <a:pt x="14327" y="84453"/>
                    <a:pt x="15396" y="84533"/>
                    <a:pt x="16465" y="84693"/>
                  </a:cubicBezTo>
                  <a:cubicBezTo>
                    <a:pt x="17534" y="84853"/>
                    <a:pt x="18603" y="85121"/>
                    <a:pt x="19619" y="85495"/>
                  </a:cubicBezTo>
                  <a:cubicBezTo>
                    <a:pt x="18550" y="85388"/>
                    <a:pt x="17534" y="85281"/>
                    <a:pt x="16465" y="85228"/>
                  </a:cubicBezTo>
                  <a:cubicBezTo>
                    <a:pt x="15396" y="85174"/>
                    <a:pt x="14327" y="85121"/>
                    <a:pt x="13257" y="85121"/>
                  </a:cubicBezTo>
                  <a:cubicBezTo>
                    <a:pt x="12188" y="85121"/>
                    <a:pt x="11119" y="85174"/>
                    <a:pt x="10050" y="85228"/>
                  </a:cubicBezTo>
                  <a:cubicBezTo>
                    <a:pt x="8981" y="85281"/>
                    <a:pt x="7965" y="85388"/>
                    <a:pt x="6896" y="85495"/>
                  </a:cubicBezTo>
                  <a:cubicBezTo>
                    <a:pt x="7912" y="85121"/>
                    <a:pt x="8927" y="84853"/>
                    <a:pt x="9997" y="84693"/>
                  </a:cubicBezTo>
                  <a:lnTo>
                    <a:pt x="10050" y="84693"/>
                  </a:lnTo>
                  <a:cubicBezTo>
                    <a:pt x="11119" y="84533"/>
                    <a:pt x="12188" y="84453"/>
                    <a:pt x="13257" y="84453"/>
                  </a:cubicBezTo>
                  <a:close/>
                  <a:moveTo>
                    <a:pt x="5185" y="70901"/>
                  </a:moveTo>
                  <a:cubicBezTo>
                    <a:pt x="5185" y="70901"/>
                    <a:pt x="4063" y="71489"/>
                    <a:pt x="3368" y="73574"/>
                  </a:cubicBezTo>
                  <a:cubicBezTo>
                    <a:pt x="3796" y="73734"/>
                    <a:pt x="4223" y="73841"/>
                    <a:pt x="4704" y="74002"/>
                  </a:cubicBezTo>
                  <a:cubicBezTo>
                    <a:pt x="5613" y="74216"/>
                    <a:pt x="6575" y="74429"/>
                    <a:pt x="7484" y="74590"/>
                  </a:cubicBezTo>
                  <a:cubicBezTo>
                    <a:pt x="8446" y="74750"/>
                    <a:pt x="9409" y="74857"/>
                    <a:pt x="10371" y="75017"/>
                  </a:cubicBezTo>
                  <a:cubicBezTo>
                    <a:pt x="11386" y="75124"/>
                    <a:pt x="12349" y="75178"/>
                    <a:pt x="13311" y="75285"/>
                  </a:cubicBezTo>
                  <a:cubicBezTo>
                    <a:pt x="12349" y="75338"/>
                    <a:pt x="11333" y="75445"/>
                    <a:pt x="10371" y="75445"/>
                  </a:cubicBezTo>
                  <a:cubicBezTo>
                    <a:pt x="9409" y="75499"/>
                    <a:pt x="8393" y="75499"/>
                    <a:pt x="7431" y="75499"/>
                  </a:cubicBezTo>
                  <a:cubicBezTo>
                    <a:pt x="6415" y="75499"/>
                    <a:pt x="5399" y="75445"/>
                    <a:pt x="4437" y="75338"/>
                  </a:cubicBezTo>
                  <a:cubicBezTo>
                    <a:pt x="3956" y="75285"/>
                    <a:pt x="3475" y="75231"/>
                    <a:pt x="2940" y="75124"/>
                  </a:cubicBezTo>
                  <a:cubicBezTo>
                    <a:pt x="2833" y="75819"/>
                    <a:pt x="2780" y="76514"/>
                    <a:pt x="2780" y="77156"/>
                  </a:cubicBezTo>
                  <a:cubicBezTo>
                    <a:pt x="2620" y="80096"/>
                    <a:pt x="2031" y="82982"/>
                    <a:pt x="1123" y="85816"/>
                  </a:cubicBezTo>
                  <a:lnTo>
                    <a:pt x="1123" y="74376"/>
                  </a:lnTo>
                  <a:cubicBezTo>
                    <a:pt x="1123" y="71864"/>
                    <a:pt x="3635" y="71115"/>
                    <a:pt x="5185" y="70901"/>
                  </a:cubicBezTo>
                  <a:close/>
                  <a:moveTo>
                    <a:pt x="22773" y="71169"/>
                  </a:moveTo>
                  <a:lnTo>
                    <a:pt x="22773" y="71169"/>
                  </a:lnTo>
                  <a:cubicBezTo>
                    <a:pt x="23468" y="71329"/>
                    <a:pt x="24109" y="71650"/>
                    <a:pt x="24644" y="72077"/>
                  </a:cubicBezTo>
                  <a:cubicBezTo>
                    <a:pt x="25178" y="72558"/>
                    <a:pt x="25552" y="73253"/>
                    <a:pt x="25659" y="73948"/>
                  </a:cubicBezTo>
                  <a:cubicBezTo>
                    <a:pt x="25713" y="74323"/>
                    <a:pt x="25713" y="74643"/>
                    <a:pt x="25713" y="75017"/>
                  </a:cubicBezTo>
                  <a:lnTo>
                    <a:pt x="25713" y="76033"/>
                  </a:lnTo>
                  <a:lnTo>
                    <a:pt x="25713" y="78011"/>
                  </a:lnTo>
                  <a:lnTo>
                    <a:pt x="25713" y="80042"/>
                  </a:lnTo>
                  <a:cubicBezTo>
                    <a:pt x="25713" y="80684"/>
                    <a:pt x="25713" y="81379"/>
                    <a:pt x="25659" y="82020"/>
                  </a:cubicBezTo>
                  <a:cubicBezTo>
                    <a:pt x="25606" y="83357"/>
                    <a:pt x="25499" y="84693"/>
                    <a:pt x="25339" y="86030"/>
                  </a:cubicBezTo>
                  <a:cubicBezTo>
                    <a:pt x="25178" y="84693"/>
                    <a:pt x="25125" y="83357"/>
                    <a:pt x="25071" y="82020"/>
                  </a:cubicBezTo>
                  <a:cubicBezTo>
                    <a:pt x="25018" y="81379"/>
                    <a:pt x="25018" y="80684"/>
                    <a:pt x="25018" y="80042"/>
                  </a:cubicBezTo>
                  <a:lnTo>
                    <a:pt x="25018" y="78011"/>
                  </a:lnTo>
                  <a:lnTo>
                    <a:pt x="25018" y="76033"/>
                  </a:lnTo>
                  <a:lnTo>
                    <a:pt x="25018" y="75017"/>
                  </a:lnTo>
                  <a:lnTo>
                    <a:pt x="25018" y="74483"/>
                  </a:lnTo>
                  <a:cubicBezTo>
                    <a:pt x="25018" y="74323"/>
                    <a:pt x="25018" y="74162"/>
                    <a:pt x="25018" y="74055"/>
                  </a:cubicBezTo>
                  <a:cubicBezTo>
                    <a:pt x="24964" y="73628"/>
                    <a:pt x="24857" y="73253"/>
                    <a:pt x="24697" y="72879"/>
                  </a:cubicBezTo>
                  <a:lnTo>
                    <a:pt x="24537" y="72933"/>
                  </a:lnTo>
                  <a:lnTo>
                    <a:pt x="24216" y="73040"/>
                  </a:lnTo>
                  <a:cubicBezTo>
                    <a:pt x="24002" y="73093"/>
                    <a:pt x="23842" y="73146"/>
                    <a:pt x="23628" y="73200"/>
                  </a:cubicBezTo>
                  <a:cubicBezTo>
                    <a:pt x="23254" y="73307"/>
                    <a:pt x="22880" y="73360"/>
                    <a:pt x="22505" y="73414"/>
                  </a:cubicBezTo>
                  <a:cubicBezTo>
                    <a:pt x="21704" y="73521"/>
                    <a:pt x="20955" y="73574"/>
                    <a:pt x="20207" y="73628"/>
                  </a:cubicBezTo>
                  <a:cubicBezTo>
                    <a:pt x="20955" y="73414"/>
                    <a:pt x="21650" y="73146"/>
                    <a:pt x="22345" y="72879"/>
                  </a:cubicBezTo>
                  <a:lnTo>
                    <a:pt x="22398" y="72879"/>
                  </a:lnTo>
                  <a:cubicBezTo>
                    <a:pt x="22719" y="72719"/>
                    <a:pt x="23040" y="72558"/>
                    <a:pt x="23414" y="72398"/>
                  </a:cubicBezTo>
                  <a:cubicBezTo>
                    <a:pt x="23575" y="72345"/>
                    <a:pt x="23735" y="72238"/>
                    <a:pt x="23895" y="72184"/>
                  </a:cubicBezTo>
                  <a:lnTo>
                    <a:pt x="24109" y="72024"/>
                  </a:lnTo>
                  <a:cubicBezTo>
                    <a:pt x="23681" y="71703"/>
                    <a:pt x="23254" y="71382"/>
                    <a:pt x="22773" y="71169"/>
                  </a:cubicBezTo>
                  <a:close/>
                  <a:moveTo>
                    <a:pt x="13257" y="85495"/>
                  </a:moveTo>
                  <a:cubicBezTo>
                    <a:pt x="14915" y="85495"/>
                    <a:pt x="16572" y="85548"/>
                    <a:pt x="18282" y="85762"/>
                  </a:cubicBezTo>
                  <a:cubicBezTo>
                    <a:pt x="19939" y="85923"/>
                    <a:pt x="21597" y="86190"/>
                    <a:pt x="23254" y="86511"/>
                  </a:cubicBezTo>
                  <a:cubicBezTo>
                    <a:pt x="21543" y="86457"/>
                    <a:pt x="19886" y="86350"/>
                    <a:pt x="18229" y="86243"/>
                  </a:cubicBezTo>
                  <a:cubicBezTo>
                    <a:pt x="17057" y="86206"/>
                    <a:pt x="15885" y="86168"/>
                    <a:pt x="14713" y="86168"/>
                  </a:cubicBezTo>
                  <a:cubicBezTo>
                    <a:pt x="14228" y="86168"/>
                    <a:pt x="13743" y="86174"/>
                    <a:pt x="13257" y="86190"/>
                  </a:cubicBezTo>
                  <a:cubicBezTo>
                    <a:pt x="11600" y="86190"/>
                    <a:pt x="9890" y="86190"/>
                    <a:pt x="8286" y="86243"/>
                  </a:cubicBezTo>
                  <a:cubicBezTo>
                    <a:pt x="6629" y="86350"/>
                    <a:pt x="4918" y="86457"/>
                    <a:pt x="3261" y="86511"/>
                  </a:cubicBezTo>
                  <a:cubicBezTo>
                    <a:pt x="4918" y="86190"/>
                    <a:pt x="6575" y="85923"/>
                    <a:pt x="8232" y="85762"/>
                  </a:cubicBezTo>
                  <a:cubicBezTo>
                    <a:pt x="9890" y="85548"/>
                    <a:pt x="11547" y="85495"/>
                    <a:pt x="13257" y="85495"/>
                  </a:cubicBezTo>
                  <a:close/>
                  <a:moveTo>
                    <a:pt x="20575" y="0"/>
                  </a:moveTo>
                  <a:cubicBezTo>
                    <a:pt x="19669" y="0"/>
                    <a:pt x="18972" y="906"/>
                    <a:pt x="18229" y="1996"/>
                  </a:cubicBezTo>
                  <a:cubicBezTo>
                    <a:pt x="17641" y="2851"/>
                    <a:pt x="16946" y="3653"/>
                    <a:pt x="16197" y="4348"/>
                  </a:cubicBezTo>
                  <a:cubicBezTo>
                    <a:pt x="15128" y="5363"/>
                    <a:pt x="14487" y="7502"/>
                    <a:pt x="14166" y="9640"/>
                  </a:cubicBezTo>
                  <a:lnTo>
                    <a:pt x="14166" y="9159"/>
                  </a:lnTo>
                  <a:cubicBezTo>
                    <a:pt x="14166" y="8838"/>
                    <a:pt x="14113" y="8517"/>
                    <a:pt x="13899" y="8250"/>
                  </a:cubicBezTo>
                  <a:cubicBezTo>
                    <a:pt x="13845" y="8197"/>
                    <a:pt x="13738" y="8143"/>
                    <a:pt x="13632" y="8143"/>
                  </a:cubicBezTo>
                  <a:cubicBezTo>
                    <a:pt x="13603" y="8129"/>
                    <a:pt x="13570" y="8122"/>
                    <a:pt x="13537" y="8122"/>
                  </a:cubicBezTo>
                  <a:cubicBezTo>
                    <a:pt x="13446" y="8122"/>
                    <a:pt x="13350" y="8172"/>
                    <a:pt x="13311" y="8250"/>
                  </a:cubicBezTo>
                  <a:cubicBezTo>
                    <a:pt x="12081" y="9587"/>
                    <a:pt x="11226" y="11137"/>
                    <a:pt x="10798" y="12847"/>
                  </a:cubicBezTo>
                  <a:cubicBezTo>
                    <a:pt x="10317" y="14291"/>
                    <a:pt x="10050" y="15841"/>
                    <a:pt x="9997" y="17338"/>
                  </a:cubicBezTo>
                  <a:cubicBezTo>
                    <a:pt x="9943" y="17177"/>
                    <a:pt x="9890" y="17017"/>
                    <a:pt x="9890" y="16910"/>
                  </a:cubicBezTo>
                  <a:cubicBezTo>
                    <a:pt x="9783" y="16643"/>
                    <a:pt x="9676" y="16376"/>
                    <a:pt x="9676" y="16162"/>
                  </a:cubicBezTo>
                  <a:lnTo>
                    <a:pt x="9569" y="15894"/>
                  </a:lnTo>
                  <a:lnTo>
                    <a:pt x="9569" y="16215"/>
                  </a:lnTo>
                  <a:lnTo>
                    <a:pt x="9569" y="17070"/>
                  </a:lnTo>
                  <a:cubicBezTo>
                    <a:pt x="9569" y="17445"/>
                    <a:pt x="9676" y="17819"/>
                    <a:pt x="9729" y="18246"/>
                  </a:cubicBezTo>
                  <a:cubicBezTo>
                    <a:pt x="9729" y="18353"/>
                    <a:pt x="9783" y="18460"/>
                    <a:pt x="9836" y="18621"/>
                  </a:cubicBezTo>
                  <a:cubicBezTo>
                    <a:pt x="9622" y="18621"/>
                    <a:pt x="9409" y="18888"/>
                    <a:pt x="9302" y="19262"/>
                  </a:cubicBezTo>
                  <a:cubicBezTo>
                    <a:pt x="8927" y="21454"/>
                    <a:pt x="8820" y="23646"/>
                    <a:pt x="8927" y="25784"/>
                  </a:cubicBezTo>
                  <a:cubicBezTo>
                    <a:pt x="8767" y="25463"/>
                    <a:pt x="8607" y="25142"/>
                    <a:pt x="8553" y="24982"/>
                  </a:cubicBezTo>
                  <a:lnTo>
                    <a:pt x="8393" y="24608"/>
                  </a:lnTo>
                  <a:lnTo>
                    <a:pt x="8446" y="25035"/>
                  </a:lnTo>
                  <a:cubicBezTo>
                    <a:pt x="8500" y="25303"/>
                    <a:pt x="8553" y="25624"/>
                    <a:pt x="8607" y="26051"/>
                  </a:cubicBezTo>
                  <a:cubicBezTo>
                    <a:pt x="8714" y="26479"/>
                    <a:pt x="8874" y="26906"/>
                    <a:pt x="8981" y="27388"/>
                  </a:cubicBezTo>
                  <a:cubicBezTo>
                    <a:pt x="9141" y="27869"/>
                    <a:pt x="9355" y="28350"/>
                    <a:pt x="9622" y="28831"/>
                  </a:cubicBezTo>
                  <a:cubicBezTo>
                    <a:pt x="9836" y="29312"/>
                    <a:pt x="10103" y="29686"/>
                    <a:pt x="10317" y="30060"/>
                  </a:cubicBezTo>
                  <a:lnTo>
                    <a:pt x="10424" y="30167"/>
                  </a:lnTo>
                  <a:cubicBezTo>
                    <a:pt x="10264" y="30167"/>
                    <a:pt x="10157" y="30167"/>
                    <a:pt x="10050" y="30274"/>
                  </a:cubicBezTo>
                  <a:cubicBezTo>
                    <a:pt x="9890" y="30488"/>
                    <a:pt x="9783" y="30755"/>
                    <a:pt x="9783" y="31023"/>
                  </a:cubicBezTo>
                  <a:cubicBezTo>
                    <a:pt x="9622" y="33535"/>
                    <a:pt x="9836" y="36101"/>
                    <a:pt x="10424" y="38613"/>
                  </a:cubicBezTo>
                  <a:cubicBezTo>
                    <a:pt x="10531" y="39041"/>
                    <a:pt x="10638" y="39576"/>
                    <a:pt x="10745" y="40057"/>
                  </a:cubicBezTo>
                  <a:lnTo>
                    <a:pt x="11012" y="41126"/>
                  </a:lnTo>
                  <a:cubicBezTo>
                    <a:pt x="10798" y="40591"/>
                    <a:pt x="10585" y="40057"/>
                    <a:pt x="10424" y="39522"/>
                  </a:cubicBezTo>
                  <a:cubicBezTo>
                    <a:pt x="10210" y="38934"/>
                    <a:pt x="9997" y="38293"/>
                    <a:pt x="9890" y="37705"/>
                  </a:cubicBezTo>
                  <a:cubicBezTo>
                    <a:pt x="9783" y="37224"/>
                    <a:pt x="9676" y="36742"/>
                    <a:pt x="9622" y="36261"/>
                  </a:cubicBezTo>
                  <a:cubicBezTo>
                    <a:pt x="9622" y="36101"/>
                    <a:pt x="9622" y="35941"/>
                    <a:pt x="9569" y="35834"/>
                  </a:cubicBezTo>
                  <a:cubicBezTo>
                    <a:pt x="9569" y="35941"/>
                    <a:pt x="9569" y="36101"/>
                    <a:pt x="9569" y="36261"/>
                  </a:cubicBezTo>
                  <a:cubicBezTo>
                    <a:pt x="9515" y="36796"/>
                    <a:pt x="9515" y="37331"/>
                    <a:pt x="9569" y="37812"/>
                  </a:cubicBezTo>
                  <a:cubicBezTo>
                    <a:pt x="9676" y="38507"/>
                    <a:pt x="9836" y="39201"/>
                    <a:pt x="9997" y="39896"/>
                  </a:cubicBezTo>
                  <a:cubicBezTo>
                    <a:pt x="10210" y="40591"/>
                    <a:pt x="10478" y="41340"/>
                    <a:pt x="10745" y="42035"/>
                  </a:cubicBezTo>
                  <a:cubicBezTo>
                    <a:pt x="10959" y="42783"/>
                    <a:pt x="11279" y="43371"/>
                    <a:pt x="11493" y="44066"/>
                  </a:cubicBezTo>
                  <a:cubicBezTo>
                    <a:pt x="11440" y="44013"/>
                    <a:pt x="11386" y="44013"/>
                    <a:pt x="11333" y="44013"/>
                  </a:cubicBezTo>
                  <a:cubicBezTo>
                    <a:pt x="11302" y="43997"/>
                    <a:pt x="11270" y="43990"/>
                    <a:pt x="11239" y="43990"/>
                  </a:cubicBezTo>
                  <a:cubicBezTo>
                    <a:pt x="11163" y="43990"/>
                    <a:pt x="11088" y="44028"/>
                    <a:pt x="11012" y="44066"/>
                  </a:cubicBezTo>
                  <a:cubicBezTo>
                    <a:pt x="10745" y="44387"/>
                    <a:pt x="10638" y="44761"/>
                    <a:pt x="10691" y="45135"/>
                  </a:cubicBezTo>
                  <a:cubicBezTo>
                    <a:pt x="10798" y="45990"/>
                    <a:pt x="11066" y="48503"/>
                    <a:pt x="10638" y="49893"/>
                  </a:cubicBezTo>
                  <a:cubicBezTo>
                    <a:pt x="9997" y="52191"/>
                    <a:pt x="9836" y="53581"/>
                    <a:pt x="10531" y="57163"/>
                  </a:cubicBezTo>
                  <a:cubicBezTo>
                    <a:pt x="10638" y="57858"/>
                    <a:pt x="10798" y="58660"/>
                    <a:pt x="11012" y="59515"/>
                  </a:cubicBezTo>
                  <a:cubicBezTo>
                    <a:pt x="10852" y="59194"/>
                    <a:pt x="10691" y="58927"/>
                    <a:pt x="10531" y="58713"/>
                  </a:cubicBezTo>
                  <a:cubicBezTo>
                    <a:pt x="10371" y="58499"/>
                    <a:pt x="10103" y="58179"/>
                    <a:pt x="9943" y="58018"/>
                  </a:cubicBezTo>
                  <a:lnTo>
                    <a:pt x="9729" y="57804"/>
                  </a:lnTo>
                  <a:lnTo>
                    <a:pt x="9890" y="58179"/>
                  </a:lnTo>
                  <a:cubicBezTo>
                    <a:pt x="9997" y="58392"/>
                    <a:pt x="10103" y="58713"/>
                    <a:pt x="10264" y="59087"/>
                  </a:cubicBezTo>
                  <a:cubicBezTo>
                    <a:pt x="10424" y="59462"/>
                    <a:pt x="10638" y="59836"/>
                    <a:pt x="10798" y="60317"/>
                  </a:cubicBezTo>
                  <a:cubicBezTo>
                    <a:pt x="11012" y="60798"/>
                    <a:pt x="11226" y="61279"/>
                    <a:pt x="11386" y="61814"/>
                  </a:cubicBezTo>
                  <a:lnTo>
                    <a:pt x="11493" y="62027"/>
                  </a:lnTo>
                  <a:cubicBezTo>
                    <a:pt x="9997" y="62081"/>
                    <a:pt x="8500" y="62295"/>
                    <a:pt x="7056" y="62562"/>
                  </a:cubicBezTo>
                  <a:cubicBezTo>
                    <a:pt x="6575" y="62722"/>
                    <a:pt x="6201" y="63150"/>
                    <a:pt x="6201" y="63685"/>
                  </a:cubicBezTo>
                  <a:lnTo>
                    <a:pt x="6201" y="67480"/>
                  </a:lnTo>
                  <a:cubicBezTo>
                    <a:pt x="5560" y="67801"/>
                    <a:pt x="5185" y="68496"/>
                    <a:pt x="5185" y="69244"/>
                  </a:cubicBezTo>
                  <a:lnTo>
                    <a:pt x="5185" y="69779"/>
                  </a:lnTo>
                  <a:cubicBezTo>
                    <a:pt x="4490" y="69832"/>
                    <a:pt x="3849" y="69993"/>
                    <a:pt x="3208" y="70206"/>
                  </a:cubicBezTo>
                  <a:cubicBezTo>
                    <a:pt x="1123" y="70955"/>
                    <a:pt x="0" y="72452"/>
                    <a:pt x="0" y="74376"/>
                  </a:cubicBezTo>
                  <a:lnTo>
                    <a:pt x="0" y="85816"/>
                  </a:lnTo>
                  <a:cubicBezTo>
                    <a:pt x="0" y="87580"/>
                    <a:pt x="2352" y="87847"/>
                    <a:pt x="3475" y="88007"/>
                  </a:cubicBezTo>
                  <a:cubicBezTo>
                    <a:pt x="6192" y="88230"/>
                    <a:pt x="8910" y="88342"/>
                    <a:pt x="11627" y="88342"/>
                  </a:cubicBezTo>
                  <a:cubicBezTo>
                    <a:pt x="12170" y="88342"/>
                    <a:pt x="12714" y="88337"/>
                    <a:pt x="13257" y="88328"/>
                  </a:cubicBezTo>
                  <a:cubicBezTo>
                    <a:pt x="13792" y="88337"/>
                    <a:pt x="14328" y="88342"/>
                    <a:pt x="14865" y="88342"/>
                  </a:cubicBezTo>
                  <a:cubicBezTo>
                    <a:pt x="17552" y="88342"/>
                    <a:pt x="20269" y="88230"/>
                    <a:pt x="22986" y="88007"/>
                  </a:cubicBezTo>
                  <a:cubicBezTo>
                    <a:pt x="24109" y="87847"/>
                    <a:pt x="26515" y="87580"/>
                    <a:pt x="26515" y="85816"/>
                  </a:cubicBezTo>
                  <a:lnTo>
                    <a:pt x="26515" y="74376"/>
                  </a:lnTo>
                  <a:cubicBezTo>
                    <a:pt x="26515" y="71222"/>
                    <a:pt x="23575" y="70046"/>
                    <a:pt x="21276" y="69779"/>
                  </a:cubicBezTo>
                  <a:lnTo>
                    <a:pt x="21276" y="69244"/>
                  </a:lnTo>
                  <a:cubicBezTo>
                    <a:pt x="21276" y="68496"/>
                    <a:pt x="20902" y="67801"/>
                    <a:pt x="20260" y="67480"/>
                  </a:cubicBezTo>
                  <a:lnTo>
                    <a:pt x="20260" y="63631"/>
                  </a:lnTo>
                  <a:cubicBezTo>
                    <a:pt x="20260" y="63150"/>
                    <a:pt x="19886" y="62669"/>
                    <a:pt x="19405" y="62562"/>
                  </a:cubicBezTo>
                  <a:cubicBezTo>
                    <a:pt x="18068" y="62295"/>
                    <a:pt x="16786" y="62134"/>
                    <a:pt x="15449" y="62027"/>
                  </a:cubicBezTo>
                  <a:cubicBezTo>
                    <a:pt x="15663" y="61814"/>
                    <a:pt x="15877" y="61600"/>
                    <a:pt x="16144" y="61386"/>
                  </a:cubicBezTo>
                  <a:cubicBezTo>
                    <a:pt x="16304" y="61226"/>
                    <a:pt x="16465" y="61119"/>
                    <a:pt x="16572" y="61012"/>
                  </a:cubicBezTo>
                  <a:cubicBezTo>
                    <a:pt x="16679" y="60905"/>
                    <a:pt x="16839" y="60798"/>
                    <a:pt x="16946" y="60745"/>
                  </a:cubicBezTo>
                  <a:lnTo>
                    <a:pt x="17267" y="60477"/>
                  </a:lnTo>
                  <a:lnTo>
                    <a:pt x="16892" y="60531"/>
                  </a:lnTo>
                  <a:cubicBezTo>
                    <a:pt x="16786" y="60584"/>
                    <a:pt x="16625" y="60638"/>
                    <a:pt x="16518" y="60691"/>
                  </a:cubicBezTo>
                  <a:cubicBezTo>
                    <a:pt x="16358" y="60745"/>
                    <a:pt x="16197" y="60798"/>
                    <a:pt x="16037" y="60905"/>
                  </a:cubicBezTo>
                  <a:cubicBezTo>
                    <a:pt x="15823" y="61012"/>
                    <a:pt x="15663" y="61119"/>
                    <a:pt x="15449" y="61226"/>
                  </a:cubicBezTo>
                  <a:cubicBezTo>
                    <a:pt x="15716" y="60958"/>
                    <a:pt x="16037" y="60691"/>
                    <a:pt x="16411" y="60370"/>
                  </a:cubicBezTo>
                  <a:cubicBezTo>
                    <a:pt x="16732" y="60050"/>
                    <a:pt x="17160" y="59622"/>
                    <a:pt x="17587" y="59248"/>
                  </a:cubicBezTo>
                  <a:cubicBezTo>
                    <a:pt x="17962" y="58874"/>
                    <a:pt x="18336" y="58392"/>
                    <a:pt x="18710" y="58018"/>
                  </a:cubicBezTo>
                  <a:cubicBezTo>
                    <a:pt x="19084" y="57644"/>
                    <a:pt x="19405" y="57270"/>
                    <a:pt x="19726" y="56949"/>
                  </a:cubicBezTo>
                  <a:lnTo>
                    <a:pt x="20367" y="56147"/>
                  </a:lnTo>
                  <a:lnTo>
                    <a:pt x="20634" y="55827"/>
                  </a:lnTo>
                  <a:lnTo>
                    <a:pt x="20314" y="55987"/>
                  </a:lnTo>
                  <a:lnTo>
                    <a:pt x="19565" y="56521"/>
                  </a:lnTo>
                  <a:lnTo>
                    <a:pt x="19512" y="56521"/>
                  </a:lnTo>
                  <a:lnTo>
                    <a:pt x="19565" y="56468"/>
                  </a:lnTo>
                  <a:cubicBezTo>
                    <a:pt x="20100" y="55827"/>
                    <a:pt x="20634" y="55185"/>
                    <a:pt x="21115" y="54544"/>
                  </a:cubicBezTo>
                  <a:cubicBezTo>
                    <a:pt x="21543" y="53902"/>
                    <a:pt x="21917" y="53261"/>
                    <a:pt x="22292" y="52619"/>
                  </a:cubicBezTo>
                  <a:cubicBezTo>
                    <a:pt x="22559" y="52085"/>
                    <a:pt x="22773" y="51550"/>
                    <a:pt x="22986" y="50962"/>
                  </a:cubicBezTo>
                  <a:cubicBezTo>
                    <a:pt x="23040" y="50748"/>
                    <a:pt x="23093" y="50588"/>
                    <a:pt x="23093" y="50481"/>
                  </a:cubicBezTo>
                  <a:lnTo>
                    <a:pt x="23093" y="50481"/>
                  </a:lnTo>
                  <a:cubicBezTo>
                    <a:pt x="23040" y="50534"/>
                    <a:pt x="22986" y="50695"/>
                    <a:pt x="22880" y="50855"/>
                  </a:cubicBezTo>
                  <a:cubicBezTo>
                    <a:pt x="22612" y="51336"/>
                    <a:pt x="22345" y="51764"/>
                    <a:pt x="22078" y="52191"/>
                  </a:cubicBezTo>
                  <a:cubicBezTo>
                    <a:pt x="21704" y="52779"/>
                    <a:pt x="21276" y="53314"/>
                    <a:pt x="20795" y="53849"/>
                  </a:cubicBezTo>
                  <a:cubicBezTo>
                    <a:pt x="21650" y="52298"/>
                    <a:pt x="22345" y="50695"/>
                    <a:pt x="22826" y="48984"/>
                  </a:cubicBezTo>
                  <a:cubicBezTo>
                    <a:pt x="25499" y="40538"/>
                    <a:pt x="25445" y="35246"/>
                    <a:pt x="25392" y="34978"/>
                  </a:cubicBezTo>
                  <a:cubicBezTo>
                    <a:pt x="25445" y="34658"/>
                    <a:pt x="25285" y="34337"/>
                    <a:pt x="25018" y="34177"/>
                  </a:cubicBezTo>
                  <a:cubicBezTo>
                    <a:pt x="24964" y="34123"/>
                    <a:pt x="24964" y="34123"/>
                    <a:pt x="24911" y="34123"/>
                  </a:cubicBezTo>
                  <a:lnTo>
                    <a:pt x="24697" y="34123"/>
                  </a:lnTo>
                  <a:cubicBezTo>
                    <a:pt x="24804" y="33909"/>
                    <a:pt x="24857" y="33695"/>
                    <a:pt x="24964" y="33428"/>
                  </a:cubicBezTo>
                  <a:cubicBezTo>
                    <a:pt x="25232" y="32787"/>
                    <a:pt x="25499" y="32038"/>
                    <a:pt x="25713" y="31397"/>
                  </a:cubicBezTo>
                  <a:cubicBezTo>
                    <a:pt x="25873" y="30648"/>
                    <a:pt x="26034" y="30007"/>
                    <a:pt x="26140" y="29365"/>
                  </a:cubicBezTo>
                  <a:cubicBezTo>
                    <a:pt x="26301" y="28777"/>
                    <a:pt x="26354" y="28296"/>
                    <a:pt x="26408" y="27922"/>
                  </a:cubicBezTo>
                  <a:lnTo>
                    <a:pt x="26515" y="27388"/>
                  </a:lnTo>
                  <a:lnTo>
                    <a:pt x="26301" y="27869"/>
                  </a:lnTo>
                  <a:cubicBezTo>
                    <a:pt x="26194" y="28189"/>
                    <a:pt x="26087" y="28671"/>
                    <a:pt x="25873" y="29205"/>
                  </a:cubicBezTo>
                  <a:lnTo>
                    <a:pt x="25820" y="29365"/>
                  </a:lnTo>
                  <a:cubicBezTo>
                    <a:pt x="25766" y="27174"/>
                    <a:pt x="25499" y="25035"/>
                    <a:pt x="24964" y="22951"/>
                  </a:cubicBezTo>
                  <a:cubicBezTo>
                    <a:pt x="24644" y="21668"/>
                    <a:pt x="24483" y="20385"/>
                    <a:pt x="24376" y="19048"/>
                  </a:cubicBezTo>
                  <a:cubicBezTo>
                    <a:pt x="24537" y="16857"/>
                    <a:pt x="24857" y="13756"/>
                    <a:pt x="24857" y="13703"/>
                  </a:cubicBezTo>
                  <a:cubicBezTo>
                    <a:pt x="24964" y="13382"/>
                    <a:pt x="24857" y="13008"/>
                    <a:pt x="24590" y="12740"/>
                  </a:cubicBezTo>
                  <a:cubicBezTo>
                    <a:pt x="24537" y="12687"/>
                    <a:pt x="24430" y="12634"/>
                    <a:pt x="24376" y="12634"/>
                  </a:cubicBezTo>
                  <a:cubicBezTo>
                    <a:pt x="24163" y="12634"/>
                    <a:pt x="24002" y="12740"/>
                    <a:pt x="23895" y="12901"/>
                  </a:cubicBezTo>
                  <a:cubicBezTo>
                    <a:pt x="23361" y="13756"/>
                    <a:pt x="22880" y="14665"/>
                    <a:pt x="22398" y="15574"/>
                  </a:cubicBezTo>
                  <a:cubicBezTo>
                    <a:pt x="22452" y="15360"/>
                    <a:pt x="22505" y="15146"/>
                    <a:pt x="22612" y="14986"/>
                  </a:cubicBezTo>
                  <a:lnTo>
                    <a:pt x="22666" y="14772"/>
                  </a:lnTo>
                  <a:cubicBezTo>
                    <a:pt x="22880" y="14398"/>
                    <a:pt x="23040" y="13970"/>
                    <a:pt x="23254" y="13542"/>
                  </a:cubicBezTo>
                  <a:cubicBezTo>
                    <a:pt x="23468" y="13168"/>
                    <a:pt x="23628" y="12687"/>
                    <a:pt x="23788" y="12313"/>
                  </a:cubicBezTo>
                  <a:cubicBezTo>
                    <a:pt x="24002" y="11939"/>
                    <a:pt x="24163" y="11564"/>
                    <a:pt x="24323" y="11244"/>
                  </a:cubicBezTo>
                  <a:cubicBezTo>
                    <a:pt x="24430" y="10923"/>
                    <a:pt x="24537" y="10602"/>
                    <a:pt x="24644" y="10442"/>
                  </a:cubicBezTo>
                  <a:lnTo>
                    <a:pt x="24751" y="10121"/>
                  </a:lnTo>
                  <a:lnTo>
                    <a:pt x="24537" y="10281"/>
                  </a:lnTo>
                  <a:cubicBezTo>
                    <a:pt x="24430" y="10442"/>
                    <a:pt x="24269" y="10656"/>
                    <a:pt x="24056" y="10869"/>
                  </a:cubicBezTo>
                  <a:lnTo>
                    <a:pt x="24002" y="10976"/>
                  </a:lnTo>
                  <a:lnTo>
                    <a:pt x="24002" y="10923"/>
                  </a:lnTo>
                  <a:cubicBezTo>
                    <a:pt x="23361" y="9212"/>
                    <a:pt x="23093" y="7395"/>
                    <a:pt x="23147" y="5577"/>
                  </a:cubicBezTo>
                  <a:cubicBezTo>
                    <a:pt x="23307" y="2049"/>
                    <a:pt x="22666" y="445"/>
                    <a:pt x="20955" y="18"/>
                  </a:cubicBezTo>
                  <a:lnTo>
                    <a:pt x="20795" y="18"/>
                  </a:lnTo>
                  <a:cubicBezTo>
                    <a:pt x="20720" y="6"/>
                    <a:pt x="20647" y="0"/>
                    <a:pt x="205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34"/>
            <p:cNvSpPr/>
            <p:nvPr/>
          </p:nvSpPr>
          <p:spPr>
            <a:xfrm>
              <a:off x="4108675" y="1470300"/>
              <a:ext cx="143025" cy="272650"/>
            </a:xfrm>
            <a:custGeom>
              <a:avLst/>
              <a:gdLst/>
              <a:ahLst/>
              <a:cxnLst/>
              <a:rect l="l" t="t" r="r" b="b"/>
              <a:pathLst>
                <a:path w="5721" h="10906" extrusionOk="0">
                  <a:moveTo>
                    <a:pt x="5720" y="0"/>
                  </a:moveTo>
                  <a:lnTo>
                    <a:pt x="5453" y="481"/>
                  </a:lnTo>
                  <a:cubicBezTo>
                    <a:pt x="5293" y="802"/>
                    <a:pt x="5079" y="1230"/>
                    <a:pt x="4812" y="1711"/>
                  </a:cubicBezTo>
                  <a:cubicBezTo>
                    <a:pt x="4491" y="2192"/>
                    <a:pt x="4224" y="2833"/>
                    <a:pt x="3849" y="3475"/>
                  </a:cubicBezTo>
                  <a:cubicBezTo>
                    <a:pt x="3529" y="4063"/>
                    <a:pt x="3208" y="4811"/>
                    <a:pt x="2834" y="5453"/>
                  </a:cubicBezTo>
                  <a:cubicBezTo>
                    <a:pt x="2460" y="6148"/>
                    <a:pt x="2192" y="6789"/>
                    <a:pt x="1818" y="7430"/>
                  </a:cubicBezTo>
                  <a:cubicBezTo>
                    <a:pt x="1497" y="8072"/>
                    <a:pt x="1123" y="8660"/>
                    <a:pt x="909" y="9141"/>
                  </a:cubicBezTo>
                  <a:cubicBezTo>
                    <a:pt x="642" y="9676"/>
                    <a:pt x="428" y="10103"/>
                    <a:pt x="214" y="10424"/>
                  </a:cubicBezTo>
                  <a:lnTo>
                    <a:pt x="1" y="10905"/>
                  </a:lnTo>
                  <a:lnTo>
                    <a:pt x="321" y="10531"/>
                  </a:lnTo>
                  <a:cubicBezTo>
                    <a:pt x="482" y="10264"/>
                    <a:pt x="749" y="9943"/>
                    <a:pt x="1070" y="9515"/>
                  </a:cubicBezTo>
                  <a:cubicBezTo>
                    <a:pt x="1444" y="9088"/>
                    <a:pt x="1765" y="8553"/>
                    <a:pt x="2139" y="7965"/>
                  </a:cubicBezTo>
                  <a:cubicBezTo>
                    <a:pt x="2513" y="7377"/>
                    <a:pt x="2887" y="6682"/>
                    <a:pt x="3261" y="6041"/>
                  </a:cubicBezTo>
                  <a:cubicBezTo>
                    <a:pt x="3636" y="5346"/>
                    <a:pt x="3956" y="4597"/>
                    <a:pt x="4277" y="3956"/>
                  </a:cubicBezTo>
                  <a:cubicBezTo>
                    <a:pt x="4598" y="3261"/>
                    <a:pt x="4865" y="2619"/>
                    <a:pt x="5079" y="2031"/>
                  </a:cubicBezTo>
                  <a:cubicBezTo>
                    <a:pt x="5293" y="1443"/>
                    <a:pt x="5453" y="909"/>
                    <a:pt x="5560" y="588"/>
                  </a:cubicBezTo>
                  <a:lnTo>
                    <a:pt x="57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34"/>
            <p:cNvSpPr/>
            <p:nvPr/>
          </p:nvSpPr>
          <p:spPr>
            <a:xfrm>
              <a:off x="4124725" y="985175"/>
              <a:ext cx="104250" cy="462425"/>
            </a:xfrm>
            <a:custGeom>
              <a:avLst/>
              <a:gdLst/>
              <a:ahLst/>
              <a:cxnLst/>
              <a:rect l="l" t="t" r="r" b="b"/>
              <a:pathLst>
                <a:path w="4170" h="18497" extrusionOk="0">
                  <a:moveTo>
                    <a:pt x="4170" y="0"/>
                  </a:moveTo>
                  <a:lnTo>
                    <a:pt x="3849" y="695"/>
                  </a:lnTo>
                  <a:cubicBezTo>
                    <a:pt x="3742" y="909"/>
                    <a:pt x="3635" y="1230"/>
                    <a:pt x="3528" y="1551"/>
                  </a:cubicBezTo>
                  <a:cubicBezTo>
                    <a:pt x="3421" y="1871"/>
                    <a:pt x="3261" y="2245"/>
                    <a:pt x="3154" y="2673"/>
                  </a:cubicBezTo>
                  <a:cubicBezTo>
                    <a:pt x="2887" y="3528"/>
                    <a:pt x="2673" y="4544"/>
                    <a:pt x="2459" y="5667"/>
                  </a:cubicBezTo>
                  <a:cubicBezTo>
                    <a:pt x="2192" y="6789"/>
                    <a:pt x="2031" y="8019"/>
                    <a:pt x="1871" y="9195"/>
                  </a:cubicBezTo>
                  <a:cubicBezTo>
                    <a:pt x="1657" y="10371"/>
                    <a:pt x="1550" y="11600"/>
                    <a:pt x="1336" y="12723"/>
                  </a:cubicBezTo>
                  <a:cubicBezTo>
                    <a:pt x="1176" y="13792"/>
                    <a:pt x="962" y="14808"/>
                    <a:pt x="748" y="15663"/>
                  </a:cubicBezTo>
                  <a:cubicBezTo>
                    <a:pt x="642" y="16091"/>
                    <a:pt x="535" y="16518"/>
                    <a:pt x="481" y="16839"/>
                  </a:cubicBezTo>
                  <a:lnTo>
                    <a:pt x="321" y="17320"/>
                  </a:lnTo>
                  <a:lnTo>
                    <a:pt x="214" y="17694"/>
                  </a:lnTo>
                  <a:lnTo>
                    <a:pt x="0" y="18496"/>
                  </a:lnTo>
                  <a:lnTo>
                    <a:pt x="321" y="17801"/>
                  </a:lnTo>
                  <a:lnTo>
                    <a:pt x="481" y="17481"/>
                  </a:lnTo>
                  <a:lnTo>
                    <a:pt x="642" y="16999"/>
                  </a:lnTo>
                  <a:cubicBezTo>
                    <a:pt x="802" y="16679"/>
                    <a:pt x="909" y="16358"/>
                    <a:pt x="1069" y="15877"/>
                  </a:cubicBezTo>
                  <a:cubicBezTo>
                    <a:pt x="1336" y="15022"/>
                    <a:pt x="1550" y="14006"/>
                    <a:pt x="1818" y="12937"/>
                  </a:cubicBezTo>
                  <a:cubicBezTo>
                    <a:pt x="2031" y="11814"/>
                    <a:pt x="2245" y="10585"/>
                    <a:pt x="2406" y="9409"/>
                  </a:cubicBezTo>
                  <a:cubicBezTo>
                    <a:pt x="2619" y="8179"/>
                    <a:pt x="2726" y="7003"/>
                    <a:pt x="2940" y="5880"/>
                  </a:cubicBezTo>
                  <a:cubicBezTo>
                    <a:pt x="3101" y="4758"/>
                    <a:pt x="3261" y="3742"/>
                    <a:pt x="3475" y="2887"/>
                  </a:cubicBezTo>
                  <a:cubicBezTo>
                    <a:pt x="3528" y="2459"/>
                    <a:pt x="3635" y="2032"/>
                    <a:pt x="3742" y="1711"/>
                  </a:cubicBezTo>
                  <a:cubicBezTo>
                    <a:pt x="3795" y="1337"/>
                    <a:pt x="3902" y="1016"/>
                    <a:pt x="3956" y="802"/>
                  </a:cubicBezTo>
                  <a:lnTo>
                    <a:pt x="41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34"/>
            <p:cNvSpPr/>
            <p:nvPr/>
          </p:nvSpPr>
          <p:spPr>
            <a:xfrm>
              <a:off x="3944300" y="880925"/>
              <a:ext cx="118975" cy="267300"/>
            </a:xfrm>
            <a:custGeom>
              <a:avLst/>
              <a:gdLst/>
              <a:ahLst/>
              <a:cxnLst/>
              <a:rect l="l" t="t" r="r" b="b"/>
              <a:pathLst>
                <a:path w="4759" h="10692" extrusionOk="0">
                  <a:moveTo>
                    <a:pt x="321" y="1"/>
                  </a:moveTo>
                  <a:lnTo>
                    <a:pt x="268" y="161"/>
                  </a:lnTo>
                  <a:cubicBezTo>
                    <a:pt x="268" y="268"/>
                    <a:pt x="214" y="375"/>
                    <a:pt x="161" y="589"/>
                  </a:cubicBezTo>
                  <a:cubicBezTo>
                    <a:pt x="107" y="1123"/>
                    <a:pt x="54" y="1658"/>
                    <a:pt x="0" y="2192"/>
                  </a:cubicBezTo>
                  <a:cubicBezTo>
                    <a:pt x="54" y="2994"/>
                    <a:pt x="161" y="3743"/>
                    <a:pt x="375" y="4491"/>
                  </a:cubicBezTo>
                  <a:cubicBezTo>
                    <a:pt x="588" y="5239"/>
                    <a:pt x="909" y="5988"/>
                    <a:pt x="1390" y="6629"/>
                  </a:cubicBezTo>
                  <a:cubicBezTo>
                    <a:pt x="1764" y="7110"/>
                    <a:pt x="2246" y="7591"/>
                    <a:pt x="2727" y="8019"/>
                  </a:cubicBezTo>
                  <a:cubicBezTo>
                    <a:pt x="3101" y="8393"/>
                    <a:pt x="3529" y="8768"/>
                    <a:pt x="3849" y="9195"/>
                  </a:cubicBezTo>
                  <a:cubicBezTo>
                    <a:pt x="4117" y="9462"/>
                    <a:pt x="4330" y="9837"/>
                    <a:pt x="4544" y="10211"/>
                  </a:cubicBezTo>
                  <a:cubicBezTo>
                    <a:pt x="4598" y="10371"/>
                    <a:pt x="4651" y="10532"/>
                    <a:pt x="4758" y="10692"/>
                  </a:cubicBezTo>
                  <a:cubicBezTo>
                    <a:pt x="4705" y="10478"/>
                    <a:pt x="4651" y="10264"/>
                    <a:pt x="4598" y="10104"/>
                  </a:cubicBezTo>
                  <a:cubicBezTo>
                    <a:pt x="4491" y="9623"/>
                    <a:pt x="4330" y="9195"/>
                    <a:pt x="4117" y="8768"/>
                  </a:cubicBezTo>
                  <a:cubicBezTo>
                    <a:pt x="3796" y="8286"/>
                    <a:pt x="3422" y="7805"/>
                    <a:pt x="2994" y="7324"/>
                  </a:cubicBezTo>
                  <a:cubicBezTo>
                    <a:pt x="2566" y="6897"/>
                    <a:pt x="2139" y="6415"/>
                    <a:pt x="1764" y="5881"/>
                  </a:cubicBezTo>
                  <a:cubicBezTo>
                    <a:pt x="1337" y="5346"/>
                    <a:pt x="1016" y="4758"/>
                    <a:pt x="802" y="4117"/>
                  </a:cubicBezTo>
                  <a:cubicBezTo>
                    <a:pt x="588" y="3475"/>
                    <a:pt x="428" y="2834"/>
                    <a:pt x="375" y="2139"/>
                  </a:cubicBezTo>
                  <a:cubicBezTo>
                    <a:pt x="321" y="1658"/>
                    <a:pt x="321" y="1123"/>
                    <a:pt x="321" y="642"/>
                  </a:cubicBezTo>
                  <a:lnTo>
                    <a:pt x="321" y="161"/>
                  </a:lnTo>
                  <a:lnTo>
                    <a:pt x="3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34"/>
            <p:cNvSpPr/>
            <p:nvPr/>
          </p:nvSpPr>
          <p:spPr>
            <a:xfrm>
              <a:off x="4111350" y="639025"/>
              <a:ext cx="72200" cy="299400"/>
            </a:xfrm>
            <a:custGeom>
              <a:avLst/>
              <a:gdLst/>
              <a:ahLst/>
              <a:cxnLst/>
              <a:rect l="l" t="t" r="r" b="b"/>
              <a:pathLst>
                <a:path w="2888" h="11976" extrusionOk="0">
                  <a:moveTo>
                    <a:pt x="2887" y="1"/>
                  </a:moveTo>
                  <a:lnTo>
                    <a:pt x="2673" y="429"/>
                  </a:lnTo>
                  <a:cubicBezTo>
                    <a:pt x="2566" y="749"/>
                    <a:pt x="2353" y="1177"/>
                    <a:pt x="2192" y="1658"/>
                  </a:cubicBezTo>
                  <a:cubicBezTo>
                    <a:pt x="1978" y="2193"/>
                    <a:pt x="1765" y="2834"/>
                    <a:pt x="1497" y="3529"/>
                  </a:cubicBezTo>
                  <a:cubicBezTo>
                    <a:pt x="1283" y="4171"/>
                    <a:pt x="1070" y="4919"/>
                    <a:pt x="909" y="5721"/>
                  </a:cubicBezTo>
                  <a:cubicBezTo>
                    <a:pt x="695" y="6469"/>
                    <a:pt x="588" y="7271"/>
                    <a:pt x="428" y="7966"/>
                  </a:cubicBezTo>
                  <a:cubicBezTo>
                    <a:pt x="321" y="8714"/>
                    <a:pt x="214" y="9409"/>
                    <a:pt x="161" y="9997"/>
                  </a:cubicBezTo>
                  <a:cubicBezTo>
                    <a:pt x="54" y="10532"/>
                    <a:pt x="54" y="11120"/>
                    <a:pt x="0" y="11441"/>
                  </a:cubicBezTo>
                  <a:lnTo>
                    <a:pt x="0" y="11975"/>
                  </a:lnTo>
                  <a:lnTo>
                    <a:pt x="107" y="11441"/>
                  </a:lnTo>
                  <a:cubicBezTo>
                    <a:pt x="161" y="11173"/>
                    <a:pt x="214" y="10692"/>
                    <a:pt x="321" y="10104"/>
                  </a:cubicBezTo>
                  <a:cubicBezTo>
                    <a:pt x="428" y="9516"/>
                    <a:pt x="535" y="8875"/>
                    <a:pt x="695" y="8126"/>
                  </a:cubicBezTo>
                  <a:cubicBezTo>
                    <a:pt x="856" y="7378"/>
                    <a:pt x="1016" y="6630"/>
                    <a:pt x="1177" y="5881"/>
                  </a:cubicBezTo>
                  <a:cubicBezTo>
                    <a:pt x="1390" y="5133"/>
                    <a:pt x="1551" y="4384"/>
                    <a:pt x="1765" y="3689"/>
                  </a:cubicBezTo>
                  <a:cubicBezTo>
                    <a:pt x="1978" y="2995"/>
                    <a:pt x="2139" y="2353"/>
                    <a:pt x="2299" y="1819"/>
                  </a:cubicBezTo>
                  <a:cubicBezTo>
                    <a:pt x="2513" y="1284"/>
                    <a:pt x="2620" y="803"/>
                    <a:pt x="2727" y="482"/>
                  </a:cubicBezTo>
                  <a:lnTo>
                    <a:pt x="28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34"/>
            <p:cNvSpPr/>
            <p:nvPr/>
          </p:nvSpPr>
          <p:spPr>
            <a:xfrm>
              <a:off x="4041850" y="820800"/>
              <a:ext cx="17400" cy="167075"/>
            </a:xfrm>
            <a:custGeom>
              <a:avLst/>
              <a:gdLst/>
              <a:ahLst/>
              <a:cxnLst/>
              <a:rect l="l" t="t" r="r" b="b"/>
              <a:pathLst>
                <a:path w="696" h="6683" extrusionOk="0">
                  <a:moveTo>
                    <a:pt x="1" y="0"/>
                  </a:moveTo>
                  <a:lnTo>
                    <a:pt x="1" y="321"/>
                  </a:lnTo>
                  <a:lnTo>
                    <a:pt x="1" y="1069"/>
                  </a:lnTo>
                  <a:lnTo>
                    <a:pt x="1" y="2192"/>
                  </a:lnTo>
                  <a:cubicBezTo>
                    <a:pt x="1" y="2619"/>
                    <a:pt x="1" y="2994"/>
                    <a:pt x="54" y="3421"/>
                  </a:cubicBezTo>
                  <a:cubicBezTo>
                    <a:pt x="108" y="3849"/>
                    <a:pt x="161" y="4277"/>
                    <a:pt x="215" y="4651"/>
                  </a:cubicBezTo>
                  <a:cubicBezTo>
                    <a:pt x="268" y="5078"/>
                    <a:pt x="375" y="5399"/>
                    <a:pt x="428" y="5720"/>
                  </a:cubicBezTo>
                  <a:cubicBezTo>
                    <a:pt x="482" y="5987"/>
                    <a:pt x="589" y="6255"/>
                    <a:pt x="642" y="6415"/>
                  </a:cubicBezTo>
                  <a:lnTo>
                    <a:pt x="696" y="6682"/>
                  </a:lnTo>
                  <a:lnTo>
                    <a:pt x="696" y="6361"/>
                  </a:lnTo>
                  <a:lnTo>
                    <a:pt x="642" y="5613"/>
                  </a:lnTo>
                  <a:cubicBezTo>
                    <a:pt x="589" y="5346"/>
                    <a:pt x="535" y="4972"/>
                    <a:pt x="482" y="4544"/>
                  </a:cubicBezTo>
                  <a:cubicBezTo>
                    <a:pt x="428" y="4170"/>
                    <a:pt x="428" y="3742"/>
                    <a:pt x="375" y="3368"/>
                  </a:cubicBezTo>
                  <a:cubicBezTo>
                    <a:pt x="321" y="2940"/>
                    <a:pt x="268" y="2513"/>
                    <a:pt x="215" y="2138"/>
                  </a:cubicBezTo>
                  <a:cubicBezTo>
                    <a:pt x="215" y="1764"/>
                    <a:pt x="161" y="1390"/>
                    <a:pt x="108" y="1069"/>
                  </a:cubicBezTo>
                  <a:lnTo>
                    <a:pt x="54" y="3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34"/>
            <p:cNvSpPr/>
            <p:nvPr/>
          </p:nvSpPr>
          <p:spPr>
            <a:xfrm>
              <a:off x="4182175" y="1235075"/>
              <a:ext cx="82875" cy="245925"/>
            </a:xfrm>
            <a:custGeom>
              <a:avLst/>
              <a:gdLst/>
              <a:ahLst/>
              <a:cxnLst/>
              <a:rect l="l" t="t" r="r" b="b"/>
              <a:pathLst>
                <a:path w="3315" h="9837" extrusionOk="0">
                  <a:moveTo>
                    <a:pt x="3315" y="1"/>
                  </a:moveTo>
                  <a:lnTo>
                    <a:pt x="3208" y="428"/>
                  </a:lnTo>
                  <a:lnTo>
                    <a:pt x="2780" y="1551"/>
                  </a:lnTo>
                  <a:lnTo>
                    <a:pt x="2246" y="3155"/>
                  </a:lnTo>
                  <a:cubicBezTo>
                    <a:pt x="2085" y="3743"/>
                    <a:pt x="1872" y="4331"/>
                    <a:pt x="1658" y="4919"/>
                  </a:cubicBezTo>
                  <a:cubicBezTo>
                    <a:pt x="1444" y="5560"/>
                    <a:pt x="1230" y="6148"/>
                    <a:pt x="1070" y="6736"/>
                  </a:cubicBezTo>
                  <a:lnTo>
                    <a:pt x="535" y="8286"/>
                  </a:lnTo>
                  <a:lnTo>
                    <a:pt x="161" y="9409"/>
                  </a:lnTo>
                  <a:lnTo>
                    <a:pt x="1" y="9837"/>
                  </a:lnTo>
                  <a:lnTo>
                    <a:pt x="161" y="9462"/>
                  </a:lnTo>
                  <a:cubicBezTo>
                    <a:pt x="268" y="9195"/>
                    <a:pt x="482" y="8874"/>
                    <a:pt x="642" y="8447"/>
                  </a:cubicBezTo>
                  <a:cubicBezTo>
                    <a:pt x="856" y="8019"/>
                    <a:pt x="1070" y="7485"/>
                    <a:pt x="1284" y="6950"/>
                  </a:cubicBezTo>
                  <a:cubicBezTo>
                    <a:pt x="1497" y="6362"/>
                    <a:pt x="1711" y="5774"/>
                    <a:pt x="1925" y="5132"/>
                  </a:cubicBezTo>
                  <a:cubicBezTo>
                    <a:pt x="2139" y="4544"/>
                    <a:pt x="2353" y="3903"/>
                    <a:pt x="2513" y="3315"/>
                  </a:cubicBezTo>
                  <a:cubicBezTo>
                    <a:pt x="2674" y="2727"/>
                    <a:pt x="2834" y="2139"/>
                    <a:pt x="2941" y="1658"/>
                  </a:cubicBezTo>
                  <a:cubicBezTo>
                    <a:pt x="3101" y="1177"/>
                    <a:pt x="3155" y="749"/>
                    <a:pt x="3262" y="482"/>
                  </a:cubicBezTo>
                  <a:lnTo>
                    <a:pt x="331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34"/>
            <p:cNvSpPr/>
            <p:nvPr/>
          </p:nvSpPr>
          <p:spPr>
            <a:xfrm>
              <a:off x="4043200" y="1700150"/>
              <a:ext cx="145675" cy="269975"/>
            </a:xfrm>
            <a:custGeom>
              <a:avLst/>
              <a:gdLst/>
              <a:ahLst/>
              <a:cxnLst/>
              <a:rect l="l" t="t" r="r" b="b"/>
              <a:pathLst>
                <a:path w="5827" h="10799" extrusionOk="0">
                  <a:moveTo>
                    <a:pt x="5827" y="1"/>
                  </a:moveTo>
                  <a:lnTo>
                    <a:pt x="5613" y="535"/>
                  </a:lnTo>
                  <a:cubicBezTo>
                    <a:pt x="5506" y="856"/>
                    <a:pt x="5292" y="1337"/>
                    <a:pt x="5079" y="1925"/>
                  </a:cubicBezTo>
                  <a:cubicBezTo>
                    <a:pt x="4865" y="2513"/>
                    <a:pt x="4597" y="3155"/>
                    <a:pt x="4277" y="3849"/>
                  </a:cubicBezTo>
                  <a:cubicBezTo>
                    <a:pt x="4009" y="4491"/>
                    <a:pt x="3635" y="5186"/>
                    <a:pt x="3261" y="5881"/>
                  </a:cubicBezTo>
                  <a:cubicBezTo>
                    <a:pt x="2887" y="6522"/>
                    <a:pt x="2513" y="7217"/>
                    <a:pt x="2138" y="7805"/>
                  </a:cubicBezTo>
                  <a:cubicBezTo>
                    <a:pt x="1764" y="8340"/>
                    <a:pt x="1390" y="8928"/>
                    <a:pt x="1069" y="9355"/>
                  </a:cubicBezTo>
                  <a:cubicBezTo>
                    <a:pt x="749" y="9783"/>
                    <a:pt x="481" y="10157"/>
                    <a:pt x="321" y="10371"/>
                  </a:cubicBezTo>
                  <a:lnTo>
                    <a:pt x="0" y="10799"/>
                  </a:lnTo>
                  <a:lnTo>
                    <a:pt x="321" y="10478"/>
                  </a:lnTo>
                  <a:cubicBezTo>
                    <a:pt x="535" y="10264"/>
                    <a:pt x="855" y="9943"/>
                    <a:pt x="1176" y="9569"/>
                  </a:cubicBezTo>
                  <a:cubicBezTo>
                    <a:pt x="1604" y="9088"/>
                    <a:pt x="1978" y="8607"/>
                    <a:pt x="2299" y="8073"/>
                  </a:cubicBezTo>
                  <a:cubicBezTo>
                    <a:pt x="2673" y="7484"/>
                    <a:pt x="3101" y="6896"/>
                    <a:pt x="3475" y="6202"/>
                  </a:cubicBezTo>
                  <a:cubicBezTo>
                    <a:pt x="3849" y="5507"/>
                    <a:pt x="4170" y="4758"/>
                    <a:pt x="4491" y="4063"/>
                  </a:cubicBezTo>
                  <a:cubicBezTo>
                    <a:pt x="4811" y="3368"/>
                    <a:pt x="5025" y="2673"/>
                    <a:pt x="5239" y="2085"/>
                  </a:cubicBezTo>
                  <a:cubicBezTo>
                    <a:pt x="5453" y="1444"/>
                    <a:pt x="5560" y="963"/>
                    <a:pt x="5667" y="589"/>
                  </a:cubicBezTo>
                  <a:lnTo>
                    <a:pt x="58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34"/>
            <p:cNvSpPr/>
            <p:nvPr/>
          </p:nvSpPr>
          <p:spPr>
            <a:xfrm>
              <a:off x="3955000" y="1861850"/>
              <a:ext cx="28075" cy="149700"/>
            </a:xfrm>
            <a:custGeom>
              <a:avLst/>
              <a:gdLst/>
              <a:ahLst/>
              <a:cxnLst/>
              <a:rect l="l" t="t" r="r" b="b"/>
              <a:pathLst>
                <a:path w="1123" h="5988" extrusionOk="0">
                  <a:moveTo>
                    <a:pt x="0" y="1"/>
                  </a:moveTo>
                  <a:lnTo>
                    <a:pt x="0" y="268"/>
                  </a:lnTo>
                  <a:lnTo>
                    <a:pt x="0" y="963"/>
                  </a:lnTo>
                  <a:cubicBezTo>
                    <a:pt x="0" y="1284"/>
                    <a:pt x="0" y="1658"/>
                    <a:pt x="107" y="1979"/>
                  </a:cubicBezTo>
                  <a:cubicBezTo>
                    <a:pt x="160" y="2353"/>
                    <a:pt x="214" y="2727"/>
                    <a:pt x="267" y="3101"/>
                  </a:cubicBezTo>
                  <a:cubicBezTo>
                    <a:pt x="321" y="3529"/>
                    <a:pt x="428" y="3850"/>
                    <a:pt x="535" y="4224"/>
                  </a:cubicBezTo>
                  <a:cubicBezTo>
                    <a:pt x="588" y="4545"/>
                    <a:pt x="695" y="4865"/>
                    <a:pt x="802" y="5133"/>
                  </a:cubicBezTo>
                  <a:cubicBezTo>
                    <a:pt x="855" y="5400"/>
                    <a:pt x="962" y="5614"/>
                    <a:pt x="1016" y="5774"/>
                  </a:cubicBezTo>
                  <a:lnTo>
                    <a:pt x="1123" y="5988"/>
                  </a:lnTo>
                  <a:lnTo>
                    <a:pt x="1069" y="5721"/>
                  </a:lnTo>
                  <a:lnTo>
                    <a:pt x="962" y="5026"/>
                  </a:lnTo>
                  <a:lnTo>
                    <a:pt x="748" y="4064"/>
                  </a:lnTo>
                  <a:cubicBezTo>
                    <a:pt x="695" y="3689"/>
                    <a:pt x="642" y="3315"/>
                    <a:pt x="535" y="2941"/>
                  </a:cubicBezTo>
                  <a:cubicBezTo>
                    <a:pt x="481" y="2567"/>
                    <a:pt x="428" y="2246"/>
                    <a:pt x="374" y="1872"/>
                  </a:cubicBezTo>
                  <a:cubicBezTo>
                    <a:pt x="267" y="1498"/>
                    <a:pt x="214" y="1177"/>
                    <a:pt x="160" y="910"/>
                  </a:cubicBezTo>
                  <a:lnTo>
                    <a:pt x="54" y="2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34"/>
            <p:cNvSpPr/>
            <p:nvPr/>
          </p:nvSpPr>
          <p:spPr>
            <a:xfrm>
              <a:off x="3952325" y="1416825"/>
              <a:ext cx="62825" cy="367550"/>
            </a:xfrm>
            <a:custGeom>
              <a:avLst/>
              <a:gdLst/>
              <a:ahLst/>
              <a:cxnLst/>
              <a:rect l="l" t="t" r="r" b="b"/>
              <a:pathLst>
                <a:path w="2513" h="14702" extrusionOk="0">
                  <a:moveTo>
                    <a:pt x="0" y="1"/>
                  </a:moveTo>
                  <a:cubicBezTo>
                    <a:pt x="1" y="3"/>
                    <a:pt x="54" y="217"/>
                    <a:pt x="161" y="589"/>
                  </a:cubicBezTo>
                  <a:cubicBezTo>
                    <a:pt x="267" y="963"/>
                    <a:pt x="428" y="1498"/>
                    <a:pt x="588" y="2192"/>
                  </a:cubicBezTo>
                  <a:cubicBezTo>
                    <a:pt x="749" y="2834"/>
                    <a:pt x="909" y="3636"/>
                    <a:pt x="1016" y="4491"/>
                  </a:cubicBezTo>
                  <a:cubicBezTo>
                    <a:pt x="1176" y="5346"/>
                    <a:pt x="1283" y="6309"/>
                    <a:pt x="1390" y="7217"/>
                  </a:cubicBezTo>
                  <a:cubicBezTo>
                    <a:pt x="1497" y="8180"/>
                    <a:pt x="1657" y="9088"/>
                    <a:pt x="1764" y="9997"/>
                  </a:cubicBezTo>
                  <a:cubicBezTo>
                    <a:pt x="1871" y="10852"/>
                    <a:pt x="1978" y="11708"/>
                    <a:pt x="2085" y="12403"/>
                  </a:cubicBezTo>
                  <a:cubicBezTo>
                    <a:pt x="2192" y="13098"/>
                    <a:pt x="2299" y="13686"/>
                    <a:pt x="2406" y="14060"/>
                  </a:cubicBezTo>
                  <a:lnTo>
                    <a:pt x="2513" y="14701"/>
                  </a:lnTo>
                  <a:lnTo>
                    <a:pt x="2459" y="14006"/>
                  </a:lnTo>
                  <a:cubicBezTo>
                    <a:pt x="2406" y="13632"/>
                    <a:pt x="2299" y="13044"/>
                    <a:pt x="2245" y="12349"/>
                  </a:cubicBezTo>
                  <a:cubicBezTo>
                    <a:pt x="2138" y="11654"/>
                    <a:pt x="2085" y="10799"/>
                    <a:pt x="1978" y="9890"/>
                  </a:cubicBezTo>
                  <a:cubicBezTo>
                    <a:pt x="1871" y="9035"/>
                    <a:pt x="1818" y="8073"/>
                    <a:pt x="1711" y="7110"/>
                  </a:cubicBezTo>
                  <a:cubicBezTo>
                    <a:pt x="1604" y="6202"/>
                    <a:pt x="1443" y="5240"/>
                    <a:pt x="1283" y="4384"/>
                  </a:cubicBezTo>
                  <a:cubicBezTo>
                    <a:pt x="1123" y="3529"/>
                    <a:pt x="909" y="2727"/>
                    <a:pt x="749" y="2086"/>
                  </a:cubicBezTo>
                  <a:cubicBezTo>
                    <a:pt x="588" y="1551"/>
                    <a:pt x="428" y="1016"/>
                    <a:pt x="214" y="535"/>
                  </a:cubicBezTo>
                  <a:cubicBezTo>
                    <a:pt x="55" y="217"/>
                    <a:pt x="1" y="3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34"/>
            <p:cNvSpPr/>
            <p:nvPr/>
          </p:nvSpPr>
          <p:spPr>
            <a:xfrm>
              <a:off x="3965675" y="1188300"/>
              <a:ext cx="92250" cy="276675"/>
            </a:xfrm>
            <a:custGeom>
              <a:avLst/>
              <a:gdLst/>
              <a:ahLst/>
              <a:cxnLst/>
              <a:rect l="l" t="t" r="r" b="b"/>
              <a:pathLst>
                <a:path w="3690" h="11067" extrusionOk="0">
                  <a:moveTo>
                    <a:pt x="1" y="1"/>
                  </a:moveTo>
                  <a:lnTo>
                    <a:pt x="215" y="428"/>
                  </a:lnTo>
                  <a:cubicBezTo>
                    <a:pt x="321" y="696"/>
                    <a:pt x="535" y="1070"/>
                    <a:pt x="749" y="1551"/>
                  </a:cubicBezTo>
                  <a:cubicBezTo>
                    <a:pt x="963" y="2032"/>
                    <a:pt x="1177" y="2620"/>
                    <a:pt x="1444" y="3262"/>
                  </a:cubicBezTo>
                  <a:cubicBezTo>
                    <a:pt x="1711" y="3850"/>
                    <a:pt x="1925" y="4544"/>
                    <a:pt x="2192" y="5239"/>
                  </a:cubicBezTo>
                  <a:cubicBezTo>
                    <a:pt x="2406" y="5934"/>
                    <a:pt x="2620" y="6629"/>
                    <a:pt x="2834" y="7324"/>
                  </a:cubicBezTo>
                  <a:cubicBezTo>
                    <a:pt x="3048" y="8019"/>
                    <a:pt x="3208" y="8661"/>
                    <a:pt x="3315" y="9195"/>
                  </a:cubicBezTo>
                  <a:cubicBezTo>
                    <a:pt x="3422" y="9783"/>
                    <a:pt x="3529" y="10264"/>
                    <a:pt x="3582" y="10532"/>
                  </a:cubicBezTo>
                  <a:lnTo>
                    <a:pt x="3689" y="11066"/>
                  </a:lnTo>
                  <a:lnTo>
                    <a:pt x="3636" y="10532"/>
                  </a:lnTo>
                  <a:cubicBezTo>
                    <a:pt x="3582" y="10211"/>
                    <a:pt x="3529" y="9730"/>
                    <a:pt x="3422" y="9142"/>
                  </a:cubicBezTo>
                  <a:cubicBezTo>
                    <a:pt x="3315" y="8554"/>
                    <a:pt x="3208" y="7859"/>
                    <a:pt x="3048" y="7164"/>
                  </a:cubicBezTo>
                  <a:cubicBezTo>
                    <a:pt x="2834" y="6469"/>
                    <a:pt x="2620" y="5721"/>
                    <a:pt x="2406" y="5026"/>
                  </a:cubicBezTo>
                  <a:cubicBezTo>
                    <a:pt x="2192" y="4277"/>
                    <a:pt x="1925" y="3636"/>
                    <a:pt x="1658" y="2994"/>
                  </a:cubicBezTo>
                  <a:cubicBezTo>
                    <a:pt x="1391" y="2406"/>
                    <a:pt x="1123" y="1872"/>
                    <a:pt x="856" y="1391"/>
                  </a:cubicBezTo>
                  <a:cubicBezTo>
                    <a:pt x="589" y="963"/>
                    <a:pt x="375" y="589"/>
                    <a:pt x="268" y="37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8" name="Picture 4" descr="Le conseil de l'école SeaTech">
            <a:extLst>
              <a:ext uri="{FF2B5EF4-FFF2-40B4-BE49-F238E27FC236}">
                <a16:creationId xmlns:a16="http://schemas.microsoft.com/office/drawing/2014/main" id="{DB622248-FE2F-11B7-91A4-CCEF36424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037" y="4521667"/>
            <a:ext cx="1879964" cy="621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95F3957-C4C9-B5AF-B7FF-6B62BAB58507}"/>
              </a:ext>
            </a:extLst>
          </p:cNvPr>
          <p:cNvSpPr txBox="1"/>
          <p:nvPr/>
        </p:nvSpPr>
        <p:spPr>
          <a:xfrm>
            <a:off x="3082954" y="4352390"/>
            <a:ext cx="29780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dk1"/>
                </a:solidFill>
                <a:latin typeface="IM Fell English SC"/>
                <a:sym typeface="IM Fell English SC"/>
              </a:rPr>
              <a:t>BECQUET Victor </a:t>
            </a:r>
          </a:p>
        </p:txBody>
      </p:sp>
      <p:grpSp>
        <p:nvGrpSpPr>
          <p:cNvPr id="4" name="Google Shape;5464;p35">
            <a:extLst>
              <a:ext uri="{FF2B5EF4-FFF2-40B4-BE49-F238E27FC236}">
                <a16:creationId xmlns:a16="http://schemas.microsoft.com/office/drawing/2014/main" id="{28512917-A566-27DD-C436-AAB6EF26B187}"/>
              </a:ext>
            </a:extLst>
          </p:cNvPr>
          <p:cNvGrpSpPr/>
          <p:nvPr/>
        </p:nvGrpSpPr>
        <p:grpSpPr>
          <a:xfrm rot="-8956298">
            <a:off x="7265314" y="234439"/>
            <a:ext cx="1495614" cy="476375"/>
            <a:chOff x="4440625" y="1955050"/>
            <a:chExt cx="825550" cy="262950"/>
          </a:xfrm>
        </p:grpSpPr>
        <p:sp>
          <p:nvSpPr>
            <p:cNvPr id="5" name="Google Shape;5465;p35">
              <a:extLst>
                <a:ext uri="{FF2B5EF4-FFF2-40B4-BE49-F238E27FC236}">
                  <a16:creationId xmlns:a16="http://schemas.microsoft.com/office/drawing/2014/main" id="{89489426-BEC9-A67E-2DD4-19663C4377BA}"/>
                </a:ext>
              </a:extLst>
            </p:cNvPr>
            <p:cNvSpPr/>
            <p:nvPr/>
          </p:nvSpPr>
          <p:spPr>
            <a:xfrm>
              <a:off x="4440625" y="1955050"/>
              <a:ext cx="825550" cy="262950"/>
            </a:xfrm>
            <a:custGeom>
              <a:avLst/>
              <a:gdLst/>
              <a:ahLst/>
              <a:cxnLst/>
              <a:rect l="l" t="t" r="r" b="b"/>
              <a:pathLst>
                <a:path w="33022" h="10518" extrusionOk="0">
                  <a:moveTo>
                    <a:pt x="21149" y="0"/>
                  </a:moveTo>
                  <a:cubicBezTo>
                    <a:pt x="21003" y="0"/>
                    <a:pt x="20856" y="17"/>
                    <a:pt x="20711" y="52"/>
                  </a:cubicBezTo>
                  <a:lnTo>
                    <a:pt x="20560" y="90"/>
                  </a:lnTo>
                  <a:lnTo>
                    <a:pt x="20484" y="103"/>
                  </a:lnTo>
                  <a:cubicBezTo>
                    <a:pt x="20371" y="140"/>
                    <a:pt x="20208" y="191"/>
                    <a:pt x="20019" y="254"/>
                  </a:cubicBezTo>
                  <a:lnTo>
                    <a:pt x="19956" y="279"/>
                  </a:lnTo>
                  <a:cubicBezTo>
                    <a:pt x="19780" y="342"/>
                    <a:pt x="19579" y="430"/>
                    <a:pt x="19365" y="530"/>
                  </a:cubicBezTo>
                  <a:lnTo>
                    <a:pt x="19290" y="568"/>
                  </a:lnTo>
                  <a:cubicBezTo>
                    <a:pt x="19152" y="643"/>
                    <a:pt x="19026" y="706"/>
                    <a:pt x="18887" y="794"/>
                  </a:cubicBezTo>
                  <a:lnTo>
                    <a:pt x="18774" y="794"/>
                  </a:lnTo>
                  <a:cubicBezTo>
                    <a:pt x="18334" y="832"/>
                    <a:pt x="17894" y="882"/>
                    <a:pt x="17454" y="970"/>
                  </a:cubicBezTo>
                  <a:cubicBezTo>
                    <a:pt x="17341" y="945"/>
                    <a:pt x="17240" y="945"/>
                    <a:pt x="17140" y="945"/>
                  </a:cubicBezTo>
                  <a:lnTo>
                    <a:pt x="16762" y="945"/>
                  </a:lnTo>
                  <a:cubicBezTo>
                    <a:pt x="16486" y="970"/>
                    <a:pt x="16209" y="1021"/>
                    <a:pt x="15932" y="1084"/>
                  </a:cubicBezTo>
                  <a:lnTo>
                    <a:pt x="15882" y="1096"/>
                  </a:lnTo>
                  <a:cubicBezTo>
                    <a:pt x="15543" y="1184"/>
                    <a:pt x="15228" y="1285"/>
                    <a:pt x="14901" y="1423"/>
                  </a:cubicBezTo>
                  <a:lnTo>
                    <a:pt x="14864" y="1436"/>
                  </a:lnTo>
                  <a:cubicBezTo>
                    <a:pt x="14612" y="1549"/>
                    <a:pt x="14373" y="1662"/>
                    <a:pt x="14159" y="1775"/>
                  </a:cubicBezTo>
                  <a:cubicBezTo>
                    <a:pt x="14065" y="1764"/>
                    <a:pt x="13971" y="1758"/>
                    <a:pt x="13877" y="1758"/>
                  </a:cubicBezTo>
                  <a:cubicBezTo>
                    <a:pt x="13657" y="1758"/>
                    <a:pt x="13440" y="1789"/>
                    <a:pt x="13229" y="1851"/>
                  </a:cubicBezTo>
                  <a:cubicBezTo>
                    <a:pt x="12927" y="1939"/>
                    <a:pt x="12600" y="1989"/>
                    <a:pt x="12286" y="2002"/>
                  </a:cubicBezTo>
                  <a:lnTo>
                    <a:pt x="12248" y="2002"/>
                  </a:lnTo>
                  <a:cubicBezTo>
                    <a:pt x="11883" y="1939"/>
                    <a:pt x="11506" y="1914"/>
                    <a:pt x="11141" y="1914"/>
                  </a:cubicBezTo>
                  <a:cubicBezTo>
                    <a:pt x="10613" y="1914"/>
                    <a:pt x="10085" y="1989"/>
                    <a:pt x="9582" y="2115"/>
                  </a:cubicBezTo>
                  <a:cubicBezTo>
                    <a:pt x="9392" y="2051"/>
                    <a:pt x="9196" y="2021"/>
                    <a:pt x="9000" y="2021"/>
                  </a:cubicBezTo>
                  <a:cubicBezTo>
                    <a:pt x="8652" y="2021"/>
                    <a:pt x="8308" y="2118"/>
                    <a:pt x="8010" y="2303"/>
                  </a:cubicBezTo>
                  <a:lnTo>
                    <a:pt x="7897" y="2366"/>
                  </a:lnTo>
                  <a:lnTo>
                    <a:pt x="7809" y="2429"/>
                  </a:lnTo>
                  <a:cubicBezTo>
                    <a:pt x="7784" y="2454"/>
                    <a:pt x="7708" y="2492"/>
                    <a:pt x="7620" y="2542"/>
                  </a:cubicBezTo>
                  <a:cubicBezTo>
                    <a:pt x="7583" y="2567"/>
                    <a:pt x="7545" y="2593"/>
                    <a:pt x="7507" y="2605"/>
                  </a:cubicBezTo>
                  <a:cubicBezTo>
                    <a:pt x="7482" y="2630"/>
                    <a:pt x="7394" y="2681"/>
                    <a:pt x="7231" y="2781"/>
                  </a:cubicBezTo>
                  <a:lnTo>
                    <a:pt x="7180" y="2806"/>
                  </a:lnTo>
                  <a:cubicBezTo>
                    <a:pt x="7055" y="2882"/>
                    <a:pt x="6941" y="2945"/>
                    <a:pt x="6841" y="2995"/>
                  </a:cubicBezTo>
                  <a:lnTo>
                    <a:pt x="6753" y="3045"/>
                  </a:lnTo>
                  <a:cubicBezTo>
                    <a:pt x="6627" y="3096"/>
                    <a:pt x="6514" y="3158"/>
                    <a:pt x="6426" y="3196"/>
                  </a:cubicBezTo>
                  <a:cubicBezTo>
                    <a:pt x="6199" y="3158"/>
                    <a:pt x="5973" y="3108"/>
                    <a:pt x="5759" y="3070"/>
                  </a:cubicBezTo>
                  <a:cubicBezTo>
                    <a:pt x="4716" y="2857"/>
                    <a:pt x="3684" y="2618"/>
                    <a:pt x="2892" y="2442"/>
                  </a:cubicBezTo>
                  <a:cubicBezTo>
                    <a:pt x="2741" y="2404"/>
                    <a:pt x="2578" y="2391"/>
                    <a:pt x="2427" y="2391"/>
                  </a:cubicBezTo>
                  <a:cubicBezTo>
                    <a:pt x="1962" y="2391"/>
                    <a:pt x="1509" y="2542"/>
                    <a:pt x="1144" y="2831"/>
                  </a:cubicBezTo>
                  <a:cubicBezTo>
                    <a:pt x="0" y="3737"/>
                    <a:pt x="226" y="5535"/>
                    <a:pt x="1559" y="6126"/>
                  </a:cubicBezTo>
                  <a:cubicBezTo>
                    <a:pt x="2565" y="6579"/>
                    <a:pt x="3622" y="6906"/>
                    <a:pt x="4703" y="7145"/>
                  </a:cubicBezTo>
                  <a:cubicBezTo>
                    <a:pt x="5244" y="7258"/>
                    <a:pt x="5797" y="7371"/>
                    <a:pt x="6388" y="7472"/>
                  </a:cubicBezTo>
                  <a:cubicBezTo>
                    <a:pt x="6476" y="7522"/>
                    <a:pt x="6552" y="7572"/>
                    <a:pt x="6640" y="7622"/>
                  </a:cubicBezTo>
                  <a:lnTo>
                    <a:pt x="6690" y="7660"/>
                  </a:lnTo>
                  <a:cubicBezTo>
                    <a:pt x="6765" y="7710"/>
                    <a:pt x="6841" y="7761"/>
                    <a:pt x="6904" y="7824"/>
                  </a:cubicBezTo>
                  <a:cubicBezTo>
                    <a:pt x="6941" y="7849"/>
                    <a:pt x="6992" y="7887"/>
                    <a:pt x="7029" y="7912"/>
                  </a:cubicBezTo>
                  <a:lnTo>
                    <a:pt x="7105" y="7975"/>
                  </a:lnTo>
                  <a:cubicBezTo>
                    <a:pt x="7130" y="8000"/>
                    <a:pt x="7155" y="8025"/>
                    <a:pt x="7180" y="8050"/>
                  </a:cubicBezTo>
                  <a:lnTo>
                    <a:pt x="7293" y="8151"/>
                  </a:lnTo>
                  <a:cubicBezTo>
                    <a:pt x="7595" y="8415"/>
                    <a:pt x="7960" y="8578"/>
                    <a:pt x="8350" y="8628"/>
                  </a:cubicBezTo>
                  <a:lnTo>
                    <a:pt x="8476" y="8716"/>
                  </a:lnTo>
                  <a:lnTo>
                    <a:pt x="8538" y="8754"/>
                  </a:lnTo>
                  <a:cubicBezTo>
                    <a:pt x="8702" y="8867"/>
                    <a:pt x="8853" y="8955"/>
                    <a:pt x="8978" y="9043"/>
                  </a:cubicBezTo>
                  <a:lnTo>
                    <a:pt x="9041" y="9094"/>
                  </a:lnTo>
                  <a:lnTo>
                    <a:pt x="9393" y="9307"/>
                  </a:lnTo>
                  <a:lnTo>
                    <a:pt x="9456" y="9333"/>
                  </a:lnTo>
                  <a:lnTo>
                    <a:pt x="9595" y="9421"/>
                  </a:lnTo>
                  <a:cubicBezTo>
                    <a:pt x="9834" y="9559"/>
                    <a:pt x="10098" y="9634"/>
                    <a:pt x="10374" y="9660"/>
                  </a:cubicBezTo>
                  <a:cubicBezTo>
                    <a:pt x="10664" y="9798"/>
                    <a:pt x="10940" y="9911"/>
                    <a:pt x="11204" y="9999"/>
                  </a:cubicBezTo>
                  <a:lnTo>
                    <a:pt x="11255" y="10024"/>
                  </a:lnTo>
                  <a:cubicBezTo>
                    <a:pt x="11544" y="10112"/>
                    <a:pt x="11833" y="10188"/>
                    <a:pt x="12135" y="10251"/>
                  </a:cubicBezTo>
                  <a:cubicBezTo>
                    <a:pt x="12223" y="10276"/>
                    <a:pt x="12311" y="10288"/>
                    <a:pt x="12374" y="10288"/>
                  </a:cubicBezTo>
                  <a:lnTo>
                    <a:pt x="12474" y="10313"/>
                  </a:lnTo>
                  <a:cubicBezTo>
                    <a:pt x="12555" y="10323"/>
                    <a:pt x="12636" y="10328"/>
                    <a:pt x="12717" y="10328"/>
                  </a:cubicBezTo>
                  <a:cubicBezTo>
                    <a:pt x="12953" y="10328"/>
                    <a:pt x="13189" y="10288"/>
                    <a:pt x="13405" y="10213"/>
                  </a:cubicBezTo>
                  <a:cubicBezTo>
                    <a:pt x="14637" y="10401"/>
                    <a:pt x="15882" y="10502"/>
                    <a:pt x="17140" y="10515"/>
                  </a:cubicBezTo>
                  <a:cubicBezTo>
                    <a:pt x="17232" y="10517"/>
                    <a:pt x="17325" y="10518"/>
                    <a:pt x="17418" y="10518"/>
                  </a:cubicBezTo>
                  <a:cubicBezTo>
                    <a:pt x="17885" y="10518"/>
                    <a:pt x="18363" y="10492"/>
                    <a:pt x="18825" y="10439"/>
                  </a:cubicBezTo>
                  <a:cubicBezTo>
                    <a:pt x="19013" y="10414"/>
                    <a:pt x="19189" y="10364"/>
                    <a:pt x="19353" y="10301"/>
                  </a:cubicBezTo>
                  <a:lnTo>
                    <a:pt x="19655" y="10351"/>
                  </a:lnTo>
                  <a:lnTo>
                    <a:pt x="19705" y="10351"/>
                  </a:lnTo>
                  <a:cubicBezTo>
                    <a:pt x="20019" y="10389"/>
                    <a:pt x="20296" y="10414"/>
                    <a:pt x="20547" y="10439"/>
                  </a:cubicBezTo>
                  <a:lnTo>
                    <a:pt x="20585" y="10439"/>
                  </a:lnTo>
                  <a:cubicBezTo>
                    <a:pt x="20837" y="10452"/>
                    <a:pt x="21038" y="10464"/>
                    <a:pt x="21189" y="10464"/>
                  </a:cubicBezTo>
                  <a:lnTo>
                    <a:pt x="21465" y="10464"/>
                  </a:lnTo>
                  <a:cubicBezTo>
                    <a:pt x="21993" y="10464"/>
                    <a:pt x="22496" y="10238"/>
                    <a:pt x="22849" y="9861"/>
                  </a:cubicBezTo>
                  <a:cubicBezTo>
                    <a:pt x="23100" y="9773"/>
                    <a:pt x="23352" y="9697"/>
                    <a:pt x="23603" y="9609"/>
                  </a:cubicBezTo>
                  <a:cubicBezTo>
                    <a:pt x="23892" y="9509"/>
                    <a:pt x="24383" y="9345"/>
                    <a:pt x="24559" y="9307"/>
                  </a:cubicBezTo>
                  <a:cubicBezTo>
                    <a:pt x="25313" y="9257"/>
                    <a:pt x="26357" y="9245"/>
                    <a:pt x="26395" y="9245"/>
                  </a:cubicBezTo>
                  <a:cubicBezTo>
                    <a:pt x="26747" y="9245"/>
                    <a:pt x="27099" y="9157"/>
                    <a:pt x="27426" y="9006"/>
                  </a:cubicBezTo>
                  <a:cubicBezTo>
                    <a:pt x="27523" y="9022"/>
                    <a:pt x="27620" y="9029"/>
                    <a:pt x="27716" y="9029"/>
                  </a:cubicBezTo>
                  <a:cubicBezTo>
                    <a:pt x="28309" y="9029"/>
                    <a:pt x="28880" y="8738"/>
                    <a:pt x="29237" y="8251"/>
                  </a:cubicBezTo>
                  <a:cubicBezTo>
                    <a:pt x="29287" y="8226"/>
                    <a:pt x="29337" y="8226"/>
                    <a:pt x="29400" y="8226"/>
                  </a:cubicBezTo>
                  <a:cubicBezTo>
                    <a:pt x="32267" y="7987"/>
                    <a:pt x="32946" y="6554"/>
                    <a:pt x="33009" y="5397"/>
                  </a:cubicBezTo>
                  <a:cubicBezTo>
                    <a:pt x="33022" y="5309"/>
                    <a:pt x="33022" y="5221"/>
                    <a:pt x="33009" y="5133"/>
                  </a:cubicBezTo>
                  <a:cubicBezTo>
                    <a:pt x="32934" y="3687"/>
                    <a:pt x="31726" y="3058"/>
                    <a:pt x="31072" y="2718"/>
                  </a:cubicBezTo>
                  <a:cubicBezTo>
                    <a:pt x="30821" y="2593"/>
                    <a:pt x="30582" y="2454"/>
                    <a:pt x="30356" y="2291"/>
                  </a:cubicBezTo>
                  <a:cubicBezTo>
                    <a:pt x="29928" y="1964"/>
                    <a:pt x="29438" y="1737"/>
                    <a:pt x="28922" y="1624"/>
                  </a:cubicBezTo>
                  <a:cubicBezTo>
                    <a:pt x="28847" y="1536"/>
                    <a:pt x="28759" y="1461"/>
                    <a:pt x="28671" y="1398"/>
                  </a:cubicBezTo>
                  <a:cubicBezTo>
                    <a:pt x="28432" y="1209"/>
                    <a:pt x="27514" y="606"/>
                    <a:pt x="25942" y="354"/>
                  </a:cubicBezTo>
                  <a:cubicBezTo>
                    <a:pt x="25791" y="329"/>
                    <a:pt x="25602" y="304"/>
                    <a:pt x="25389" y="279"/>
                  </a:cubicBezTo>
                  <a:cubicBezTo>
                    <a:pt x="25099" y="115"/>
                    <a:pt x="24772" y="27"/>
                    <a:pt x="24446" y="27"/>
                  </a:cubicBezTo>
                  <a:lnTo>
                    <a:pt x="24207" y="27"/>
                  </a:lnTo>
                  <a:lnTo>
                    <a:pt x="24093" y="40"/>
                  </a:lnTo>
                  <a:cubicBezTo>
                    <a:pt x="23993" y="52"/>
                    <a:pt x="23842" y="78"/>
                    <a:pt x="23666" y="115"/>
                  </a:cubicBezTo>
                  <a:lnTo>
                    <a:pt x="23603" y="128"/>
                  </a:lnTo>
                  <a:cubicBezTo>
                    <a:pt x="23515" y="103"/>
                    <a:pt x="23427" y="90"/>
                    <a:pt x="23352" y="90"/>
                  </a:cubicBezTo>
                  <a:cubicBezTo>
                    <a:pt x="23289" y="78"/>
                    <a:pt x="23100" y="65"/>
                    <a:pt x="22811" y="65"/>
                  </a:cubicBezTo>
                  <a:cubicBezTo>
                    <a:pt x="22559" y="65"/>
                    <a:pt x="22220" y="78"/>
                    <a:pt x="21792" y="115"/>
                  </a:cubicBezTo>
                  <a:cubicBezTo>
                    <a:pt x="21588" y="40"/>
                    <a:pt x="21370" y="0"/>
                    <a:pt x="211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3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466;p35">
              <a:extLst>
                <a:ext uri="{FF2B5EF4-FFF2-40B4-BE49-F238E27FC236}">
                  <a16:creationId xmlns:a16="http://schemas.microsoft.com/office/drawing/2014/main" id="{6B3819B6-F761-E813-BE41-5A79CBC80C17}"/>
                </a:ext>
              </a:extLst>
            </p:cNvPr>
            <p:cNvSpPr/>
            <p:nvPr/>
          </p:nvSpPr>
          <p:spPr>
            <a:xfrm>
              <a:off x="4497525" y="2001925"/>
              <a:ext cx="721175" cy="168925"/>
            </a:xfrm>
            <a:custGeom>
              <a:avLst/>
              <a:gdLst/>
              <a:ahLst/>
              <a:cxnLst/>
              <a:rect l="l" t="t" r="r" b="b"/>
              <a:pathLst>
                <a:path w="28847" h="6757" extrusionOk="0">
                  <a:moveTo>
                    <a:pt x="18875" y="1"/>
                  </a:moveTo>
                  <a:lnTo>
                    <a:pt x="18724" y="39"/>
                  </a:lnTo>
                  <a:cubicBezTo>
                    <a:pt x="18636" y="64"/>
                    <a:pt x="18510" y="101"/>
                    <a:pt x="18359" y="152"/>
                  </a:cubicBezTo>
                  <a:cubicBezTo>
                    <a:pt x="18208" y="202"/>
                    <a:pt x="18058" y="277"/>
                    <a:pt x="17894" y="353"/>
                  </a:cubicBezTo>
                  <a:cubicBezTo>
                    <a:pt x="17718" y="428"/>
                    <a:pt x="17567" y="541"/>
                    <a:pt x="17404" y="642"/>
                  </a:cubicBezTo>
                  <a:cubicBezTo>
                    <a:pt x="17253" y="730"/>
                    <a:pt x="17127" y="856"/>
                    <a:pt x="17001" y="956"/>
                  </a:cubicBezTo>
                  <a:lnTo>
                    <a:pt x="16976" y="994"/>
                  </a:lnTo>
                  <a:cubicBezTo>
                    <a:pt x="16976" y="944"/>
                    <a:pt x="16938" y="894"/>
                    <a:pt x="16901" y="868"/>
                  </a:cubicBezTo>
                  <a:cubicBezTo>
                    <a:pt x="16828" y="827"/>
                    <a:pt x="16746" y="802"/>
                    <a:pt x="16663" y="802"/>
                  </a:cubicBezTo>
                  <a:cubicBezTo>
                    <a:pt x="16646" y="802"/>
                    <a:pt x="16629" y="803"/>
                    <a:pt x="16611" y="806"/>
                  </a:cubicBezTo>
                  <a:cubicBezTo>
                    <a:pt x="15668" y="868"/>
                    <a:pt x="14750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3" y="1623"/>
                    <a:pt x="13342" y="1522"/>
                    <a:pt x="13518" y="1434"/>
                  </a:cubicBezTo>
                  <a:cubicBezTo>
                    <a:pt x="13719" y="1321"/>
                    <a:pt x="13933" y="1233"/>
                    <a:pt x="14159" y="1145"/>
                  </a:cubicBezTo>
                  <a:cubicBezTo>
                    <a:pt x="14323" y="1082"/>
                    <a:pt x="14486" y="1032"/>
                    <a:pt x="14662" y="994"/>
                  </a:cubicBezTo>
                  <a:cubicBezTo>
                    <a:pt x="14725" y="982"/>
                    <a:pt x="14776" y="969"/>
                    <a:pt x="14813" y="956"/>
                  </a:cubicBezTo>
                  <a:lnTo>
                    <a:pt x="14876" y="944"/>
                  </a:lnTo>
                  <a:lnTo>
                    <a:pt x="14662" y="944"/>
                  </a:lnTo>
                  <a:cubicBezTo>
                    <a:pt x="14461" y="956"/>
                    <a:pt x="14273" y="994"/>
                    <a:pt x="14084" y="1032"/>
                  </a:cubicBezTo>
                  <a:cubicBezTo>
                    <a:pt x="13845" y="1095"/>
                    <a:pt x="13593" y="1183"/>
                    <a:pt x="13355" y="1283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74" y="1761"/>
                    <a:pt x="12160" y="1900"/>
                    <a:pt x="11934" y="2013"/>
                  </a:cubicBezTo>
                  <a:cubicBezTo>
                    <a:pt x="11946" y="2000"/>
                    <a:pt x="11946" y="1975"/>
                    <a:pt x="11946" y="1950"/>
                  </a:cubicBezTo>
                  <a:cubicBezTo>
                    <a:pt x="11946" y="1912"/>
                    <a:pt x="11921" y="1874"/>
                    <a:pt x="11883" y="1849"/>
                  </a:cubicBezTo>
                  <a:cubicBezTo>
                    <a:pt x="11809" y="1791"/>
                    <a:pt x="11713" y="1761"/>
                    <a:pt x="11617" y="1761"/>
                  </a:cubicBezTo>
                  <a:cubicBezTo>
                    <a:pt x="11566" y="1761"/>
                    <a:pt x="11516" y="1769"/>
                    <a:pt x="11468" y="1786"/>
                  </a:cubicBezTo>
                  <a:cubicBezTo>
                    <a:pt x="11219" y="1849"/>
                    <a:pt x="10558" y="1997"/>
                    <a:pt x="10030" y="1997"/>
                  </a:cubicBezTo>
                  <a:cubicBezTo>
                    <a:pt x="9919" y="1997"/>
                    <a:pt x="9814" y="1990"/>
                    <a:pt x="9720" y="1975"/>
                  </a:cubicBezTo>
                  <a:cubicBezTo>
                    <a:pt x="9411" y="1928"/>
                    <a:pt x="9147" y="1900"/>
                    <a:pt x="8882" y="1900"/>
                  </a:cubicBezTo>
                  <a:cubicBezTo>
                    <a:pt x="8374" y="1900"/>
                    <a:pt x="7865" y="2004"/>
                    <a:pt x="7029" y="2277"/>
                  </a:cubicBezTo>
                  <a:cubicBezTo>
                    <a:pt x="6791" y="2352"/>
                    <a:pt x="6501" y="2453"/>
                    <a:pt x="6200" y="2579"/>
                  </a:cubicBezTo>
                  <a:cubicBezTo>
                    <a:pt x="6300" y="2491"/>
                    <a:pt x="6388" y="2415"/>
                    <a:pt x="6464" y="2340"/>
                  </a:cubicBezTo>
                  <a:cubicBezTo>
                    <a:pt x="6552" y="2252"/>
                    <a:pt x="6614" y="2164"/>
                    <a:pt x="6665" y="2113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8" y="2201"/>
                    <a:pt x="6313" y="2277"/>
                  </a:cubicBezTo>
                  <a:cubicBezTo>
                    <a:pt x="6187" y="2352"/>
                    <a:pt x="6049" y="2440"/>
                    <a:pt x="5885" y="2528"/>
                  </a:cubicBezTo>
                  <a:cubicBezTo>
                    <a:pt x="5722" y="2616"/>
                    <a:pt x="5558" y="2717"/>
                    <a:pt x="5382" y="2805"/>
                  </a:cubicBezTo>
                  <a:cubicBezTo>
                    <a:pt x="5206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6" y="3270"/>
                  </a:cubicBezTo>
                  <a:cubicBezTo>
                    <a:pt x="3961" y="3195"/>
                    <a:pt x="3534" y="3119"/>
                    <a:pt x="3119" y="3031"/>
                  </a:cubicBezTo>
                  <a:cubicBezTo>
                    <a:pt x="2138" y="2843"/>
                    <a:pt x="1170" y="2629"/>
                    <a:pt x="201" y="2403"/>
                  </a:cubicBezTo>
                  <a:cubicBezTo>
                    <a:pt x="188" y="2399"/>
                    <a:pt x="174" y="2398"/>
                    <a:pt x="161" y="2398"/>
                  </a:cubicBezTo>
                  <a:cubicBezTo>
                    <a:pt x="124" y="2398"/>
                    <a:pt x="87" y="2409"/>
                    <a:pt x="50" y="2428"/>
                  </a:cubicBezTo>
                  <a:cubicBezTo>
                    <a:pt x="0" y="2465"/>
                    <a:pt x="13" y="2516"/>
                    <a:pt x="63" y="2541"/>
                  </a:cubicBezTo>
                  <a:cubicBezTo>
                    <a:pt x="968" y="2931"/>
                    <a:pt x="1899" y="3232"/>
                    <a:pt x="2855" y="3434"/>
                  </a:cubicBezTo>
                  <a:cubicBezTo>
                    <a:pt x="3458" y="3572"/>
                    <a:pt x="4074" y="3685"/>
                    <a:pt x="4703" y="3786"/>
                  </a:cubicBezTo>
                  <a:lnTo>
                    <a:pt x="4816" y="3849"/>
                  </a:lnTo>
                  <a:cubicBezTo>
                    <a:pt x="5030" y="3937"/>
                    <a:pt x="5231" y="4050"/>
                    <a:pt x="5420" y="4188"/>
                  </a:cubicBezTo>
                  <a:cubicBezTo>
                    <a:pt x="5583" y="4289"/>
                    <a:pt x="5734" y="4389"/>
                    <a:pt x="5873" y="4515"/>
                  </a:cubicBezTo>
                  <a:cubicBezTo>
                    <a:pt x="5948" y="4565"/>
                    <a:pt x="5998" y="4616"/>
                    <a:pt x="6049" y="4666"/>
                  </a:cubicBezTo>
                  <a:cubicBezTo>
                    <a:pt x="6099" y="4691"/>
                    <a:pt x="6137" y="4741"/>
                    <a:pt x="6174" y="4779"/>
                  </a:cubicBezTo>
                  <a:lnTo>
                    <a:pt x="6288" y="4880"/>
                  </a:lnTo>
                  <a:lnTo>
                    <a:pt x="6237" y="4754"/>
                  </a:lnTo>
                  <a:cubicBezTo>
                    <a:pt x="6212" y="4716"/>
                    <a:pt x="6187" y="4666"/>
                    <a:pt x="6162" y="4628"/>
                  </a:cubicBezTo>
                  <a:cubicBezTo>
                    <a:pt x="6124" y="4565"/>
                    <a:pt x="6086" y="4503"/>
                    <a:pt x="6049" y="4452"/>
                  </a:cubicBezTo>
                  <a:cubicBezTo>
                    <a:pt x="5998" y="4389"/>
                    <a:pt x="5948" y="4326"/>
                    <a:pt x="5873" y="4264"/>
                  </a:cubicBezTo>
                  <a:lnTo>
                    <a:pt x="5873" y="4264"/>
                  </a:lnTo>
                  <a:cubicBezTo>
                    <a:pt x="5998" y="4352"/>
                    <a:pt x="6137" y="4452"/>
                    <a:pt x="6275" y="4565"/>
                  </a:cubicBezTo>
                  <a:cubicBezTo>
                    <a:pt x="6413" y="4679"/>
                    <a:pt x="6614" y="4817"/>
                    <a:pt x="6778" y="4943"/>
                  </a:cubicBezTo>
                  <a:cubicBezTo>
                    <a:pt x="6954" y="5068"/>
                    <a:pt x="7143" y="5182"/>
                    <a:pt x="7306" y="5295"/>
                  </a:cubicBezTo>
                  <a:cubicBezTo>
                    <a:pt x="7470" y="5421"/>
                    <a:pt x="7633" y="5521"/>
                    <a:pt x="7771" y="5609"/>
                  </a:cubicBezTo>
                  <a:lnTo>
                    <a:pt x="8123" y="5823"/>
                  </a:lnTo>
                  <a:lnTo>
                    <a:pt x="8262" y="5911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7" y="5546"/>
                  </a:lnTo>
                  <a:cubicBezTo>
                    <a:pt x="8224" y="5710"/>
                    <a:pt x="8501" y="5873"/>
                    <a:pt x="8777" y="6024"/>
                  </a:cubicBezTo>
                  <a:cubicBezTo>
                    <a:pt x="9041" y="6150"/>
                    <a:pt x="9305" y="6263"/>
                    <a:pt x="9582" y="6364"/>
                  </a:cubicBezTo>
                  <a:cubicBezTo>
                    <a:pt x="9796" y="6439"/>
                    <a:pt x="10010" y="6489"/>
                    <a:pt x="10223" y="6540"/>
                  </a:cubicBezTo>
                  <a:cubicBezTo>
                    <a:pt x="10311" y="6552"/>
                    <a:pt x="10374" y="6552"/>
                    <a:pt x="10425" y="6565"/>
                  </a:cubicBezTo>
                  <a:lnTo>
                    <a:pt x="10488" y="6577"/>
                  </a:lnTo>
                  <a:lnTo>
                    <a:pt x="10425" y="6552"/>
                  </a:lnTo>
                  <a:cubicBezTo>
                    <a:pt x="10387" y="6540"/>
                    <a:pt x="10324" y="6527"/>
                    <a:pt x="10261" y="6489"/>
                  </a:cubicBezTo>
                  <a:cubicBezTo>
                    <a:pt x="10060" y="6426"/>
                    <a:pt x="9884" y="6351"/>
                    <a:pt x="9695" y="6263"/>
                  </a:cubicBezTo>
                  <a:cubicBezTo>
                    <a:pt x="9456" y="6150"/>
                    <a:pt x="9230" y="6024"/>
                    <a:pt x="9004" y="5886"/>
                  </a:cubicBezTo>
                  <a:lnTo>
                    <a:pt x="9004" y="5886"/>
                  </a:lnTo>
                  <a:cubicBezTo>
                    <a:pt x="9632" y="6125"/>
                    <a:pt x="10274" y="6288"/>
                    <a:pt x="10940" y="6401"/>
                  </a:cubicBezTo>
                  <a:cubicBezTo>
                    <a:pt x="12600" y="6684"/>
                    <a:pt x="13917" y="6757"/>
                    <a:pt x="14831" y="6757"/>
                  </a:cubicBezTo>
                  <a:cubicBezTo>
                    <a:pt x="15744" y="6757"/>
                    <a:pt x="16253" y="6684"/>
                    <a:pt x="16297" y="6678"/>
                  </a:cubicBezTo>
                  <a:cubicBezTo>
                    <a:pt x="16410" y="6678"/>
                    <a:pt x="16523" y="6615"/>
                    <a:pt x="16574" y="6502"/>
                  </a:cubicBezTo>
                  <a:cubicBezTo>
                    <a:pt x="16574" y="6489"/>
                    <a:pt x="16574" y="6477"/>
                    <a:pt x="16574" y="6452"/>
                  </a:cubicBezTo>
                  <a:cubicBezTo>
                    <a:pt x="16574" y="6426"/>
                    <a:pt x="16561" y="6414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89" y="6502"/>
                    <a:pt x="17379" y="6552"/>
                    <a:pt x="17655" y="6590"/>
                  </a:cubicBezTo>
                  <a:cubicBezTo>
                    <a:pt x="17932" y="6640"/>
                    <a:pt x="18196" y="6653"/>
                    <a:pt x="18422" y="6678"/>
                  </a:cubicBezTo>
                  <a:cubicBezTo>
                    <a:pt x="18649" y="6691"/>
                    <a:pt x="18850" y="6691"/>
                    <a:pt x="18976" y="6691"/>
                  </a:cubicBezTo>
                  <a:lnTo>
                    <a:pt x="19189" y="6691"/>
                  </a:lnTo>
                  <a:lnTo>
                    <a:pt x="18988" y="6653"/>
                  </a:lnTo>
                  <a:cubicBezTo>
                    <a:pt x="18862" y="6628"/>
                    <a:pt x="18686" y="6603"/>
                    <a:pt x="18473" y="6552"/>
                  </a:cubicBezTo>
                  <a:lnTo>
                    <a:pt x="18422" y="6540"/>
                  </a:lnTo>
                  <a:cubicBezTo>
                    <a:pt x="19139" y="6477"/>
                    <a:pt x="19969" y="6188"/>
                    <a:pt x="20723" y="5936"/>
                  </a:cubicBezTo>
                  <a:cubicBezTo>
                    <a:pt x="21264" y="5760"/>
                    <a:pt x="21817" y="5571"/>
                    <a:pt x="22107" y="5546"/>
                  </a:cubicBezTo>
                  <a:cubicBezTo>
                    <a:pt x="22937" y="5483"/>
                    <a:pt x="24093" y="5471"/>
                    <a:pt x="24106" y="5471"/>
                  </a:cubicBezTo>
                  <a:cubicBezTo>
                    <a:pt x="24117" y="5472"/>
                    <a:pt x="24127" y="5472"/>
                    <a:pt x="24138" y="5472"/>
                  </a:cubicBezTo>
                  <a:cubicBezTo>
                    <a:pt x="24253" y="5472"/>
                    <a:pt x="24365" y="5412"/>
                    <a:pt x="24446" y="5320"/>
                  </a:cubicBezTo>
                  <a:cubicBezTo>
                    <a:pt x="24458" y="5295"/>
                    <a:pt x="24471" y="5270"/>
                    <a:pt x="24471" y="5244"/>
                  </a:cubicBezTo>
                  <a:cubicBezTo>
                    <a:pt x="24458" y="5169"/>
                    <a:pt x="24408" y="5106"/>
                    <a:pt x="24332" y="5081"/>
                  </a:cubicBezTo>
                  <a:cubicBezTo>
                    <a:pt x="23980" y="4918"/>
                    <a:pt x="23616" y="4779"/>
                    <a:pt x="23238" y="4653"/>
                  </a:cubicBezTo>
                  <a:lnTo>
                    <a:pt x="23238" y="4653"/>
                  </a:lnTo>
                  <a:cubicBezTo>
                    <a:pt x="23314" y="4666"/>
                    <a:pt x="23389" y="4691"/>
                    <a:pt x="23465" y="4704"/>
                  </a:cubicBezTo>
                  <a:lnTo>
                    <a:pt x="23540" y="4729"/>
                  </a:lnTo>
                  <a:cubicBezTo>
                    <a:pt x="23691" y="4767"/>
                    <a:pt x="23867" y="4817"/>
                    <a:pt x="24031" y="4880"/>
                  </a:cubicBezTo>
                  <a:cubicBezTo>
                    <a:pt x="24194" y="4930"/>
                    <a:pt x="24370" y="4968"/>
                    <a:pt x="24534" y="5018"/>
                  </a:cubicBezTo>
                  <a:cubicBezTo>
                    <a:pt x="24684" y="5068"/>
                    <a:pt x="24848" y="5106"/>
                    <a:pt x="24974" y="5144"/>
                  </a:cubicBezTo>
                  <a:cubicBezTo>
                    <a:pt x="25099" y="5182"/>
                    <a:pt x="25213" y="5207"/>
                    <a:pt x="25288" y="5232"/>
                  </a:cubicBezTo>
                  <a:lnTo>
                    <a:pt x="25414" y="5257"/>
                  </a:lnTo>
                  <a:lnTo>
                    <a:pt x="25326" y="5194"/>
                  </a:lnTo>
                  <a:cubicBezTo>
                    <a:pt x="25263" y="5156"/>
                    <a:pt x="25187" y="5106"/>
                    <a:pt x="25074" y="5043"/>
                  </a:cubicBezTo>
                  <a:lnTo>
                    <a:pt x="25024" y="5018"/>
                  </a:lnTo>
                  <a:lnTo>
                    <a:pt x="25049" y="5006"/>
                  </a:lnTo>
                  <a:cubicBezTo>
                    <a:pt x="25640" y="4716"/>
                    <a:pt x="26281" y="4528"/>
                    <a:pt x="26948" y="4465"/>
                  </a:cubicBezTo>
                  <a:cubicBezTo>
                    <a:pt x="28256" y="4352"/>
                    <a:pt x="28809" y="4037"/>
                    <a:pt x="28847" y="3396"/>
                  </a:cubicBezTo>
                  <a:cubicBezTo>
                    <a:pt x="28847" y="3383"/>
                    <a:pt x="28847" y="3358"/>
                    <a:pt x="28847" y="3346"/>
                  </a:cubicBezTo>
                  <a:cubicBezTo>
                    <a:pt x="28834" y="2968"/>
                    <a:pt x="28419" y="2742"/>
                    <a:pt x="27929" y="2503"/>
                  </a:cubicBezTo>
                  <a:cubicBezTo>
                    <a:pt x="27577" y="2327"/>
                    <a:pt x="27237" y="2126"/>
                    <a:pt x="26923" y="1887"/>
                  </a:cubicBezTo>
                  <a:cubicBezTo>
                    <a:pt x="26470" y="1535"/>
                    <a:pt x="25640" y="1409"/>
                    <a:pt x="24823" y="1384"/>
                  </a:cubicBezTo>
                  <a:lnTo>
                    <a:pt x="24999" y="1371"/>
                  </a:lnTo>
                  <a:cubicBezTo>
                    <a:pt x="25112" y="1371"/>
                    <a:pt x="25225" y="1321"/>
                    <a:pt x="25301" y="1233"/>
                  </a:cubicBezTo>
                  <a:cubicBezTo>
                    <a:pt x="25326" y="1208"/>
                    <a:pt x="25338" y="1170"/>
                    <a:pt x="25338" y="1133"/>
                  </a:cubicBezTo>
                  <a:cubicBezTo>
                    <a:pt x="25338" y="1082"/>
                    <a:pt x="25301" y="1044"/>
                    <a:pt x="25263" y="1019"/>
                  </a:cubicBezTo>
                  <a:cubicBezTo>
                    <a:pt x="25238" y="994"/>
                    <a:pt x="24596" y="529"/>
                    <a:pt x="23377" y="328"/>
                  </a:cubicBezTo>
                  <a:cubicBezTo>
                    <a:pt x="23013" y="255"/>
                    <a:pt x="22649" y="219"/>
                    <a:pt x="22285" y="219"/>
                  </a:cubicBezTo>
                  <a:cubicBezTo>
                    <a:pt x="22083" y="219"/>
                    <a:pt x="21881" y="230"/>
                    <a:pt x="21679" y="252"/>
                  </a:cubicBezTo>
                  <a:cubicBezTo>
                    <a:pt x="21729" y="227"/>
                    <a:pt x="21780" y="202"/>
                    <a:pt x="21817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26"/>
                  </a:lnTo>
                  <a:lnTo>
                    <a:pt x="22044" y="26"/>
                  </a:lnTo>
                  <a:cubicBezTo>
                    <a:pt x="21968" y="39"/>
                    <a:pt x="21868" y="51"/>
                    <a:pt x="21729" y="76"/>
                  </a:cubicBezTo>
                  <a:cubicBezTo>
                    <a:pt x="21604" y="101"/>
                    <a:pt x="21465" y="152"/>
                    <a:pt x="21314" y="202"/>
                  </a:cubicBezTo>
                  <a:lnTo>
                    <a:pt x="21189" y="252"/>
                  </a:lnTo>
                  <a:cubicBezTo>
                    <a:pt x="21138" y="152"/>
                    <a:pt x="21025" y="89"/>
                    <a:pt x="20912" y="89"/>
                  </a:cubicBezTo>
                  <a:cubicBezTo>
                    <a:pt x="20899" y="89"/>
                    <a:pt x="20786" y="81"/>
                    <a:pt x="20581" y="81"/>
                  </a:cubicBezTo>
                  <a:cubicBezTo>
                    <a:pt x="20192" y="81"/>
                    <a:pt x="19474" y="108"/>
                    <a:pt x="18485" y="265"/>
                  </a:cubicBezTo>
                  <a:lnTo>
                    <a:pt x="18447" y="265"/>
                  </a:lnTo>
                  <a:lnTo>
                    <a:pt x="18473" y="240"/>
                  </a:lnTo>
                  <a:cubicBezTo>
                    <a:pt x="18586" y="177"/>
                    <a:pt x="18686" y="114"/>
                    <a:pt x="18762" y="76"/>
                  </a:cubicBezTo>
                  <a:lnTo>
                    <a:pt x="188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467;p35">
              <a:extLst>
                <a:ext uri="{FF2B5EF4-FFF2-40B4-BE49-F238E27FC236}">
                  <a16:creationId xmlns:a16="http://schemas.microsoft.com/office/drawing/2014/main" id="{8DE80979-2BCB-F3EF-0FBB-868D95ED0A03}"/>
                </a:ext>
              </a:extLst>
            </p:cNvPr>
            <p:cNvSpPr/>
            <p:nvPr/>
          </p:nvSpPr>
          <p:spPr>
            <a:xfrm>
              <a:off x="4511975" y="2067325"/>
              <a:ext cx="607700" cy="37425"/>
            </a:xfrm>
            <a:custGeom>
              <a:avLst/>
              <a:gdLst/>
              <a:ahLst/>
              <a:cxnLst/>
              <a:rect l="l" t="t" r="r" b="b"/>
              <a:pathLst>
                <a:path w="24308" h="1497" extrusionOk="0">
                  <a:moveTo>
                    <a:pt x="1" y="0"/>
                  </a:moveTo>
                  <a:lnTo>
                    <a:pt x="1" y="0"/>
                  </a:lnTo>
                  <a:cubicBezTo>
                    <a:pt x="1874" y="579"/>
                    <a:pt x="3811" y="994"/>
                    <a:pt x="5760" y="1233"/>
                  </a:cubicBezTo>
                  <a:cubicBezTo>
                    <a:pt x="6766" y="1358"/>
                    <a:pt x="7810" y="1434"/>
                    <a:pt x="8841" y="1472"/>
                  </a:cubicBezTo>
                  <a:cubicBezTo>
                    <a:pt x="9356" y="1497"/>
                    <a:pt x="9884" y="1497"/>
                    <a:pt x="10400" y="1497"/>
                  </a:cubicBezTo>
                  <a:cubicBezTo>
                    <a:pt x="10928" y="1484"/>
                    <a:pt x="11444" y="1472"/>
                    <a:pt x="11972" y="1446"/>
                  </a:cubicBezTo>
                  <a:cubicBezTo>
                    <a:pt x="14047" y="1333"/>
                    <a:pt x="16121" y="1094"/>
                    <a:pt x="18171" y="717"/>
                  </a:cubicBezTo>
                  <a:cubicBezTo>
                    <a:pt x="19177" y="541"/>
                    <a:pt x="20183" y="340"/>
                    <a:pt x="21214" y="202"/>
                  </a:cubicBezTo>
                  <a:cubicBezTo>
                    <a:pt x="21784" y="124"/>
                    <a:pt x="22361" y="82"/>
                    <a:pt x="22939" y="82"/>
                  </a:cubicBezTo>
                  <a:cubicBezTo>
                    <a:pt x="23396" y="82"/>
                    <a:pt x="23853" y="108"/>
                    <a:pt x="24308" y="164"/>
                  </a:cubicBezTo>
                  <a:cubicBezTo>
                    <a:pt x="23780" y="93"/>
                    <a:pt x="23249" y="58"/>
                    <a:pt x="22718" y="58"/>
                  </a:cubicBezTo>
                  <a:cubicBezTo>
                    <a:pt x="22211" y="58"/>
                    <a:pt x="21705" y="90"/>
                    <a:pt x="21202" y="151"/>
                  </a:cubicBezTo>
                  <a:cubicBezTo>
                    <a:pt x="20171" y="277"/>
                    <a:pt x="19165" y="466"/>
                    <a:pt x="18133" y="629"/>
                  </a:cubicBezTo>
                  <a:cubicBezTo>
                    <a:pt x="16096" y="994"/>
                    <a:pt x="14034" y="1233"/>
                    <a:pt x="11972" y="1333"/>
                  </a:cubicBezTo>
                  <a:cubicBezTo>
                    <a:pt x="11456" y="1371"/>
                    <a:pt x="10941" y="1384"/>
                    <a:pt x="10413" y="1396"/>
                  </a:cubicBezTo>
                  <a:cubicBezTo>
                    <a:pt x="10274" y="1399"/>
                    <a:pt x="10136" y="1401"/>
                    <a:pt x="9998" y="1401"/>
                  </a:cubicBezTo>
                  <a:cubicBezTo>
                    <a:pt x="9621" y="1401"/>
                    <a:pt x="9243" y="1389"/>
                    <a:pt x="8866" y="1371"/>
                  </a:cubicBezTo>
                  <a:cubicBezTo>
                    <a:pt x="7835" y="1333"/>
                    <a:pt x="6816" y="1258"/>
                    <a:pt x="5810" y="1145"/>
                  </a:cubicBezTo>
                  <a:cubicBezTo>
                    <a:pt x="4804" y="1031"/>
                    <a:pt x="3811" y="868"/>
                    <a:pt x="2830" y="679"/>
                  </a:cubicBezTo>
                  <a:cubicBezTo>
                    <a:pt x="1862" y="491"/>
                    <a:pt x="919" y="264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468;p35">
              <a:extLst>
                <a:ext uri="{FF2B5EF4-FFF2-40B4-BE49-F238E27FC236}">
                  <a16:creationId xmlns:a16="http://schemas.microsoft.com/office/drawing/2014/main" id="{57953804-15FB-8BA7-5257-C0D689F08EEC}"/>
                </a:ext>
              </a:extLst>
            </p:cNvPr>
            <p:cNvSpPr/>
            <p:nvPr/>
          </p:nvSpPr>
          <p:spPr>
            <a:xfrm>
              <a:off x="4620425" y="2008975"/>
              <a:ext cx="589475" cy="156250"/>
            </a:xfrm>
            <a:custGeom>
              <a:avLst/>
              <a:gdLst/>
              <a:ahLst/>
              <a:cxnLst/>
              <a:rect l="l" t="t" r="r" b="b"/>
              <a:pathLst>
                <a:path w="23579" h="6250" extrusionOk="0">
                  <a:moveTo>
                    <a:pt x="18876" y="1643"/>
                  </a:moveTo>
                  <a:lnTo>
                    <a:pt x="18775" y="1668"/>
                  </a:lnTo>
                  <a:lnTo>
                    <a:pt x="18498" y="1743"/>
                  </a:lnTo>
                  <a:cubicBezTo>
                    <a:pt x="18385" y="1756"/>
                    <a:pt x="18259" y="1794"/>
                    <a:pt x="18109" y="1831"/>
                  </a:cubicBezTo>
                  <a:cubicBezTo>
                    <a:pt x="17970" y="1856"/>
                    <a:pt x="17819" y="1894"/>
                    <a:pt x="17668" y="1932"/>
                  </a:cubicBezTo>
                  <a:cubicBezTo>
                    <a:pt x="17518" y="1970"/>
                    <a:pt x="17367" y="1995"/>
                    <a:pt x="17228" y="2033"/>
                  </a:cubicBezTo>
                  <a:cubicBezTo>
                    <a:pt x="17103" y="2070"/>
                    <a:pt x="16964" y="2095"/>
                    <a:pt x="16851" y="2133"/>
                  </a:cubicBezTo>
                  <a:lnTo>
                    <a:pt x="16574" y="2196"/>
                  </a:lnTo>
                  <a:lnTo>
                    <a:pt x="16474" y="2221"/>
                  </a:lnTo>
                  <a:lnTo>
                    <a:pt x="16474" y="2221"/>
                  </a:lnTo>
                  <a:lnTo>
                    <a:pt x="16562" y="2171"/>
                  </a:lnTo>
                  <a:cubicBezTo>
                    <a:pt x="16625" y="2146"/>
                    <a:pt x="16700" y="2108"/>
                    <a:pt x="16813" y="2070"/>
                  </a:cubicBezTo>
                  <a:cubicBezTo>
                    <a:pt x="16914" y="2033"/>
                    <a:pt x="17040" y="1995"/>
                    <a:pt x="17178" y="1945"/>
                  </a:cubicBezTo>
                  <a:cubicBezTo>
                    <a:pt x="17316" y="1907"/>
                    <a:pt x="17467" y="1869"/>
                    <a:pt x="17618" y="1831"/>
                  </a:cubicBezTo>
                  <a:cubicBezTo>
                    <a:pt x="17769" y="1794"/>
                    <a:pt x="17933" y="1768"/>
                    <a:pt x="18071" y="1731"/>
                  </a:cubicBezTo>
                  <a:cubicBezTo>
                    <a:pt x="18222" y="1706"/>
                    <a:pt x="18360" y="1693"/>
                    <a:pt x="18486" y="1680"/>
                  </a:cubicBezTo>
                  <a:cubicBezTo>
                    <a:pt x="18599" y="1668"/>
                    <a:pt x="18700" y="1655"/>
                    <a:pt x="18775" y="1655"/>
                  </a:cubicBezTo>
                  <a:lnTo>
                    <a:pt x="18876" y="1643"/>
                  </a:lnTo>
                  <a:close/>
                  <a:moveTo>
                    <a:pt x="17341" y="443"/>
                  </a:moveTo>
                  <a:cubicBezTo>
                    <a:pt x="17396" y="443"/>
                    <a:pt x="17451" y="445"/>
                    <a:pt x="17505" y="448"/>
                  </a:cubicBezTo>
                  <a:cubicBezTo>
                    <a:pt x="17580" y="448"/>
                    <a:pt x="17631" y="461"/>
                    <a:pt x="17656" y="461"/>
                  </a:cubicBezTo>
                  <a:cubicBezTo>
                    <a:pt x="17618" y="461"/>
                    <a:pt x="17568" y="461"/>
                    <a:pt x="17492" y="473"/>
                  </a:cubicBezTo>
                  <a:cubicBezTo>
                    <a:pt x="17304" y="486"/>
                    <a:pt x="17115" y="524"/>
                    <a:pt x="16927" y="574"/>
                  </a:cubicBezTo>
                  <a:cubicBezTo>
                    <a:pt x="16688" y="624"/>
                    <a:pt x="16449" y="712"/>
                    <a:pt x="16235" y="825"/>
                  </a:cubicBezTo>
                  <a:cubicBezTo>
                    <a:pt x="16021" y="926"/>
                    <a:pt x="15820" y="1077"/>
                    <a:pt x="15657" y="1253"/>
                  </a:cubicBezTo>
                  <a:cubicBezTo>
                    <a:pt x="15493" y="1416"/>
                    <a:pt x="15342" y="1592"/>
                    <a:pt x="15204" y="1768"/>
                  </a:cubicBezTo>
                  <a:cubicBezTo>
                    <a:pt x="15078" y="1932"/>
                    <a:pt x="14927" y="2095"/>
                    <a:pt x="14764" y="2234"/>
                  </a:cubicBezTo>
                  <a:cubicBezTo>
                    <a:pt x="14625" y="2347"/>
                    <a:pt x="14487" y="2435"/>
                    <a:pt x="14336" y="2523"/>
                  </a:cubicBezTo>
                  <a:lnTo>
                    <a:pt x="14324" y="2523"/>
                  </a:lnTo>
                  <a:cubicBezTo>
                    <a:pt x="14261" y="2548"/>
                    <a:pt x="14198" y="2573"/>
                    <a:pt x="14122" y="2586"/>
                  </a:cubicBezTo>
                  <a:cubicBezTo>
                    <a:pt x="14185" y="2561"/>
                    <a:pt x="14236" y="2523"/>
                    <a:pt x="14286" y="2485"/>
                  </a:cubicBezTo>
                  <a:cubicBezTo>
                    <a:pt x="14399" y="2410"/>
                    <a:pt x="14512" y="2297"/>
                    <a:pt x="14600" y="2183"/>
                  </a:cubicBezTo>
                  <a:cubicBezTo>
                    <a:pt x="14739" y="2045"/>
                    <a:pt x="14852" y="1882"/>
                    <a:pt x="14940" y="1718"/>
                  </a:cubicBezTo>
                  <a:cubicBezTo>
                    <a:pt x="15065" y="1517"/>
                    <a:pt x="15216" y="1341"/>
                    <a:pt x="15367" y="1165"/>
                  </a:cubicBezTo>
                  <a:cubicBezTo>
                    <a:pt x="15568" y="964"/>
                    <a:pt x="15807" y="800"/>
                    <a:pt x="16071" y="687"/>
                  </a:cubicBezTo>
                  <a:cubicBezTo>
                    <a:pt x="16336" y="586"/>
                    <a:pt x="16612" y="511"/>
                    <a:pt x="16889" y="473"/>
                  </a:cubicBezTo>
                  <a:cubicBezTo>
                    <a:pt x="17036" y="455"/>
                    <a:pt x="17190" y="443"/>
                    <a:pt x="17341" y="443"/>
                  </a:cubicBezTo>
                  <a:close/>
                  <a:moveTo>
                    <a:pt x="3283" y="2322"/>
                  </a:moveTo>
                  <a:lnTo>
                    <a:pt x="3195" y="2359"/>
                  </a:lnTo>
                  <a:lnTo>
                    <a:pt x="2956" y="2435"/>
                  </a:lnTo>
                  <a:cubicBezTo>
                    <a:pt x="2855" y="2460"/>
                    <a:pt x="2742" y="2510"/>
                    <a:pt x="2616" y="2548"/>
                  </a:cubicBezTo>
                  <a:cubicBezTo>
                    <a:pt x="2478" y="2586"/>
                    <a:pt x="2352" y="2624"/>
                    <a:pt x="2227" y="2674"/>
                  </a:cubicBezTo>
                  <a:cubicBezTo>
                    <a:pt x="2088" y="2724"/>
                    <a:pt x="1950" y="2762"/>
                    <a:pt x="1837" y="2800"/>
                  </a:cubicBezTo>
                  <a:lnTo>
                    <a:pt x="1497" y="2913"/>
                  </a:lnTo>
                  <a:lnTo>
                    <a:pt x="1246" y="3001"/>
                  </a:lnTo>
                  <a:lnTo>
                    <a:pt x="1158" y="3026"/>
                  </a:lnTo>
                  <a:lnTo>
                    <a:pt x="1233" y="2976"/>
                  </a:lnTo>
                  <a:cubicBezTo>
                    <a:pt x="1284" y="2950"/>
                    <a:pt x="1359" y="2913"/>
                    <a:pt x="1447" y="2862"/>
                  </a:cubicBezTo>
                  <a:cubicBezTo>
                    <a:pt x="1535" y="2825"/>
                    <a:pt x="1636" y="2774"/>
                    <a:pt x="1761" y="2724"/>
                  </a:cubicBezTo>
                  <a:cubicBezTo>
                    <a:pt x="1875" y="2674"/>
                    <a:pt x="2013" y="2624"/>
                    <a:pt x="2139" y="2586"/>
                  </a:cubicBezTo>
                  <a:cubicBezTo>
                    <a:pt x="2277" y="2536"/>
                    <a:pt x="2415" y="2498"/>
                    <a:pt x="2554" y="2460"/>
                  </a:cubicBezTo>
                  <a:cubicBezTo>
                    <a:pt x="2679" y="2422"/>
                    <a:pt x="2805" y="2397"/>
                    <a:pt x="2918" y="2385"/>
                  </a:cubicBezTo>
                  <a:cubicBezTo>
                    <a:pt x="3019" y="2359"/>
                    <a:pt x="3119" y="2347"/>
                    <a:pt x="3182" y="2334"/>
                  </a:cubicBezTo>
                  <a:lnTo>
                    <a:pt x="3283" y="2322"/>
                  </a:lnTo>
                  <a:close/>
                  <a:moveTo>
                    <a:pt x="9822" y="1454"/>
                  </a:moveTo>
                  <a:cubicBezTo>
                    <a:pt x="9822" y="1454"/>
                    <a:pt x="9759" y="1492"/>
                    <a:pt x="9646" y="1567"/>
                  </a:cubicBezTo>
                  <a:cubicBezTo>
                    <a:pt x="9470" y="1655"/>
                    <a:pt x="9294" y="1743"/>
                    <a:pt x="9118" y="1831"/>
                  </a:cubicBezTo>
                  <a:cubicBezTo>
                    <a:pt x="8891" y="1919"/>
                    <a:pt x="8615" y="2033"/>
                    <a:pt x="8313" y="2133"/>
                  </a:cubicBezTo>
                  <a:cubicBezTo>
                    <a:pt x="7998" y="2234"/>
                    <a:pt x="7659" y="2322"/>
                    <a:pt x="7319" y="2410"/>
                  </a:cubicBezTo>
                  <a:cubicBezTo>
                    <a:pt x="6980" y="2498"/>
                    <a:pt x="6640" y="2573"/>
                    <a:pt x="6313" y="2649"/>
                  </a:cubicBezTo>
                  <a:cubicBezTo>
                    <a:pt x="5999" y="2737"/>
                    <a:pt x="5685" y="2787"/>
                    <a:pt x="5446" y="2850"/>
                  </a:cubicBezTo>
                  <a:cubicBezTo>
                    <a:pt x="5194" y="2913"/>
                    <a:pt x="4968" y="2963"/>
                    <a:pt x="4830" y="3013"/>
                  </a:cubicBezTo>
                  <a:lnTo>
                    <a:pt x="4591" y="3076"/>
                  </a:lnTo>
                  <a:lnTo>
                    <a:pt x="4817" y="2988"/>
                  </a:lnTo>
                  <a:cubicBezTo>
                    <a:pt x="4955" y="2938"/>
                    <a:pt x="5157" y="2875"/>
                    <a:pt x="5408" y="2800"/>
                  </a:cubicBezTo>
                  <a:cubicBezTo>
                    <a:pt x="5660" y="2724"/>
                    <a:pt x="5961" y="2649"/>
                    <a:pt x="6276" y="2561"/>
                  </a:cubicBezTo>
                  <a:cubicBezTo>
                    <a:pt x="6590" y="2485"/>
                    <a:pt x="6930" y="2410"/>
                    <a:pt x="7269" y="2322"/>
                  </a:cubicBezTo>
                  <a:cubicBezTo>
                    <a:pt x="7609" y="2221"/>
                    <a:pt x="7936" y="2146"/>
                    <a:pt x="8250" y="2045"/>
                  </a:cubicBezTo>
                  <a:cubicBezTo>
                    <a:pt x="8552" y="1957"/>
                    <a:pt x="8841" y="1869"/>
                    <a:pt x="9067" y="1781"/>
                  </a:cubicBezTo>
                  <a:cubicBezTo>
                    <a:pt x="9306" y="1693"/>
                    <a:pt x="9495" y="1605"/>
                    <a:pt x="9621" y="1555"/>
                  </a:cubicBezTo>
                  <a:cubicBezTo>
                    <a:pt x="9746" y="1492"/>
                    <a:pt x="9822" y="1454"/>
                    <a:pt x="9822" y="1454"/>
                  </a:cubicBezTo>
                  <a:close/>
                  <a:moveTo>
                    <a:pt x="13242" y="1228"/>
                  </a:moveTo>
                  <a:lnTo>
                    <a:pt x="13129" y="1341"/>
                  </a:lnTo>
                  <a:cubicBezTo>
                    <a:pt x="13054" y="1404"/>
                    <a:pt x="12940" y="1492"/>
                    <a:pt x="12789" y="1605"/>
                  </a:cubicBezTo>
                  <a:cubicBezTo>
                    <a:pt x="12639" y="1731"/>
                    <a:pt x="12463" y="1844"/>
                    <a:pt x="12249" y="1970"/>
                  </a:cubicBezTo>
                  <a:cubicBezTo>
                    <a:pt x="12048" y="2095"/>
                    <a:pt x="11809" y="2221"/>
                    <a:pt x="11570" y="2347"/>
                  </a:cubicBezTo>
                  <a:cubicBezTo>
                    <a:pt x="11331" y="2460"/>
                    <a:pt x="11067" y="2573"/>
                    <a:pt x="10828" y="2661"/>
                  </a:cubicBezTo>
                  <a:cubicBezTo>
                    <a:pt x="10576" y="2762"/>
                    <a:pt x="10337" y="2837"/>
                    <a:pt x="10124" y="2900"/>
                  </a:cubicBezTo>
                  <a:cubicBezTo>
                    <a:pt x="9922" y="2963"/>
                    <a:pt x="9734" y="3013"/>
                    <a:pt x="9608" y="3039"/>
                  </a:cubicBezTo>
                  <a:lnTo>
                    <a:pt x="9419" y="3089"/>
                  </a:lnTo>
                  <a:lnTo>
                    <a:pt x="9595" y="3026"/>
                  </a:lnTo>
                  <a:cubicBezTo>
                    <a:pt x="9721" y="2988"/>
                    <a:pt x="9885" y="2925"/>
                    <a:pt x="10086" y="2850"/>
                  </a:cubicBezTo>
                  <a:cubicBezTo>
                    <a:pt x="10274" y="2774"/>
                    <a:pt x="10501" y="2699"/>
                    <a:pt x="10740" y="2586"/>
                  </a:cubicBezTo>
                  <a:cubicBezTo>
                    <a:pt x="10979" y="2485"/>
                    <a:pt x="11230" y="2385"/>
                    <a:pt x="11469" y="2259"/>
                  </a:cubicBezTo>
                  <a:cubicBezTo>
                    <a:pt x="11708" y="2146"/>
                    <a:pt x="11934" y="2020"/>
                    <a:pt x="12148" y="1907"/>
                  </a:cubicBezTo>
                  <a:cubicBezTo>
                    <a:pt x="12362" y="1781"/>
                    <a:pt x="12563" y="1680"/>
                    <a:pt x="12714" y="1567"/>
                  </a:cubicBezTo>
                  <a:cubicBezTo>
                    <a:pt x="12877" y="1467"/>
                    <a:pt x="13016" y="1391"/>
                    <a:pt x="13104" y="1328"/>
                  </a:cubicBezTo>
                  <a:lnTo>
                    <a:pt x="13242" y="1228"/>
                  </a:lnTo>
                  <a:close/>
                  <a:moveTo>
                    <a:pt x="18071" y="2862"/>
                  </a:moveTo>
                  <a:cubicBezTo>
                    <a:pt x="18297" y="2862"/>
                    <a:pt x="18561" y="2862"/>
                    <a:pt x="18838" y="2875"/>
                  </a:cubicBezTo>
                  <a:cubicBezTo>
                    <a:pt x="19115" y="2875"/>
                    <a:pt x="19416" y="2900"/>
                    <a:pt x="19718" y="2938"/>
                  </a:cubicBezTo>
                  <a:cubicBezTo>
                    <a:pt x="20007" y="2963"/>
                    <a:pt x="20297" y="3013"/>
                    <a:pt x="20573" y="3051"/>
                  </a:cubicBezTo>
                  <a:cubicBezTo>
                    <a:pt x="20837" y="3101"/>
                    <a:pt x="21076" y="3152"/>
                    <a:pt x="21290" y="3202"/>
                  </a:cubicBezTo>
                  <a:cubicBezTo>
                    <a:pt x="21491" y="3252"/>
                    <a:pt x="21667" y="3290"/>
                    <a:pt x="21780" y="3328"/>
                  </a:cubicBezTo>
                  <a:lnTo>
                    <a:pt x="21969" y="3378"/>
                  </a:lnTo>
                  <a:lnTo>
                    <a:pt x="21768" y="3340"/>
                  </a:lnTo>
                  <a:cubicBezTo>
                    <a:pt x="21642" y="3328"/>
                    <a:pt x="21466" y="3290"/>
                    <a:pt x="21252" y="3252"/>
                  </a:cubicBezTo>
                  <a:cubicBezTo>
                    <a:pt x="21039" y="3215"/>
                    <a:pt x="20800" y="3177"/>
                    <a:pt x="20536" y="3139"/>
                  </a:cubicBezTo>
                  <a:lnTo>
                    <a:pt x="20523" y="3139"/>
                  </a:lnTo>
                  <a:cubicBezTo>
                    <a:pt x="20259" y="3101"/>
                    <a:pt x="19970" y="3064"/>
                    <a:pt x="19668" y="3026"/>
                  </a:cubicBezTo>
                  <a:cubicBezTo>
                    <a:pt x="19379" y="3001"/>
                    <a:pt x="19089" y="2976"/>
                    <a:pt x="18813" y="2950"/>
                  </a:cubicBezTo>
                  <a:cubicBezTo>
                    <a:pt x="18536" y="2938"/>
                    <a:pt x="18285" y="2913"/>
                    <a:pt x="18058" y="2913"/>
                  </a:cubicBezTo>
                  <a:cubicBezTo>
                    <a:pt x="17832" y="2900"/>
                    <a:pt x="17643" y="2900"/>
                    <a:pt x="17518" y="2888"/>
                  </a:cubicBezTo>
                  <a:lnTo>
                    <a:pt x="17316" y="2888"/>
                  </a:lnTo>
                  <a:lnTo>
                    <a:pt x="17518" y="2875"/>
                  </a:lnTo>
                  <a:cubicBezTo>
                    <a:pt x="17656" y="2875"/>
                    <a:pt x="17832" y="2862"/>
                    <a:pt x="18071" y="2862"/>
                  </a:cubicBezTo>
                  <a:close/>
                  <a:moveTo>
                    <a:pt x="9885" y="4019"/>
                  </a:moveTo>
                  <a:lnTo>
                    <a:pt x="10186" y="4057"/>
                  </a:lnTo>
                  <a:lnTo>
                    <a:pt x="10337" y="4095"/>
                  </a:lnTo>
                  <a:lnTo>
                    <a:pt x="10526" y="4120"/>
                  </a:lnTo>
                  <a:cubicBezTo>
                    <a:pt x="10664" y="4133"/>
                    <a:pt x="10815" y="4145"/>
                    <a:pt x="10979" y="4158"/>
                  </a:cubicBezTo>
                  <a:cubicBezTo>
                    <a:pt x="11306" y="4195"/>
                    <a:pt x="11695" y="4221"/>
                    <a:pt x="12123" y="4233"/>
                  </a:cubicBezTo>
                  <a:cubicBezTo>
                    <a:pt x="12551" y="4246"/>
                    <a:pt x="12991" y="4258"/>
                    <a:pt x="13456" y="4258"/>
                  </a:cubicBezTo>
                  <a:cubicBezTo>
                    <a:pt x="13909" y="4258"/>
                    <a:pt x="14361" y="4283"/>
                    <a:pt x="14789" y="4309"/>
                  </a:cubicBezTo>
                  <a:cubicBezTo>
                    <a:pt x="15229" y="4334"/>
                    <a:pt x="15619" y="4371"/>
                    <a:pt x="15946" y="4422"/>
                  </a:cubicBezTo>
                  <a:cubicBezTo>
                    <a:pt x="16122" y="4447"/>
                    <a:pt x="16260" y="4485"/>
                    <a:pt x="16398" y="4510"/>
                  </a:cubicBezTo>
                  <a:cubicBezTo>
                    <a:pt x="16524" y="4535"/>
                    <a:pt x="16637" y="4560"/>
                    <a:pt x="16725" y="4585"/>
                  </a:cubicBezTo>
                  <a:lnTo>
                    <a:pt x="17015" y="4661"/>
                  </a:lnTo>
                  <a:lnTo>
                    <a:pt x="16713" y="4623"/>
                  </a:lnTo>
                  <a:cubicBezTo>
                    <a:pt x="16612" y="4610"/>
                    <a:pt x="16499" y="4598"/>
                    <a:pt x="16361" y="4585"/>
                  </a:cubicBezTo>
                  <a:cubicBezTo>
                    <a:pt x="16222" y="4573"/>
                    <a:pt x="16071" y="4547"/>
                    <a:pt x="15908" y="4547"/>
                  </a:cubicBezTo>
                  <a:cubicBezTo>
                    <a:pt x="15568" y="4510"/>
                    <a:pt x="15179" y="4497"/>
                    <a:pt x="14751" y="4497"/>
                  </a:cubicBezTo>
                  <a:cubicBezTo>
                    <a:pt x="14336" y="4485"/>
                    <a:pt x="13883" y="4472"/>
                    <a:pt x="13418" y="4472"/>
                  </a:cubicBezTo>
                  <a:cubicBezTo>
                    <a:pt x="12965" y="4472"/>
                    <a:pt x="12513" y="4447"/>
                    <a:pt x="12085" y="4422"/>
                  </a:cubicBezTo>
                  <a:cubicBezTo>
                    <a:pt x="11645" y="4397"/>
                    <a:pt x="11255" y="4334"/>
                    <a:pt x="10928" y="4283"/>
                  </a:cubicBezTo>
                  <a:cubicBezTo>
                    <a:pt x="10765" y="4246"/>
                    <a:pt x="10614" y="4221"/>
                    <a:pt x="10488" y="4183"/>
                  </a:cubicBezTo>
                  <a:lnTo>
                    <a:pt x="10312" y="4145"/>
                  </a:lnTo>
                  <a:lnTo>
                    <a:pt x="10161" y="4095"/>
                  </a:lnTo>
                  <a:lnTo>
                    <a:pt x="9885" y="4019"/>
                  </a:lnTo>
                  <a:close/>
                  <a:moveTo>
                    <a:pt x="1963" y="3818"/>
                  </a:moveTo>
                  <a:lnTo>
                    <a:pt x="2126" y="3919"/>
                  </a:lnTo>
                  <a:cubicBezTo>
                    <a:pt x="2227" y="3969"/>
                    <a:pt x="2378" y="4057"/>
                    <a:pt x="2566" y="4145"/>
                  </a:cubicBezTo>
                  <a:cubicBezTo>
                    <a:pt x="2742" y="4246"/>
                    <a:pt x="2981" y="4346"/>
                    <a:pt x="3220" y="4459"/>
                  </a:cubicBezTo>
                  <a:cubicBezTo>
                    <a:pt x="3459" y="4573"/>
                    <a:pt x="3723" y="4686"/>
                    <a:pt x="4000" y="4774"/>
                  </a:cubicBezTo>
                  <a:cubicBezTo>
                    <a:pt x="4276" y="4874"/>
                    <a:pt x="4553" y="4975"/>
                    <a:pt x="4830" y="5050"/>
                  </a:cubicBezTo>
                  <a:cubicBezTo>
                    <a:pt x="5106" y="5126"/>
                    <a:pt x="5358" y="5214"/>
                    <a:pt x="5584" y="5252"/>
                  </a:cubicBezTo>
                  <a:cubicBezTo>
                    <a:pt x="5823" y="5302"/>
                    <a:pt x="6012" y="5352"/>
                    <a:pt x="6150" y="5377"/>
                  </a:cubicBezTo>
                  <a:lnTo>
                    <a:pt x="6364" y="5415"/>
                  </a:lnTo>
                  <a:lnTo>
                    <a:pt x="6137" y="5390"/>
                  </a:lnTo>
                  <a:cubicBezTo>
                    <a:pt x="5999" y="5377"/>
                    <a:pt x="5798" y="5352"/>
                    <a:pt x="5559" y="5315"/>
                  </a:cubicBezTo>
                  <a:cubicBezTo>
                    <a:pt x="5320" y="5264"/>
                    <a:pt x="5043" y="5214"/>
                    <a:pt x="4767" y="5139"/>
                  </a:cubicBezTo>
                  <a:cubicBezTo>
                    <a:pt x="4490" y="5063"/>
                    <a:pt x="4201" y="4962"/>
                    <a:pt x="3912" y="4862"/>
                  </a:cubicBezTo>
                  <a:cubicBezTo>
                    <a:pt x="3635" y="4761"/>
                    <a:pt x="3371" y="4648"/>
                    <a:pt x="3132" y="4535"/>
                  </a:cubicBezTo>
                  <a:cubicBezTo>
                    <a:pt x="2881" y="4422"/>
                    <a:pt x="2679" y="4296"/>
                    <a:pt x="2503" y="4195"/>
                  </a:cubicBezTo>
                  <a:cubicBezTo>
                    <a:pt x="2315" y="4082"/>
                    <a:pt x="2189" y="3994"/>
                    <a:pt x="2101" y="3931"/>
                  </a:cubicBezTo>
                  <a:lnTo>
                    <a:pt x="1963" y="3818"/>
                  </a:lnTo>
                  <a:close/>
                  <a:moveTo>
                    <a:pt x="9545" y="4912"/>
                  </a:moveTo>
                  <a:lnTo>
                    <a:pt x="9721" y="4937"/>
                  </a:lnTo>
                  <a:lnTo>
                    <a:pt x="10161" y="5025"/>
                  </a:lnTo>
                  <a:lnTo>
                    <a:pt x="10777" y="5139"/>
                  </a:lnTo>
                  <a:cubicBezTo>
                    <a:pt x="11004" y="5189"/>
                    <a:pt x="11243" y="5239"/>
                    <a:pt x="11482" y="5277"/>
                  </a:cubicBezTo>
                  <a:cubicBezTo>
                    <a:pt x="11721" y="5327"/>
                    <a:pt x="11960" y="5377"/>
                    <a:pt x="12186" y="5415"/>
                  </a:cubicBezTo>
                  <a:lnTo>
                    <a:pt x="12815" y="5553"/>
                  </a:lnTo>
                  <a:lnTo>
                    <a:pt x="13255" y="5629"/>
                  </a:lnTo>
                  <a:lnTo>
                    <a:pt x="13418" y="5667"/>
                  </a:lnTo>
                  <a:lnTo>
                    <a:pt x="13242" y="5654"/>
                  </a:lnTo>
                  <a:cubicBezTo>
                    <a:pt x="13129" y="5641"/>
                    <a:pt x="12978" y="5629"/>
                    <a:pt x="12789" y="5604"/>
                  </a:cubicBezTo>
                  <a:cubicBezTo>
                    <a:pt x="12601" y="5579"/>
                    <a:pt x="12374" y="5553"/>
                    <a:pt x="12148" y="5516"/>
                  </a:cubicBezTo>
                  <a:cubicBezTo>
                    <a:pt x="11909" y="5478"/>
                    <a:pt x="11670" y="5440"/>
                    <a:pt x="11419" y="5390"/>
                  </a:cubicBezTo>
                  <a:cubicBezTo>
                    <a:pt x="11180" y="5352"/>
                    <a:pt x="10941" y="5289"/>
                    <a:pt x="10715" y="5239"/>
                  </a:cubicBezTo>
                  <a:cubicBezTo>
                    <a:pt x="10501" y="5176"/>
                    <a:pt x="10300" y="5126"/>
                    <a:pt x="10124" y="5076"/>
                  </a:cubicBezTo>
                  <a:cubicBezTo>
                    <a:pt x="9948" y="5025"/>
                    <a:pt x="9809" y="4988"/>
                    <a:pt x="9709" y="4962"/>
                  </a:cubicBezTo>
                  <a:lnTo>
                    <a:pt x="9545" y="4912"/>
                  </a:lnTo>
                  <a:close/>
                  <a:moveTo>
                    <a:pt x="5483" y="4346"/>
                  </a:moveTo>
                  <a:lnTo>
                    <a:pt x="5685" y="4409"/>
                  </a:lnTo>
                  <a:cubicBezTo>
                    <a:pt x="5798" y="4459"/>
                    <a:pt x="5974" y="4522"/>
                    <a:pt x="6188" y="4585"/>
                  </a:cubicBezTo>
                  <a:cubicBezTo>
                    <a:pt x="6401" y="4661"/>
                    <a:pt x="6640" y="4749"/>
                    <a:pt x="6892" y="4837"/>
                  </a:cubicBezTo>
                  <a:cubicBezTo>
                    <a:pt x="7156" y="4937"/>
                    <a:pt x="7433" y="5038"/>
                    <a:pt x="7709" y="5126"/>
                  </a:cubicBezTo>
                  <a:cubicBezTo>
                    <a:pt x="7986" y="5227"/>
                    <a:pt x="8250" y="5327"/>
                    <a:pt x="8514" y="5415"/>
                  </a:cubicBezTo>
                  <a:cubicBezTo>
                    <a:pt x="8778" y="5503"/>
                    <a:pt x="9017" y="5604"/>
                    <a:pt x="9231" y="5667"/>
                  </a:cubicBezTo>
                  <a:cubicBezTo>
                    <a:pt x="9432" y="5742"/>
                    <a:pt x="9608" y="5805"/>
                    <a:pt x="9734" y="5855"/>
                  </a:cubicBezTo>
                  <a:lnTo>
                    <a:pt x="9922" y="5918"/>
                  </a:lnTo>
                  <a:lnTo>
                    <a:pt x="9696" y="5893"/>
                  </a:lnTo>
                  <a:cubicBezTo>
                    <a:pt x="9558" y="5868"/>
                    <a:pt x="9369" y="5830"/>
                    <a:pt x="9130" y="5780"/>
                  </a:cubicBezTo>
                  <a:cubicBezTo>
                    <a:pt x="8904" y="5730"/>
                    <a:pt x="8640" y="5654"/>
                    <a:pt x="8363" y="5579"/>
                  </a:cubicBezTo>
                  <a:cubicBezTo>
                    <a:pt x="8086" y="5503"/>
                    <a:pt x="7810" y="5415"/>
                    <a:pt x="7521" y="5315"/>
                  </a:cubicBezTo>
                  <a:cubicBezTo>
                    <a:pt x="7231" y="5227"/>
                    <a:pt x="6980" y="5101"/>
                    <a:pt x="6728" y="5000"/>
                  </a:cubicBezTo>
                  <a:cubicBezTo>
                    <a:pt x="6477" y="4900"/>
                    <a:pt x="6251" y="4786"/>
                    <a:pt x="6075" y="4686"/>
                  </a:cubicBezTo>
                  <a:cubicBezTo>
                    <a:pt x="5898" y="4585"/>
                    <a:pt x="5748" y="4510"/>
                    <a:pt x="5647" y="4447"/>
                  </a:cubicBezTo>
                  <a:lnTo>
                    <a:pt x="5483" y="4346"/>
                  </a:lnTo>
                  <a:close/>
                  <a:moveTo>
                    <a:pt x="15633" y="1"/>
                  </a:moveTo>
                  <a:cubicBezTo>
                    <a:pt x="15273" y="1"/>
                    <a:pt x="14588" y="28"/>
                    <a:pt x="13632" y="184"/>
                  </a:cubicBezTo>
                  <a:cubicBezTo>
                    <a:pt x="12161" y="423"/>
                    <a:pt x="12312" y="1442"/>
                    <a:pt x="10363" y="2246"/>
                  </a:cubicBezTo>
                  <a:cubicBezTo>
                    <a:pt x="10363" y="2246"/>
                    <a:pt x="11381" y="1379"/>
                    <a:pt x="11708" y="725"/>
                  </a:cubicBezTo>
                  <a:lnTo>
                    <a:pt x="11708" y="725"/>
                  </a:lnTo>
                  <a:cubicBezTo>
                    <a:pt x="10815" y="800"/>
                    <a:pt x="9948" y="989"/>
                    <a:pt x="9105" y="1278"/>
                  </a:cubicBezTo>
                  <a:cubicBezTo>
                    <a:pt x="7848" y="1756"/>
                    <a:pt x="5873" y="2598"/>
                    <a:pt x="4201" y="2661"/>
                  </a:cubicBezTo>
                  <a:cubicBezTo>
                    <a:pt x="5081" y="2498"/>
                    <a:pt x="5911" y="2171"/>
                    <a:pt x="6666" y="1706"/>
                  </a:cubicBezTo>
                  <a:lnTo>
                    <a:pt x="6666" y="1706"/>
                  </a:lnTo>
                  <a:cubicBezTo>
                    <a:pt x="6665" y="1706"/>
                    <a:pt x="5788" y="1943"/>
                    <a:pt x="5054" y="1943"/>
                  </a:cubicBezTo>
                  <a:cubicBezTo>
                    <a:pt x="4927" y="1943"/>
                    <a:pt x="4804" y="1936"/>
                    <a:pt x="4691" y="1919"/>
                  </a:cubicBezTo>
                  <a:cubicBezTo>
                    <a:pt x="4409" y="1874"/>
                    <a:pt x="4173" y="1845"/>
                    <a:pt x="3927" y="1845"/>
                  </a:cubicBezTo>
                  <a:cubicBezTo>
                    <a:pt x="3495" y="1845"/>
                    <a:pt x="3033" y="1935"/>
                    <a:pt x="2239" y="2183"/>
                  </a:cubicBezTo>
                  <a:cubicBezTo>
                    <a:pt x="1585" y="2397"/>
                    <a:pt x="516" y="2862"/>
                    <a:pt x="1" y="3089"/>
                  </a:cubicBezTo>
                  <a:cubicBezTo>
                    <a:pt x="391" y="3152"/>
                    <a:pt x="781" y="3215"/>
                    <a:pt x="1170" y="3252"/>
                  </a:cubicBezTo>
                  <a:cubicBezTo>
                    <a:pt x="2189" y="3378"/>
                    <a:pt x="3220" y="3479"/>
                    <a:pt x="4251" y="3516"/>
                  </a:cubicBezTo>
                  <a:lnTo>
                    <a:pt x="4628" y="3529"/>
                  </a:lnTo>
                  <a:lnTo>
                    <a:pt x="5018" y="3529"/>
                  </a:lnTo>
                  <a:lnTo>
                    <a:pt x="5810" y="3542"/>
                  </a:lnTo>
                  <a:lnTo>
                    <a:pt x="6590" y="3529"/>
                  </a:lnTo>
                  <a:cubicBezTo>
                    <a:pt x="6854" y="3529"/>
                    <a:pt x="7118" y="3516"/>
                    <a:pt x="7382" y="3504"/>
                  </a:cubicBezTo>
                  <a:cubicBezTo>
                    <a:pt x="8426" y="3466"/>
                    <a:pt x="9470" y="3378"/>
                    <a:pt x="10513" y="3265"/>
                  </a:cubicBezTo>
                  <a:cubicBezTo>
                    <a:pt x="11557" y="3164"/>
                    <a:pt x="12588" y="3001"/>
                    <a:pt x="13619" y="2825"/>
                  </a:cubicBezTo>
                  <a:cubicBezTo>
                    <a:pt x="14663" y="2661"/>
                    <a:pt x="15694" y="2460"/>
                    <a:pt x="16763" y="2334"/>
                  </a:cubicBezTo>
                  <a:cubicBezTo>
                    <a:pt x="17316" y="2259"/>
                    <a:pt x="17857" y="2221"/>
                    <a:pt x="18410" y="2221"/>
                  </a:cubicBezTo>
                  <a:cubicBezTo>
                    <a:pt x="18951" y="2221"/>
                    <a:pt x="19492" y="2284"/>
                    <a:pt x="20020" y="2397"/>
                  </a:cubicBezTo>
                  <a:cubicBezTo>
                    <a:pt x="20108" y="2410"/>
                    <a:pt x="20146" y="2473"/>
                    <a:pt x="20108" y="2523"/>
                  </a:cubicBezTo>
                  <a:cubicBezTo>
                    <a:pt x="20070" y="2573"/>
                    <a:pt x="19995" y="2598"/>
                    <a:pt x="19932" y="2598"/>
                  </a:cubicBezTo>
                  <a:cubicBezTo>
                    <a:pt x="19610" y="2579"/>
                    <a:pt x="19289" y="2569"/>
                    <a:pt x="18969" y="2569"/>
                  </a:cubicBezTo>
                  <a:cubicBezTo>
                    <a:pt x="18264" y="2569"/>
                    <a:pt x="17564" y="2616"/>
                    <a:pt x="16864" y="2712"/>
                  </a:cubicBezTo>
                  <a:cubicBezTo>
                    <a:pt x="15845" y="2850"/>
                    <a:pt x="14827" y="3051"/>
                    <a:pt x="13770" y="3227"/>
                  </a:cubicBezTo>
                  <a:cubicBezTo>
                    <a:pt x="12727" y="3403"/>
                    <a:pt x="11683" y="3579"/>
                    <a:pt x="10614" y="3692"/>
                  </a:cubicBezTo>
                  <a:cubicBezTo>
                    <a:pt x="10350" y="3730"/>
                    <a:pt x="10086" y="3755"/>
                    <a:pt x="9809" y="3780"/>
                  </a:cubicBezTo>
                  <a:lnTo>
                    <a:pt x="9419" y="3818"/>
                  </a:lnTo>
                  <a:lnTo>
                    <a:pt x="9017" y="3856"/>
                  </a:lnTo>
                  <a:cubicBezTo>
                    <a:pt x="8740" y="3881"/>
                    <a:pt x="8476" y="3906"/>
                    <a:pt x="8212" y="3919"/>
                  </a:cubicBezTo>
                  <a:lnTo>
                    <a:pt x="7395" y="3956"/>
                  </a:lnTo>
                  <a:cubicBezTo>
                    <a:pt x="7131" y="3982"/>
                    <a:pt x="6867" y="3982"/>
                    <a:pt x="6590" y="3994"/>
                  </a:cubicBezTo>
                  <a:lnTo>
                    <a:pt x="5785" y="4007"/>
                  </a:lnTo>
                  <a:lnTo>
                    <a:pt x="4968" y="3994"/>
                  </a:lnTo>
                  <a:lnTo>
                    <a:pt x="4566" y="3994"/>
                  </a:lnTo>
                  <a:lnTo>
                    <a:pt x="4163" y="3969"/>
                  </a:lnTo>
                  <a:cubicBezTo>
                    <a:pt x="3899" y="3956"/>
                    <a:pt x="3635" y="3944"/>
                    <a:pt x="3371" y="3931"/>
                  </a:cubicBezTo>
                  <a:lnTo>
                    <a:pt x="2566" y="3868"/>
                  </a:lnTo>
                  <a:cubicBezTo>
                    <a:pt x="2302" y="3843"/>
                    <a:pt x="2051" y="3818"/>
                    <a:pt x="1786" y="3780"/>
                  </a:cubicBezTo>
                  <a:cubicBezTo>
                    <a:pt x="1522" y="3755"/>
                    <a:pt x="1296" y="3730"/>
                    <a:pt x="1057" y="3692"/>
                  </a:cubicBezTo>
                  <a:lnTo>
                    <a:pt x="1057" y="3692"/>
                  </a:lnTo>
                  <a:cubicBezTo>
                    <a:pt x="3258" y="4636"/>
                    <a:pt x="3346" y="5428"/>
                    <a:pt x="6150" y="5893"/>
                  </a:cubicBezTo>
                  <a:cubicBezTo>
                    <a:pt x="7797" y="6179"/>
                    <a:pt x="9099" y="6250"/>
                    <a:pt x="9985" y="6250"/>
                  </a:cubicBezTo>
                  <a:cubicBezTo>
                    <a:pt x="10851" y="6250"/>
                    <a:pt x="11318" y="6182"/>
                    <a:pt x="11318" y="6182"/>
                  </a:cubicBezTo>
                  <a:lnTo>
                    <a:pt x="8338" y="5088"/>
                  </a:lnTo>
                  <a:lnTo>
                    <a:pt x="8338" y="5088"/>
                  </a:lnTo>
                  <a:cubicBezTo>
                    <a:pt x="8339" y="5088"/>
                    <a:pt x="11897" y="5994"/>
                    <a:pt x="13091" y="6056"/>
                  </a:cubicBezTo>
                  <a:cubicBezTo>
                    <a:pt x="13127" y="6058"/>
                    <a:pt x="13164" y="6059"/>
                    <a:pt x="13201" y="6059"/>
                  </a:cubicBezTo>
                  <a:cubicBezTo>
                    <a:pt x="14396" y="6059"/>
                    <a:pt x="16349" y="5111"/>
                    <a:pt x="17178" y="5038"/>
                  </a:cubicBezTo>
                  <a:cubicBezTo>
                    <a:pt x="18021" y="4975"/>
                    <a:pt x="19190" y="4975"/>
                    <a:pt x="19190" y="4975"/>
                  </a:cubicBezTo>
                  <a:cubicBezTo>
                    <a:pt x="19190" y="4975"/>
                    <a:pt x="17167" y="4032"/>
                    <a:pt x="15316" y="4032"/>
                  </a:cubicBezTo>
                  <a:cubicBezTo>
                    <a:pt x="15304" y="4032"/>
                    <a:pt x="15291" y="4032"/>
                    <a:pt x="15279" y="4032"/>
                  </a:cubicBezTo>
                  <a:cubicBezTo>
                    <a:pt x="15279" y="4032"/>
                    <a:pt x="15686" y="3990"/>
                    <a:pt x="16305" y="3990"/>
                  </a:cubicBezTo>
                  <a:cubicBezTo>
                    <a:pt x="17247" y="3990"/>
                    <a:pt x="18682" y="4087"/>
                    <a:pt x="19919" y="4573"/>
                  </a:cubicBezTo>
                  <a:cubicBezTo>
                    <a:pt x="20573" y="4246"/>
                    <a:pt x="21277" y="4032"/>
                    <a:pt x="22007" y="3969"/>
                  </a:cubicBezTo>
                  <a:cubicBezTo>
                    <a:pt x="23189" y="3868"/>
                    <a:pt x="23553" y="3630"/>
                    <a:pt x="23579" y="3127"/>
                  </a:cubicBezTo>
                  <a:cubicBezTo>
                    <a:pt x="23579" y="3114"/>
                    <a:pt x="23579" y="3089"/>
                    <a:pt x="23579" y="3076"/>
                  </a:cubicBezTo>
                  <a:cubicBezTo>
                    <a:pt x="23553" y="2611"/>
                    <a:pt x="22598" y="2435"/>
                    <a:pt x="21718" y="1743"/>
                  </a:cubicBezTo>
                  <a:cubicBezTo>
                    <a:pt x="21273" y="1397"/>
                    <a:pt x="20312" y="1309"/>
                    <a:pt x="19450" y="1309"/>
                  </a:cubicBezTo>
                  <a:cubicBezTo>
                    <a:pt x="18557" y="1309"/>
                    <a:pt x="17769" y="1404"/>
                    <a:pt x="17769" y="1404"/>
                  </a:cubicBezTo>
                  <a:cubicBezTo>
                    <a:pt x="17769" y="1404"/>
                    <a:pt x="19001" y="939"/>
                    <a:pt x="20070" y="876"/>
                  </a:cubicBezTo>
                  <a:cubicBezTo>
                    <a:pt x="20070" y="876"/>
                    <a:pt x="19479" y="436"/>
                    <a:pt x="18348" y="259"/>
                  </a:cubicBezTo>
                  <a:cubicBezTo>
                    <a:pt x="17991" y="204"/>
                    <a:pt x="17614" y="152"/>
                    <a:pt x="17235" y="152"/>
                  </a:cubicBezTo>
                  <a:cubicBezTo>
                    <a:pt x="16411" y="152"/>
                    <a:pt x="15574" y="397"/>
                    <a:pt x="14902" y="1379"/>
                  </a:cubicBezTo>
                  <a:cubicBezTo>
                    <a:pt x="14952" y="762"/>
                    <a:pt x="15342" y="234"/>
                    <a:pt x="15921" y="8"/>
                  </a:cubicBezTo>
                  <a:cubicBezTo>
                    <a:pt x="15921" y="8"/>
                    <a:pt x="15822" y="1"/>
                    <a:pt x="156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469;p35">
              <a:extLst>
                <a:ext uri="{FF2B5EF4-FFF2-40B4-BE49-F238E27FC236}">
                  <a16:creationId xmlns:a16="http://schemas.microsoft.com/office/drawing/2014/main" id="{C3DD84F1-51F6-C56E-1EC5-EC38AFC16F66}"/>
                </a:ext>
              </a:extLst>
            </p:cNvPr>
            <p:cNvSpPr/>
            <p:nvPr/>
          </p:nvSpPr>
          <p:spPr>
            <a:xfrm>
              <a:off x="4497200" y="2001925"/>
              <a:ext cx="721200" cy="168900"/>
            </a:xfrm>
            <a:custGeom>
              <a:avLst/>
              <a:gdLst/>
              <a:ahLst/>
              <a:cxnLst/>
              <a:rect l="l" t="t" r="r" b="b"/>
              <a:pathLst>
                <a:path w="28848" h="6756" extrusionOk="0">
                  <a:moveTo>
                    <a:pt x="579" y="2616"/>
                  </a:moveTo>
                  <a:lnTo>
                    <a:pt x="579" y="2616"/>
                  </a:lnTo>
                  <a:cubicBezTo>
                    <a:pt x="1497" y="2880"/>
                    <a:pt x="2453" y="3107"/>
                    <a:pt x="3421" y="3295"/>
                  </a:cubicBezTo>
                  <a:cubicBezTo>
                    <a:pt x="4389" y="3484"/>
                    <a:pt x="5383" y="3647"/>
                    <a:pt x="6389" y="3761"/>
                  </a:cubicBezTo>
                  <a:cubicBezTo>
                    <a:pt x="7395" y="3874"/>
                    <a:pt x="8426" y="3949"/>
                    <a:pt x="9457" y="3987"/>
                  </a:cubicBezTo>
                  <a:cubicBezTo>
                    <a:pt x="9972" y="4012"/>
                    <a:pt x="10488" y="4012"/>
                    <a:pt x="11004" y="4012"/>
                  </a:cubicBezTo>
                  <a:cubicBezTo>
                    <a:pt x="11519" y="4012"/>
                    <a:pt x="12035" y="3987"/>
                    <a:pt x="12563" y="3949"/>
                  </a:cubicBezTo>
                  <a:cubicBezTo>
                    <a:pt x="14625" y="3849"/>
                    <a:pt x="16687" y="3610"/>
                    <a:pt x="18724" y="3245"/>
                  </a:cubicBezTo>
                  <a:cubicBezTo>
                    <a:pt x="19743" y="3082"/>
                    <a:pt x="20749" y="2893"/>
                    <a:pt x="21793" y="2767"/>
                  </a:cubicBezTo>
                  <a:cubicBezTo>
                    <a:pt x="22290" y="2706"/>
                    <a:pt x="22793" y="2674"/>
                    <a:pt x="23298" y="2674"/>
                  </a:cubicBezTo>
                  <a:cubicBezTo>
                    <a:pt x="23827" y="2674"/>
                    <a:pt x="24358" y="2709"/>
                    <a:pt x="24886" y="2780"/>
                  </a:cubicBezTo>
                  <a:cubicBezTo>
                    <a:pt x="24431" y="2724"/>
                    <a:pt x="23977" y="2698"/>
                    <a:pt x="23523" y="2698"/>
                  </a:cubicBezTo>
                  <a:cubicBezTo>
                    <a:pt x="22948" y="2698"/>
                    <a:pt x="22375" y="2740"/>
                    <a:pt x="21805" y="2818"/>
                  </a:cubicBezTo>
                  <a:cubicBezTo>
                    <a:pt x="20774" y="2956"/>
                    <a:pt x="19768" y="3157"/>
                    <a:pt x="18750" y="3333"/>
                  </a:cubicBezTo>
                  <a:cubicBezTo>
                    <a:pt x="16712" y="3710"/>
                    <a:pt x="14638" y="3949"/>
                    <a:pt x="12563" y="4062"/>
                  </a:cubicBezTo>
                  <a:cubicBezTo>
                    <a:pt x="12035" y="4088"/>
                    <a:pt x="11519" y="4100"/>
                    <a:pt x="10991" y="4113"/>
                  </a:cubicBezTo>
                  <a:cubicBezTo>
                    <a:pt x="10849" y="4116"/>
                    <a:pt x="10709" y="4118"/>
                    <a:pt x="10569" y="4118"/>
                  </a:cubicBezTo>
                  <a:cubicBezTo>
                    <a:pt x="10186" y="4118"/>
                    <a:pt x="9809" y="4106"/>
                    <a:pt x="9432" y="4088"/>
                  </a:cubicBezTo>
                  <a:cubicBezTo>
                    <a:pt x="8388" y="4050"/>
                    <a:pt x="7357" y="3974"/>
                    <a:pt x="6351" y="3836"/>
                  </a:cubicBezTo>
                  <a:cubicBezTo>
                    <a:pt x="4402" y="3610"/>
                    <a:pt x="2465" y="3195"/>
                    <a:pt x="579" y="2616"/>
                  </a:cubicBezTo>
                  <a:close/>
                  <a:moveTo>
                    <a:pt x="20475" y="291"/>
                  </a:moveTo>
                  <a:cubicBezTo>
                    <a:pt x="20713" y="291"/>
                    <a:pt x="20837" y="303"/>
                    <a:pt x="20837" y="303"/>
                  </a:cubicBezTo>
                  <a:cubicBezTo>
                    <a:pt x="20259" y="516"/>
                    <a:pt x="19856" y="1057"/>
                    <a:pt x="19818" y="1673"/>
                  </a:cubicBezTo>
                  <a:cubicBezTo>
                    <a:pt x="20491" y="681"/>
                    <a:pt x="21330" y="435"/>
                    <a:pt x="22156" y="435"/>
                  </a:cubicBezTo>
                  <a:cubicBezTo>
                    <a:pt x="22534" y="435"/>
                    <a:pt x="22909" y="486"/>
                    <a:pt x="23264" y="541"/>
                  </a:cubicBezTo>
                  <a:cubicBezTo>
                    <a:pt x="24396" y="718"/>
                    <a:pt x="24974" y="1158"/>
                    <a:pt x="24974" y="1158"/>
                  </a:cubicBezTo>
                  <a:cubicBezTo>
                    <a:pt x="23918" y="1221"/>
                    <a:pt x="22686" y="1698"/>
                    <a:pt x="22686" y="1698"/>
                  </a:cubicBezTo>
                  <a:cubicBezTo>
                    <a:pt x="22686" y="1698"/>
                    <a:pt x="23473" y="1604"/>
                    <a:pt x="24366" y="1604"/>
                  </a:cubicBezTo>
                  <a:cubicBezTo>
                    <a:pt x="25229" y="1604"/>
                    <a:pt x="26189" y="1692"/>
                    <a:pt x="26634" y="2038"/>
                  </a:cubicBezTo>
                  <a:cubicBezTo>
                    <a:pt x="27514" y="2717"/>
                    <a:pt x="28470" y="2893"/>
                    <a:pt x="28495" y="3371"/>
                  </a:cubicBezTo>
                  <a:cubicBezTo>
                    <a:pt x="28495" y="3383"/>
                    <a:pt x="28495" y="3396"/>
                    <a:pt x="28495" y="3409"/>
                  </a:cubicBezTo>
                  <a:cubicBezTo>
                    <a:pt x="28470" y="3924"/>
                    <a:pt x="28093" y="4150"/>
                    <a:pt x="26923" y="4251"/>
                  </a:cubicBezTo>
                  <a:cubicBezTo>
                    <a:pt x="26194" y="4326"/>
                    <a:pt x="25490" y="4528"/>
                    <a:pt x="24823" y="4855"/>
                  </a:cubicBezTo>
                  <a:cubicBezTo>
                    <a:pt x="23577" y="4370"/>
                    <a:pt x="22120" y="4276"/>
                    <a:pt x="21175" y="4276"/>
                  </a:cubicBezTo>
                  <a:cubicBezTo>
                    <a:pt x="20576" y="4276"/>
                    <a:pt x="20183" y="4314"/>
                    <a:pt x="20183" y="4314"/>
                  </a:cubicBezTo>
                  <a:cubicBezTo>
                    <a:pt x="20195" y="4314"/>
                    <a:pt x="20208" y="4314"/>
                    <a:pt x="20220" y="4314"/>
                  </a:cubicBezTo>
                  <a:cubicBezTo>
                    <a:pt x="22083" y="4314"/>
                    <a:pt x="24106" y="5257"/>
                    <a:pt x="24106" y="5257"/>
                  </a:cubicBezTo>
                  <a:cubicBezTo>
                    <a:pt x="24106" y="5257"/>
                    <a:pt x="22937" y="5270"/>
                    <a:pt x="22082" y="5332"/>
                  </a:cubicBezTo>
                  <a:cubicBezTo>
                    <a:pt x="21241" y="5393"/>
                    <a:pt x="19311" y="6341"/>
                    <a:pt x="18106" y="6341"/>
                  </a:cubicBezTo>
                  <a:cubicBezTo>
                    <a:pt x="18068" y="6341"/>
                    <a:pt x="18031" y="6340"/>
                    <a:pt x="17995" y="6338"/>
                  </a:cubicBezTo>
                  <a:cubicBezTo>
                    <a:pt x="16813" y="6276"/>
                    <a:pt x="13255" y="5370"/>
                    <a:pt x="13254" y="5370"/>
                  </a:cubicBezTo>
                  <a:lnTo>
                    <a:pt x="13254" y="5370"/>
                  </a:lnTo>
                  <a:lnTo>
                    <a:pt x="16235" y="6477"/>
                  </a:lnTo>
                  <a:cubicBezTo>
                    <a:pt x="16235" y="6477"/>
                    <a:pt x="15767" y="6544"/>
                    <a:pt x="14900" y="6544"/>
                  </a:cubicBezTo>
                  <a:cubicBezTo>
                    <a:pt x="14013" y="6544"/>
                    <a:pt x="12707" y="6474"/>
                    <a:pt x="11054" y="6188"/>
                  </a:cubicBezTo>
                  <a:cubicBezTo>
                    <a:pt x="8262" y="5710"/>
                    <a:pt x="8174" y="4930"/>
                    <a:pt x="5974" y="3987"/>
                  </a:cubicBezTo>
                  <a:lnTo>
                    <a:pt x="5974" y="3987"/>
                  </a:lnTo>
                  <a:cubicBezTo>
                    <a:pt x="6213" y="4025"/>
                    <a:pt x="6451" y="4050"/>
                    <a:pt x="6703" y="4075"/>
                  </a:cubicBezTo>
                  <a:cubicBezTo>
                    <a:pt x="6942" y="4100"/>
                    <a:pt x="7218" y="4138"/>
                    <a:pt x="7483" y="4150"/>
                  </a:cubicBezTo>
                  <a:lnTo>
                    <a:pt x="8275" y="4226"/>
                  </a:lnTo>
                  <a:cubicBezTo>
                    <a:pt x="8539" y="4238"/>
                    <a:pt x="8815" y="4251"/>
                    <a:pt x="9080" y="4264"/>
                  </a:cubicBezTo>
                  <a:lnTo>
                    <a:pt x="9482" y="4276"/>
                  </a:lnTo>
                  <a:lnTo>
                    <a:pt x="9884" y="4276"/>
                  </a:lnTo>
                  <a:lnTo>
                    <a:pt x="10689" y="4289"/>
                  </a:lnTo>
                  <a:lnTo>
                    <a:pt x="11506" y="4276"/>
                  </a:lnTo>
                  <a:cubicBezTo>
                    <a:pt x="11771" y="4276"/>
                    <a:pt x="12047" y="4264"/>
                    <a:pt x="12311" y="4251"/>
                  </a:cubicBezTo>
                  <a:lnTo>
                    <a:pt x="13116" y="4213"/>
                  </a:lnTo>
                  <a:cubicBezTo>
                    <a:pt x="13393" y="4188"/>
                    <a:pt x="13657" y="4163"/>
                    <a:pt x="13921" y="4150"/>
                  </a:cubicBezTo>
                  <a:lnTo>
                    <a:pt x="14323" y="4113"/>
                  </a:lnTo>
                  <a:lnTo>
                    <a:pt x="14726" y="4075"/>
                  </a:lnTo>
                  <a:cubicBezTo>
                    <a:pt x="14990" y="4037"/>
                    <a:pt x="15266" y="4012"/>
                    <a:pt x="15530" y="3987"/>
                  </a:cubicBezTo>
                  <a:cubicBezTo>
                    <a:pt x="16599" y="3861"/>
                    <a:pt x="17643" y="3685"/>
                    <a:pt x="18687" y="3509"/>
                  </a:cubicBezTo>
                  <a:cubicBezTo>
                    <a:pt x="19730" y="3333"/>
                    <a:pt x="20749" y="3132"/>
                    <a:pt x="21780" y="2994"/>
                  </a:cubicBezTo>
                  <a:cubicBezTo>
                    <a:pt x="22508" y="2904"/>
                    <a:pt x="23235" y="2859"/>
                    <a:pt x="23963" y="2859"/>
                  </a:cubicBezTo>
                  <a:cubicBezTo>
                    <a:pt x="24254" y="2859"/>
                    <a:pt x="24545" y="2866"/>
                    <a:pt x="24836" y="2880"/>
                  </a:cubicBezTo>
                  <a:cubicBezTo>
                    <a:pt x="24849" y="2883"/>
                    <a:pt x="24861" y="2884"/>
                    <a:pt x="24874" y="2884"/>
                  </a:cubicBezTo>
                  <a:cubicBezTo>
                    <a:pt x="24932" y="2884"/>
                    <a:pt x="24983" y="2859"/>
                    <a:pt x="25024" y="2818"/>
                  </a:cubicBezTo>
                  <a:cubicBezTo>
                    <a:pt x="25062" y="2767"/>
                    <a:pt x="25024" y="2704"/>
                    <a:pt x="24936" y="2679"/>
                  </a:cubicBezTo>
                  <a:cubicBezTo>
                    <a:pt x="24408" y="2566"/>
                    <a:pt x="23868" y="2516"/>
                    <a:pt x="23327" y="2516"/>
                  </a:cubicBezTo>
                  <a:cubicBezTo>
                    <a:pt x="22774" y="2516"/>
                    <a:pt x="22220" y="2553"/>
                    <a:pt x="21680" y="2616"/>
                  </a:cubicBezTo>
                  <a:cubicBezTo>
                    <a:pt x="20611" y="2755"/>
                    <a:pt x="19567" y="2943"/>
                    <a:pt x="18536" y="3119"/>
                  </a:cubicBezTo>
                  <a:cubicBezTo>
                    <a:pt x="17505" y="3283"/>
                    <a:pt x="16474" y="3446"/>
                    <a:pt x="15430" y="3559"/>
                  </a:cubicBezTo>
                  <a:cubicBezTo>
                    <a:pt x="14386" y="3673"/>
                    <a:pt x="13342" y="3748"/>
                    <a:pt x="12299" y="3798"/>
                  </a:cubicBezTo>
                  <a:cubicBezTo>
                    <a:pt x="12035" y="3811"/>
                    <a:pt x="11771" y="3811"/>
                    <a:pt x="11506" y="3824"/>
                  </a:cubicBezTo>
                  <a:lnTo>
                    <a:pt x="10727" y="3836"/>
                  </a:lnTo>
                  <a:lnTo>
                    <a:pt x="9935" y="3824"/>
                  </a:lnTo>
                  <a:lnTo>
                    <a:pt x="9545" y="3824"/>
                  </a:lnTo>
                  <a:lnTo>
                    <a:pt x="9155" y="3798"/>
                  </a:lnTo>
                  <a:cubicBezTo>
                    <a:pt x="8124" y="3761"/>
                    <a:pt x="7093" y="3673"/>
                    <a:pt x="6087" y="3547"/>
                  </a:cubicBezTo>
                  <a:cubicBezTo>
                    <a:pt x="5697" y="3497"/>
                    <a:pt x="5295" y="3434"/>
                    <a:pt x="4917" y="3383"/>
                  </a:cubicBezTo>
                  <a:cubicBezTo>
                    <a:pt x="5420" y="3157"/>
                    <a:pt x="6489" y="2679"/>
                    <a:pt x="7156" y="2478"/>
                  </a:cubicBezTo>
                  <a:cubicBezTo>
                    <a:pt x="7952" y="2220"/>
                    <a:pt x="8414" y="2133"/>
                    <a:pt x="8848" y="2133"/>
                  </a:cubicBezTo>
                  <a:cubicBezTo>
                    <a:pt x="9092" y="2133"/>
                    <a:pt x="9327" y="2161"/>
                    <a:pt x="9608" y="2201"/>
                  </a:cubicBezTo>
                  <a:cubicBezTo>
                    <a:pt x="9721" y="2218"/>
                    <a:pt x="9844" y="2225"/>
                    <a:pt x="9971" y="2225"/>
                  </a:cubicBezTo>
                  <a:cubicBezTo>
                    <a:pt x="10705" y="2225"/>
                    <a:pt x="11582" y="1988"/>
                    <a:pt x="11582" y="1988"/>
                  </a:cubicBezTo>
                  <a:lnTo>
                    <a:pt x="11582" y="1988"/>
                  </a:lnTo>
                  <a:cubicBezTo>
                    <a:pt x="10827" y="2453"/>
                    <a:pt x="9985" y="2780"/>
                    <a:pt x="9117" y="2956"/>
                  </a:cubicBezTo>
                  <a:cubicBezTo>
                    <a:pt x="10790" y="2893"/>
                    <a:pt x="12764" y="2038"/>
                    <a:pt x="14021" y="1573"/>
                  </a:cubicBezTo>
                  <a:cubicBezTo>
                    <a:pt x="14851" y="1271"/>
                    <a:pt x="15732" y="1082"/>
                    <a:pt x="16612" y="1019"/>
                  </a:cubicBezTo>
                  <a:lnTo>
                    <a:pt x="16612" y="1019"/>
                  </a:lnTo>
                  <a:cubicBezTo>
                    <a:pt x="16297" y="1673"/>
                    <a:pt x="15266" y="2528"/>
                    <a:pt x="15266" y="2528"/>
                  </a:cubicBezTo>
                  <a:cubicBezTo>
                    <a:pt x="17215" y="1736"/>
                    <a:pt x="17077" y="705"/>
                    <a:pt x="18536" y="466"/>
                  </a:cubicBezTo>
                  <a:cubicBezTo>
                    <a:pt x="19438" y="320"/>
                    <a:pt x="20098" y="291"/>
                    <a:pt x="20475" y="291"/>
                  </a:cubicBezTo>
                  <a:close/>
                  <a:moveTo>
                    <a:pt x="18863" y="1"/>
                  </a:moveTo>
                  <a:lnTo>
                    <a:pt x="18724" y="39"/>
                  </a:lnTo>
                  <a:cubicBezTo>
                    <a:pt x="18636" y="64"/>
                    <a:pt x="18511" y="101"/>
                    <a:pt x="18360" y="152"/>
                  </a:cubicBezTo>
                  <a:cubicBezTo>
                    <a:pt x="18209" y="202"/>
                    <a:pt x="18058" y="277"/>
                    <a:pt x="17882" y="353"/>
                  </a:cubicBezTo>
                  <a:cubicBezTo>
                    <a:pt x="17718" y="428"/>
                    <a:pt x="17568" y="529"/>
                    <a:pt x="17404" y="630"/>
                  </a:cubicBezTo>
                  <a:cubicBezTo>
                    <a:pt x="17241" y="730"/>
                    <a:pt x="17127" y="856"/>
                    <a:pt x="17002" y="956"/>
                  </a:cubicBezTo>
                  <a:lnTo>
                    <a:pt x="16977" y="994"/>
                  </a:lnTo>
                  <a:cubicBezTo>
                    <a:pt x="16964" y="944"/>
                    <a:pt x="16939" y="894"/>
                    <a:pt x="16901" y="868"/>
                  </a:cubicBezTo>
                  <a:cubicBezTo>
                    <a:pt x="16825" y="825"/>
                    <a:pt x="16739" y="791"/>
                    <a:pt x="16652" y="791"/>
                  </a:cubicBezTo>
                  <a:cubicBezTo>
                    <a:pt x="16638" y="791"/>
                    <a:pt x="16625" y="791"/>
                    <a:pt x="16612" y="793"/>
                  </a:cubicBezTo>
                  <a:cubicBezTo>
                    <a:pt x="15669" y="868"/>
                    <a:pt x="14738" y="1070"/>
                    <a:pt x="13858" y="1384"/>
                  </a:cubicBezTo>
                  <a:lnTo>
                    <a:pt x="13342" y="1585"/>
                  </a:lnTo>
                  <a:lnTo>
                    <a:pt x="12965" y="1724"/>
                  </a:lnTo>
                  <a:cubicBezTo>
                    <a:pt x="13154" y="1623"/>
                    <a:pt x="13330" y="1522"/>
                    <a:pt x="13518" y="1434"/>
                  </a:cubicBezTo>
                  <a:cubicBezTo>
                    <a:pt x="13720" y="1321"/>
                    <a:pt x="13933" y="1221"/>
                    <a:pt x="14160" y="1145"/>
                  </a:cubicBezTo>
                  <a:cubicBezTo>
                    <a:pt x="14323" y="1082"/>
                    <a:pt x="14487" y="1032"/>
                    <a:pt x="14663" y="994"/>
                  </a:cubicBezTo>
                  <a:cubicBezTo>
                    <a:pt x="14726" y="969"/>
                    <a:pt x="14776" y="969"/>
                    <a:pt x="14814" y="956"/>
                  </a:cubicBezTo>
                  <a:lnTo>
                    <a:pt x="14864" y="944"/>
                  </a:lnTo>
                  <a:lnTo>
                    <a:pt x="14650" y="944"/>
                  </a:lnTo>
                  <a:cubicBezTo>
                    <a:pt x="14462" y="956"/>
                    <a:pt x="14273" y="982"/>
                    <a:pt x="14084" y="1032"/>
                  </a:cubicBezTo>
                  <a:cubicBezTo>
                    <a:pt x="13833" y="1095"/>
                    <a:pt x="13594" y="1183"/>
                    <a:pt x="13355" y="1271"/>
                  </a:cubicBezTo>
                  <a:cubicBezTo>
                    <a:pt x="13103" y="1384"/>
                    <a:pt x="12852" y="1510"/>
                    <a:pt x="12613" y="1635"/>
                  </a:cubicBezTo>
                  <a:cubicBezTo>
                    <a:pt x="12362" y="1761"/>
                    <a:pt x="12148" y="1900"/>
                    <a:pt x="11934" y="2013"/>
                  </a:cubicBezTo>
                  <a:cubicBezTo>
                    <a:pt x="11947" y="1988"/>
                    <a:pt x="11947" y="1975"/>
                    <a:pt x="11947" y="1950"/>
                  </a:cubicBezTo>
                  <a:cubicBezTo>
                    <a:pt x="11947" y="1912"/>
                    <a:pt x="11921" y="1874"/>
                    <a:pt x="11884" y="1849"/>
                  </a:cubicBezTo>
                  <a:cubicBezTo>
                    <a:pt x="11805" y="1788"/>
                    <a:pt x="11701" y="1757"/>
                    <a:pt x="11598" y="1757"/>
                  </a:cubicBezTo>
                  <a:cubicBezTo>
                    <a:pt x="11554" y="1757"/>
                    <a:pt x="11510" y="1763"/>
                    <a:pt x="11469" y="1774"/>
                  </a:cubicBezTo>
                  <a:cubicBezTo>
                    <a:pt x="11219" y="1847"/>
                    <a:pt x="10557" y="1997"/>
                    <a:pt x="10029" y="1997"/>
                  </a:cubicBezTo>
                  <a:cubicBezTo>
                    <a:pt x="9919" y="1997"/>
                    <a:pt x="9814" y="1990"/>
                    <a:pt x="9721" y="1975"/>
                  </a:cubicBezTo>
                  <a:cubicBezTo>
                    <a:pt x="9408" y="1927"/>
                    <a:pt x="9142" y="1899"/>
                    <a:pt x="8876" y="1899"/>
                  </a:cubicBezTo>
                  <a:cubicBezTo>
                    <a:pt x="8370" y="1899"/>
                    <a:pt x="7862" y="2001"/>
                    <a:pt x="7030" y="2264"/>
                  </a:cubicBezTo>
                  <a:cubicBezTo>
                    <a:pt x="6791" y="2340"/>
                    <a:pt x="6502" y="2453"/>
                    <a:pt x="6200" y="2566"/>
                  </a:cubicBezTo>
                  <a:cubicBezTo>
                    <a:pt x="6301" y="2491"/>
                    <a:pt x="6389" y="2415"/>
                    <a:pt x="6464" y="2340"/>
                  </a:cubicBezTo>
                  <a:cubicBezTo>
                    <a:pt x="6552" y="2252"/>
                    <a:pt x="6615" y="2164"/>
                    <a:pt x="6665" y="2101"/>
                  </a:cubicBezTo>
                  <a:lnTo>
                    <a:pt x="6728" y="2013"/>
                  </a:lnTo>
                  <a:lnTo>
                    <a:pt x="6728" y="2013"/>
                  </a:lnTo>
                  <a:lnTo>
                    <a:pt x="6602" y="2088"/>
                  </a:lnTo>
                  <a:cubicBezTo>
                    <a:pt x="6539" y="2138"/>
                    <a:pt x="6439" y="2201"/>
                    <a:pt x="6313" y="2277"/>
                  </a:cubicBezTo>
                  <a:cubicBezTo>
                    <a:pt x="6175" y="2352"/>
                    <a:pt x="6049" y="2440"/>
                    <a:pt x="5886" y="2528"/>
                  </a:cubicBezTo>
                  <a:cubicBezTo>
                    <a:pt x="5722" y="2616"/>
                    <a:pt x="5559" y="2717"/>
                    <a:pt x="5383" y="2805"/>
                  </a:cubicBezTo>
                  <a:cubicBezTo>
                    <a:pt x="5207" y="2893"/>
                    <a:pt x="5030" y="2981"/>
                    <a:pt x="4854" y="3056"/>
                  </a:cubicBezTo>
                  <a:cubicBezTo>
                    <a:pt x="4678" y="3132"/>
                    <a:pt x="4527" y="3220"/>
                    <a:pt x="4377" y="3270"/>
                  </a:cubicBezTo>
                  <a:cubicBezTo>
                    <a:pt x="3962" y="3195"/>
                    <a:pt x="3534" y="3119"/>
                    <a:pt x="3119" y="3031"/>
                  </a:cubicBezTo>
                  <a:cubicBezTo>
                    <a:pt x="2138" y="2830"/>
                    <a:pt x="1170" y="2616"/>
                    <a:pt x="202" y="2403"/>
                  </a:cubicBezTo>
                  <a:cubicBezTo>
                    <a:pt x="188" y="2399"/>
                    <a:pt x="174" y="2398"/>
                    <a:pt x="159" y="2398"/>
                  </a:cubicBezTo>
                  <a:cubicBezTo>
                    <a:pt x="120" y="2398"/>
                    <a:pt x="78" y="2409"/>
                    <a:pt x="51" y="2428"/>
                  </a:cubicBezTo>
                  <a:cubicBezTo>
                    <a:pt x="1" y="2465"/>
                    <a:pt x="13" y="2516"/>
                    <a:pt x="63" y="2541"/>
                  </a:cubicBezTo>
                  <a:cubicBezTo>
                    <a:pt x="969" y="2931"/>
                    <a:pt x="1899" y="3220"/>
                    <a:pt x="2855" y="3434"/>
                  </a:cubicBezTo>
                  <a:cubicBezTo>
                    <a:pt x="3459" y="3572"/>
                    <a:pt x="4075" y="3685"/>
                    <a:pt x="4704" y="3786"/>
                  </a:cubicBezTo>
                  <a:lnTo>
                    <a:pt x="4817" y="3849"/>
                  </a:lnTo>
                  <a:cubicBezTo>
                    <a:pt x="5018" y="3937"/>
                    <a:pt x="5219" y="4050"/>
                    <a:pt x="5420" y="4176"/>
                  </a:cubicBezTo>
                  <a:cubicBezTo>
                    <a:pt x="5571" y="4276"/>
                    <a:pt x="5735" y="4389"/>
                    <a:pt x="5873" y="4515"/>
                  </a:cubicBezTo>
                  <a:cubicBezTo>
                    <a:pt x="5948" y="4565"/>
                    <a:pt x="5999" y="4616"/>
                    <a:pt x="6049" y="4653"/>
                  </a:cubicBezTo>
                  <a:cubicBezTo>
                    <a:pt x="6099" y="4691"/>
                    <a:pt x="6137" y="4729"/>
                    <a:pt x="6175" y="4779"/>
                  </a:cubicBezTo>
                  <a:lnTo>
                    <a:pt x="6288" y="4880"/>
                  </a:lnTo>
                  <a:lnTo>
                    <a:pt x="6288" y="4880"/>
                  </a:lnTo>
                  <a:lnTo>
                    <a:pt x="6238" y="4754"/>
                  </a:lnTo>
                  <a:cubicBezTo>
                    <a:pt x="6213" y="4704"/>
                    <a:pt x="6187" y="4666"/>
                    <a:pt x="6162" y="4616"/>
                  </a:cubicBezTo>
                  <a:cubicBezTo>
                    <a:pt x="6124" y="4565"/>
                    <a:pt x="6087" y="4503"/>
                    <a:pt x="6049" y="4452"/>
                  </a:cubicBezTo>
                  <a:cubicBezTo>
                    <a:pt x="5999" y="4389"/>
                    <a:pt x="5936" y="4326"/>
                    <a:pt x="5873" y="4264"/>
                  </a:cubicBezTo>
                  <a:lnTo>
                    <a:pt x="5873" y="4264"/>
                  </a:lnTo>
                  <a:cubicBezTo>
                    <a:pt x="5999" y="4352"/>
                    <a:pt x="6124" y="4452"/>
                    <a:pt x="6275" y="4565"/>
                  </a:cubicBezTo>
                  <a:cubicBezTo>
                    <a:pt x="6414" y="4679"/>
                    <a:pt x="6602" y="4804"/>
                    <a:pt x="6778" y="4930"/>
                  </a:cubicBezTo>
                  <a:cubicBezTo>
                    <a:pt x="6942" y="5068"/>
                    <a:pt x="7143" y="5182"/>
                    <a:pt x="7307" y="5295"/>
                  </a:cubicBezTo>
                  <a:cubicBezTo>
                    <a:pt x="7470" y="5408"/>
                    <a:pt x="7633" y="5521"/>
                    <a:pt x="7772" y="5609"/>
                  </a:cubicBezTo>
                  <a:lnTo>
                    <a:pt x="8124" y="5823"/>
                  </a:lnTo>
                  <a:lnTo>
                    <a:pt x="8262" y="5898"/>
                  </a:lnTo>
                  <a:lnTo>
                    <a:pt x="8174" y="5798"/>
                  </a:lnTo>
                  <a:lnTo>
                    <a:pt x="7935" y="5534"/>
                  </a:lnTo>
                  <a:lnTo>
                    <a:pt x="7948" y="5546"/>
                  </a:lnTo>
                  <a:cubicBezTo>
                    <a:pt x="8224" y="5697"/>
                    <a:pt x="8501" y="5861"/>
                    <a:pt x="8778" y="6012"/>
                  </a:cubicBezTo>
                  <a:cubicBezTo>
                    <a:pt x="9029" y="6150"/>
                    <a:pt x="9306" y="6263"/>
                    <a:pt x="9583" y="6364"/>
                  </a:cubicBezTo>
                  <a:cubicBezTo>
                    <a:pt x="9796" y="6426"/>
                    <a:pt x="10010" y="6489"/>
                    <a:pt x="10224" y="6527"/>
                  </a:cubicBezTo>
                  <a:cubicBezTo>
                    <a:pt x="10312" y="6552"/>
                    <a:pt x="10375" y="6552"/>
                    <a:pt x="10425" y="6565"/>
                  </a:cubicBezTo>
                  <a:lnTo>
                    <a:pt x="10488" y="6565"/>
                  </a:lnTo>
                  <a:lnTo>
                    <a:pt x="10425" y="6552"/>
                  </a:lnTo>
                  <a:cubicBezTo>
                    <a:pt x="10387" y="6540"/>
                    <a:pt x="10324" y="6515"/>
                    <a:pt x="10262" y="6489"/>
                  </a:cubicBezTo>
                  <a:cubicBezTo>
                    <a:pt x="10060" y="6426"/>
                    <a:pt x="9872" y="6351"/>
                    <a:pt x="9696" y="6263"/>
                  </a:cubicBezTo>
                  <a:cubicBezTo>
                    <a:pt x="9457" y="6150"/>
                    <a:pt x="9218" y="6024"/>
                    <a:pt x="9004" y="5886"/>
                  </a:cubicBezTo>
                  <a:lnTo>
                    <a:pt x="9004" y="5886"/>
                  </a:lnTo>
                  <a:cubicBezTo>
                    <a:pt x="9633" y="6112"/>
                    <a:pt x="10274" y="6288"/>
                    <a:pt x="10941" y="6389"/>
                  </a:cubicBezTo>
                  <a:cubicBezTo>
                    <a:pt x="12612" y="6681"/>
                    <a:pt x="13940" y="6755"/>
                    <a:pt x="14856" y="6755"/>
                  </a:cubicBezTo>
                  <a:cubicBezTo>
                    <a:pt x="15752" y="6755"/>
                    <a:pt x="16254" y="6684"/>
                    <a:pt x="16297" y="6678"/>
                  </a:cubicBezTo>
                  <a:cubicBezTo>
                    <a:pt x="16411" y="6678"/>
                    <a:pt x="16511" y="6603"/>
                    <a:pt x="16574" y="6502"/>
                  </a:cubicBezTo>
                  <a:cubicBezTo>
                    <a:pt x="16574" y="6489"/>
                    <a:pt x="16574" y="6464"/>
                    <a:pt x="16574" y="6452"/>
                  </a:cubicBezTo>
                  <a:cubicBezTo>
                    <a:pt x="16574" y="6426"/>
                    <a:pt x="16562" y="6401"/>
                    <a:pt x="16549" y="6389"/>
                  </a:cubicBezTo>
                  <a:lnTo>
                    <a:pt x="16549" y="6389"/>
                  </a:lnTo>
                  <a:lnTo>
                    <a:pt x="16800" y="6452"/>
                  </a:lnTo>
                  <a:cubicBezTo>
                    <a:pt x="17090" y="6502"/>
                    <a:pt x="17379" y="6552"/>
                    <a:pt x="17656" y="6590"/>
                  </a:cubicBezTo>
                  <a:cubicBezTo>
                    <a:pt x="17932" y="6628"/>
                    <a:pt x="18196" y="6653"/>
                    <a:pt x="18423" y="6665"/>
                  </a:cubicBezTo>
                  <a:cubicBezTo>
                    <a:pt x="18649" y="6691"/>
                    <a:pt x="18838" y="6691"/>
                    <a:pt x="18976" y="6691"/>
                  </a:cubicBezTo>
                  <a:lnTo>
                    <a:pt x="19190" y="6691"/>
                  </a:lnTo>
                  <a:lnTo>
                    <a:pt x="18989" y="6653"/>
                  </a:lnTo>
                  <a:cubicBezTo>
                    <a:pt x="18875" y="6628"/>
                    <a:pt x="18699" y="6590"/>
                    <a:pt x="18486" y="6552"/>
                  </a:cubicBezTo>
                  <a:lnTo>
                    <a:pt x="18423" y="6540"/>
                  </a:lnTo>
                  <a:cubicBezTo>
                    <a:pt x="19152" y="6464"/>
                    <a:pt x="19982" y="6188"/>
                    <a:pt x="20724" y="5936"/>
                  </a:cubicBezTo>
                  <a:cubicBezTo>
                    <a:pt x="21277" y="5747"/>
                    <a:pt x="21830" y="5559"/>
                    <a:pt x="22120" y="5546"/>
                  </a:cubicBezTo>
                  <a:cubicBezTo>
                    <a:pt x="22950" y="5483"/>
                    <a:pt x="24094" y="5471"/>
                    <a:pt x="24106" y="5471"/>
                  </a:cubicBezTo>
                  <a:cubicBezTo>
                    <a:pt x="24245" y="5471"/>
                    <a:pt x="24371" y="5421"/>
                    <a:pt x="24446" y="5320"/>
                  </a:cubicBezTo>
                  <a:cubicBezTo>
                    <a:pt x="24459" y="5295"/>
                    <a:pt x="24471" y="5270"/>
                    <a:pt x="24471" y="5232"/>
                  </a:cubicBezTo>
                  <a:cubicBezTo>
                    <a:pt x="24459" y="5156"/>
                    <a:pt x="24408" y="5106"/>
                    <a:pt x="24345" y="5081"/>
                  </a:cubicBezTo>
                  <a:cubicBezTo>
                    <a:pt x="23981" y="4918"/>
                    <a:pt x="23616" y="4779"/>
                    <a:pt x="23239" y="4653"/>
                  </a:cubicBezTo>
                  <a:lnTo>
                    <a:pt x="23239" y="4653"/>
                  </a:lnTo>
                  <a:cubicBezTo>
                    <a:pt x="23314" y="4666"/>
                    <a:pt x="23402" y="4679"/>
                    <a:pt x="23478" y="4691"/>
                  </a:cubicBezTo>
                  <a:lnTo>
                    <a:pt x="23541" y="4716"/>
                  </a:lnTo>
                  <a:cubicBezTo>
                    <a:pt x="23704" y="4767"/>
                    <a:pt x="23880" y="4817"/>
                    <a:pt x="24044" y="4867"/>
                  </a:cubicBezTo>
                  <a:cubicBezTo>
                    <a:pt x="24207" y="4918"/>
                    <a:pt x="24383" y="4968"/>
                    <a:pt x="24534" y="5018"/>
                  </a:cubicBezTo>
                  <a:cubicBezTo>
                    <a:pt x="24697" y="5068"/>
                    <a:pt x="24848" y="5094"/>
                    <a:pt x="24974" y="5144"/>
                  </a:cubicBezTo>
                  <a:cubicBezTo>
                    <a:pt x="25100" y="5182"/>
                    <a:pt x="25226" y="5207"/>
                    <a:pt x="25288" y="5219"/>
                  </a:cubicBezTo>
                  <a:lnTo>
                    <a:pt x="25414" y="5257"/>
                  </a:lnTo>
                  <a:lnTo>
                    <a:pt x="25414" y="5257"/>
                  </a:lnTo>
                  <a:lnTo>
                    <a:pt x="25339" y="5194"/>
                  </a:lnTo>
                  <a:cubicBezTo>
                    <a:pt x="25276" y="5156"/>
                    <a:pt x="25188" y="5106"/>
                    <a:pt x="25087" y="5031"/>
                  </a:cubicBezTo>
                  <a:lnTo>
                    <a:pt x="25037" y="5006"/>
                  </a:lnTo>
                  <a:lnTo>
                    <a:pt x="25050" y="5006"/>
                  </a:lnTo>
                  <a:cubicBezTo>
                    <a:pt x="25653" y="4704"/>
                    <a:pt x="26294" y="4515"/>
                    <a:pt x="26961" y="4452"/>
                  </a:cubicBezTo>
                  <a:cubicBezTo>
                    <a:pt x="28269" y="4339"/>
                    <a:pt x="28822" y="4037"/>
                    <a:pt x="28847" y="3396"/>
                  </a:cubicBezTo>
                  <a:cubicBezTo>
                    <a:pt x="28847" y="3371"/>
                    <a:pt x="28847" y="3358"/>
                    <a:pt x="28847" y="3333"/>
                  </a:cubicBezTo>
                  <a:cubicBezTo>
                    <a:pt x="28835" y="2968"/>
                    <a:pt x="28420" y="2755"/>
                    <a:pt x="27929" y="2503"/>
                  </a:cubicBezTo>
                  <a:cubicBezTo>
                    <a:pt x="27577" y="2327"/>
                    <a:pt x="27238" y="2113"/>
                    <a:pt x="26911" y="1887"/>
                  </a:cubicBezTo>
                  <a:cubicBezTo>
                    <a:pt x="26471" y="1535"/>
                    <a:pt x="25641" y="1409"/>
                    <a:pt x="24823" y="1384"/>
                  </a:cubicBezTo>
                  <a:lnTo>
                    <a:pt x="24999" y="1359"/>
                  </a:lnTo>
                  <a:cubicBezTo>
                    <a:pt x="25112" y="1359"/>
                    <a:pt x="25226" y="1309"/>
                    <a:pt x="25301" y="1233"/>
                  </a:cubicBezTo>
                  <a:cubicBezTo>
                    <a:pt x="25326" y="1208"/>
                    <a:pt x="25339" y="1170"/>
                    <a:pt x="25339" y="1133"/>
                  </a:cubicBezTo>
                  <a:cubicBezTo>
                    <a:pt x="25326" y="1082"/>
                    <a:pt x="25301" y="1032"/>
                    <a:pt x="25263" y="1007"/>
                  </a:cubicBezTo>
                  <a:cubicBezTo>
                    <a:pt x="25238" y="994"/>
                    <a:pt x="24597" y="516"/>
                    <a:pt x="23377" y="328"/>
                  </a:cubicBezTo>
                  <a:cubicBezTo>
                    <a:pt x="22995" y="251"/>
                    <a:pt x="22613" y="215"/>
                    <a:pt x="22227" y="215"/>
                  </a:cubicBezTo>
                  <a:cubicBezTo>
                    <a:pt x="22041" y="215"/>
                    <a:pt x="21855" y="223"/>
                    <a:pt x="21667" y="240"/>
                  </a:cubicBezTo>
                  <a:cubicBezTo>
                    <a:pt x="21717" y="215"/>
                    <a:pt x="21768" y="202"/>
                    <a:pt x="21818" y="177"/>
                  </a:cubicBezTo>
                  <a:cubicBezTo>
                    <a:pt x="21918" y="127"/>
                    <a:pt x="22006" y="89"/>
                    <a:pt x="22069" y="64"/>
                  </a:cubicBezTo>
                  <a:lnTo>
                    <a:pt x="22170" y="13"/>
                  </a:lnTo>
                  <a:lnTo>
                    <a:pt x="22170" y="13"/>
                  </a:lnTo>
                  <a:lnTo>
                    <a:pt x="22044" y="26"/>
                  </a:lnTo>
                  <a:cubicBezTo>
                    <a:pt x="21969" y="39"/>
                    <a:pt x="21868" y="51"/>
                    <a:pt x="21730" y="76"/>
                  </a:cubicBezTo>
                  <a:cubicBezTo>
                    <a:pt x="21604" y="101"/>
                    <a:pt x="21466" y="139"/>
                    <a:pt x="21315" y="189"/>
                  </a:cubicBezTo>
                  <a:lnTo>
                    <a:pt x="21189" y="252"/>
                  </a:lnTo>
                  <a:cubicBezTo>
                    <a:pt x="21126" y="152"/>
                    <a:pt x="21026" y="89"/>
                    <a:pt x="20912" y="89"/>
                  </a:cubicBezTo>
                  <a:cubicBezTo>
                    <a:pt x="20898" y="89"/>
                    <a:pt x="20766" y="78"/>
                    <a:pt x="20525" y="78"/>
                  </a:cubicBezTo>
                  <a:cubicBezTo>
                    <a:pt x="20124" y="78"/>
                    <a:pt x="19424" y="108"/>
                    <a:pt x="18473" y="265"/>
                  </a:cubicBezTo>
                  <a:lnTo>
                    <a:pt x="18435" y="265"/>
                  </a:lnTo>
                  <a:lnTo>
                    <a:pt x="18473" y="240"/>
                  </a:lnTo>
                  <a:cubicBezTo>
                    <a:pt x="18586" y="164"/>
                    <a:pt x="18687" y="114"/>
                    <a:pt x="18762" y="64"/>
                  </a:cubicBezTo>
                  <a:lnTo>
                    <a:pt x="188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470;p35">
              <a:extLst>
                <a:ext uri="{FF2B5EF4-FFF2-40B4-BE49-F238E27FC236}">
                  <a16:creationId xmlns:a16="http://schemas.microsoft.com/office/drawing/2014/main" id="{6DD5AE23-3706-D321-C0C5-3B66A83A89D2}"/>
                </a:ext>
              </a:extLst>
            </p:cNvPr>
            <p:cNvSpPr/>
            <p:nvPr/>
          </p:nvSpPr>
          <p:spPr>
            <a:xfrm>
              <a:off x="4757825" y="2117625"/>
              <a:ext cx="110675" cy="39325"/>
            </a:xfrm>
            <a:custGeom>
              <a:avLst/>
              <a:gdLst/>
              <a:ahLst/>
              <a:cxnLst/>
              <a:rect l="l" t="t" r="r" b="b"/>
              <a:pathLst>
                <a:path w="4427" h="1573" extrusionOk="0">
                  <a:moveTo>
                    <a:pt x="0" y="0"/>
                  </a:moveTo>
                  <a:lnTo>
                    <a:pt x="151" y="101"/>
                  </a:lnTo>
                  <a:cubicBezTo>
                    <a:pt x="252" y="164"/>
                    <a:pt x="402" y="239"/>
                    <a:pt x="579" y="340"/>
                  </a:cubicBezTo>
                  <a:cubicBezTo>
                    <a:pt x="767" y="440"/>
                    <a:pt x="993" y="541"/>
                    <a:pt x="1232" y="654"/>
                  </a:cubicBezTo>
                  <a:cubicBezTo>
                    <a:pt x="1471" y="767"/>
                    <a:pt x="1761" y="868"/>
                    <a:pt x="2025" y="969"/>
                  </a:cubicBezTo>
                  <a:cubicBezTo>
                    <a:pt x="2301" y="1069"/>
                    <a:pt x="2603" y="1157"/>
                    <a:pt x="2880" y="1233"/>
                  </a:cubicBezTo>
                  <a:cubicBezTo>
                    <a:pt x="3144" y="1321"/>
                    <a:pt x="3420" y="1384"/>
                    <a:pt x="3647" y="1434"/>
                  </a:cubicBezTo>
                  <a:cubicBezTo>
                    <a:pt x="3873" y="1484"/>
                    <a:pt x="4074" y="1522"/>
                    <a:pt x="4213" y="1547"/>
                  </a:cubicBezTo>
                  <a:lnTo>
                    <a:pt x="4426" y="1572"/>
                  </a:lnTo>
                  <a:lnTo>
                    <a:pt x="4426" y="1572"/>
                  </a:lnTo>
                  <a:lnTo>
                    <a:pt x="4238" y="1497"/>
                  </a:lnTo>
                  <a:cubicBezTo>
                    <a:pt x="4112" y="1459"/>
                    <a:pt x="3949" y="1396"/>
                    <a:pt x="3735" y="1321"/>
                  </a:cubicBezTo>
                  <a:cubicBezTo>
                    <a:pt x="3534" y="1245"/>
                    <a:pt x="3282" y="1170"/>
                    <a:pt x="3031" y="1069"/>
                  </a:cubicBezTo>
                  <a:cubicBezTo>
                    <a:pt x="2767" y="981"/>
                    <a:pt x="2490" y="881"/>
                    <a:pt x="2226" y="780"/>
                  </a:cubicBezTo>
                  <a:cubicBezTo>
                    <a:pt x="1949" y="679"/>
                    <a:pt x="1673" y="591"/>
                    <a:pt x="1408" y="491"/>
                  </a:cubicBezTo>
                  <a:cubicBezTo>
                    <a:pt x="1157" y="403"/>
                    <a:pt x="905" y="315"/>
                    <a:pt x="704" y="239"/>
                  </a:cubicBezTo>
                  <a:cubicBezTo>
                    <a:pt x="490" y="176"/>
                    <a:pt x="314" y="113"/>
                    <a:pt x="189" y="6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471;p35">
              <a:extLst>
                <a:ext uri="{FF2B5EF4-FFF2-40B4-BE49-F238E27FC236}">
                  <a16:creationId xmlns:a16="http://schemas.microsoft.com/office/drawing/2014/main" id="{DF23735F-9059-8D8D-52B4-7E538276FF70}"/>
                </a:ext>
              </a:extLst>
            </p:cNvPr>
            <p:cNvSpPr/>
            <p:nvPr/>
          </p:nvSpPr>
          <p:spPr>
            <a:xfrm>
              <a:off x="4867525" y="2109450"/>
              <a:ext cx="178275" cy="16375"/>
            </a:xfrm>
            <a:custGeom>
              <a:avLst/>
              <a:gdLst/>
              <a:ahLst/>
              <a:cxnLst/>
              <a:rect l="l" t="t" r="r" b="b"/>
              <a:pathLst>
                <a:path w="7131" h="655" extrusionOk="0">
                  <a:moveTo>
                    <a:pt x="1" y="0"/>
                  </a:moveTo>
                  <a:lnTo>
                    <a:pt x="277" y="88"/>
                  </a:lnTo>
                  <a:lnTo>
                    <a:pt x="428" y="126"/>
                  </a:lnTo>
                  <a:lnTo>
                    <a:pt x="604" y="176"/>
                  </a:lnTo>
                  <a:cubicBezTo>
                    <a:pt x="743" y="202"/>
                    <a:pt x="881" y="239"/>
                    <a:pt x="1044" y="264"/>
                  </a:cubicBezTo>
                  <a:cubicBezTo>
                    <a:pt x="1371" y="327"/>
                    <a:pt x="1774" y="365"/>
                    <a:pt x="2201" y="403"/>
                  </a:cubicBezTo>
                  <a:cubicBezTo>
                    <a:pt x="2629" y="440"/>
                    <a:pt x="3081" y="440"/>
                    <a:pt x="3547" y="453"/>
                  </a:cubicBezTo>
                  <a:cubicBezTo>
                    <a:pt x="3999" y="466"/>
                    <a:pt x="4452" y="453"/>
                    <a:pt x="4880" y="478"/>
                  </a:cubicBezTo>
                  <a:cubicBezTo>
                    <a:pt x="5295" y="503"/>
                    <a:pt x="5697" y="503"/>
                    <a:pt x="6024" y="528"/>
                  </a:cubicBezTo>
                  <a:cubicBezTo>
                    <a:pt x="6187" y="541"/>
                    <a:pt x="6338" y="554"/>
                    <a:pt x="6477" y="566"/>
                  </a:cubicBezTo>
                  <a:cubicBezTo>
                    <a:pt x="6628" y="579"/>
                    <a:pt x="6728" y="591"/>
                    <a:pt x="6829" y="617"/>
                  </a:cubicBezTo>
                  <a:lnTo>
                    <a:pt x="7131" y="654"/>
                  </a:lnTo>
                  <a:lnTo>
                    <a:pt x="6854" y="566"/>
                  </a:lnTo>
                  <a:cubicBezTo>
                    <a:pt x="6766" y="541"/>
                    <a:pt x="6653" y="516"/>
                    <a:pt x="6514" y="491"/>
                  </a:cubicBezTo>
                  <a:cubicBezTo>
                    <a:pt x="6389" y="466"/>
                    <a:pt x="6238" y="440"/>
                    <a:pt x="6074" y="415"/>
                  </a:cubicBezTo>
                  <a:cubicBezTo>
                    <a:pt x="5735" y="365"/>
                    <a:pt x="5345" y="327"/>
                    <a:pt x="4917" y="290"/>
                  </a:cubicBezTo>
                  <a:cubicBezTo>
                    <a:pt x="4490" y="264"/>
                    <a:pt x="4025" y="252"/>
                    <a:pt x="3572" y="239"/>
                  </a:cubicBezTo>
                  <a:cubicBezTo>
                    <a:pt x="3119" y="227"/>
                    <a:pt x="2667" y="239"/>
                    <a:pt x="2239" y="214"/>
                  </a:cubicBezTo>
                  <a:cubicBezTo>
                    <a:pt x="1824" y="202"/>
                    <a:pt x="1434" y="189"/>
                    <a:pt x="1095" y="151"/>
                  </a:cubicBezTo>
                  <a:cubicBezTo>
                    <a:pt x="931" y="139"/>
                    <a:pt x="780" y="114"/>
                    <a:pt x="642" y="101"/>
                  </a:cubicBezTo>
                  <a:lnTo>
                    <a:pt x="453" y="76"/>
                  </a:lnTo>
                  <a:lnTo>
                    <a:pt x="302" y="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472;p35">
              <a:extLst>
                <a:ext uri="{FF2B5EF4-FFF2-40B4-BE49-F238E27FC236}">
                  <a16:creationId xmlns:a16="http://schemas.microsoft.com/office/drawing/2014/main" id="{FF7AF3E9-4461-B8D0-E603-53885D71CE42}"/>
                </a:ext>
              </a:extLst>
            </p:cNvPr>
            <p:cNvSpPr/>
            <p:nvPr/>
          </p:nvSpPr>
          <p:spPr>
            <a:xfrm>
              <a:off x="4974100" y="2020350"/>
              <a:ext cx="88375" cy="53900"/>
            </a:xfrm>
            <a:custGeom>
              <a:avLst/>
              <a:gdLst/>
              <a:ahLst/>
              <a:cxnLst/>
              <a:rect l="l" t="t" r="r" b="b"/>
              <a:pathLst>
                <a:path w="3535" h="2156" extrusionOk="0">
                  <a:moveTo>
                    <a:pt x="3209" y="1"/>
                  </a:moveTo>
                  <a:cubicBezTo>
                    <a:pt x="3062" y="1"/>
                    <a:pt x="2914" y="12"/>
                    <a:pt x="2767" y="31"/>
                  </a:cubicBezTo>
                  <a:cubicBezTo>
                    <a:pt x="2478" y="69"/>
                    <a:pt x="2201" y="144"/>
                    <a:pt x="1937" y="257"/>
                  </a:cubicBezTo>
                  <a:cubicBezTo>
                    <a:pt x="1686" y="370"/>
                    <a:pt x="1447" y="521"/>
                    <a:pt x="1233" y="722"/>
                  </a:cubicBezTo>
                  <a:cubicBezTo>
                    <a:pt x="1082" y="898"/>
                    <a:pt x="944" y="1087"/>
                    <a:pt x="818" y="1276"/>
                  </a:cubicBezTo>
                  <a:cubicBezTo>
                    <a:pt x="717" y="1439"/>
                    <a:pt x="604" y="1603"/>
                    <a:pt x="478" y="1754"/>
                  </a:cubicBezTo>
                  <a:cubicBezTo>
                    <a:pt x="390" y="1867"/>
                    <a:pt x="277" y="1967"/>
                    <a:pt x="151" y="2055"/>
                  </a:cubicBezTo>
                  <a:cubicBezTo>
                    <a:pt x="101" y="2093"/>
                    <a:pt x="51" y="2118"/>
                    <a:pt x="1" y="2156"/>
                  </a:cubicBezTo>
                  <a:cubicBezTo>
                    <a:pt x="63" y="2131"/>
                    <a:pt x="139" y="2106"/>
                    <a:pt x="202" y="2081"/>
                  </a:cubicBezTo>
                  <a:cubicBezTo>
                    <a:pt x="353" y="2005"/>
                    <a:pt x="504" y="1917"/>
                    <a:pt x="642" y="1804"/>
                  </a:cubicBezTo>
                  <a:cubicBezTo>
                    <a:pt x="805" y="1666"/>
                    <a:pt x="944" y="1502"/>
                    <a:pt x="1082" y="1326"/>
                  </a:cubicBezTo>
                  <a:cubicBezTo>
                    <a:pt x="1220" y="1150"/>
                    <a:pt x="1359" y="974"/>
                    <a:pt x="1522" y="810"/>
                  </a:cubicBezTo>
                  <a:cubicBezTo>
                    <a:pt x="1686" y="634"/>
                    <a:pt x="1887" y="484"/>
                    <a:pt x="2113" y="383"/>
                  </a:cubicBezTo>
                  <a:cubicBezTo>
                    <a:pt x="2327" y="270"/>
                    <a:pt x="2553" y="182"/>
                    <a:pt x="2805" y="131"/>
                  </a:cubicBezTo>
                  <a:cubicBezTo>
                    <a:pt x="2981" y="81"/>
                    <a:pt x="3169" y="56"/>
                    <a:pt x="3358" y="43"/>
                  </a:cubicBezTo>
                  <a:cubicBezTo>
                    <a:pt x="3433" y="31"/>
                    <a:pt x="3484" y="31"/>
                    <a:pt x="3521" y="31"/>
                  </a:cubicBezTo>
                  <a:lnTo>
                    <a:pt x="3534" y="31"/>
                  </a:lnTo>
                  <a:cubicBezTo>
                    <a:pt x="3496" y="31"/>
                    <a:pt x="3433" y="18"/>
                    <a:pt x="3371" y="6"/>
                  </a:cubicBezTo>
                  <a:cubicBezTo>
                    <a:pt x="3317" y="2"/>
                    <a:pt x="3263" y="1"/>
                    <a:pt x="32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473;p35">
              <a:extLst>
                <a:ext uri="{FF2B5EF4-FFF2-40B4-BE49-F238E27FC236}">
                  <a16:creationId xmlns:a16="http://schemas.microsoft.com/office/drawing/2014/main" id="{68773584-4809-DC57-33E7-8E3D167A0518}"/>
                </a:ext>
              </a:extLst>
            </p:cNvPr>
            <p:cNvSpPr/>
            <p:nvPr/>
          </p:nvSpPr>
          <p:spPr>
            <a:xfrm>
              <a:off x="5053325" y="2080200"/>
              <a:ext cx="116350" cy="13250"/>
            </a:xfrm>
            <a:custGeom>
              <a:avLst/>
              <a:gdLst/>
              <a:ahLst/>
              <a:cxnLst/>
              <a:rect l="l" t="t" r="r" b="b"/>
              <a:pathLst>
                <a:path w="4654" h="530" extrusionOk="0">
                  <a:moveTo>
                    <a:pt x="755" y="1"/>
                  </a:moveTo>
                  <a:cubicBezTo>
                    <a:pt x="529" y="1"/>
                    <a:pt x="340" y="13"/>
                    <a:pt x="214" y="26"/>
                  </a:cubicBezTo>
                  <a:lnTo>
                    <a:pt x="0" y="39"/>
                  </a:lnTo>
                  <a:lnTo>
                    <a:pt x="202" y="39"/>
                  </a:lnTo>
                  <a:cubicBezTo>
                    <a:pt x="340" y="39"/>
                    <a:pt x="516" y="51"/>
                    <a:pt x="742" y="51"/>
                  </a:cubicBezTo>
                  <a:cubicBezTo>
                    <a:pt x="981" y="64"/>
                    <a:pt x="1233" y="76"/>
                    <a:pt x="1509" y="101"/>
                  </a:cubicBezTo>
                  <a:cubicBezTo>
                    <a:pt x="1786" y="114"/>
                    <a:pt x="2075" y="139"/>
                    <a:pt x="2364" y="177"/>
                  </a:cubicBezTo>
                  <a:cubicBezTo>
                    <a:pt x="2654" y="202"/>
                    <a:pt x="2943" y="240"/>
                    <a:pt x="3220" y="278"/>
                  </a:cubicBezTo>
                  <a:cubicBezTo>
                    <a:pt x="3484" y="315"/>
                    <a:pt x="3735" y="353"/>
                    <a:pt x="3949" y="391"/>
                  </a:cubicBezTo>
                  <a:cubicBezTo>
                    <a:pt x="4163" y="428"/>
                    <a:pt x="4339" y="466"/>
                    <a:pt x="4464" y="491"/>
                  </a:cubicBezTo>
                  <a:lnTo>
                    <a:pt x="4653" y="529"/>
                  </a:lnTo>
                  <a:lnTo>
                    <a:pt x="4477" y="466"/>
                  </a:lnTo>
                  <a:cubicBezTo>
                    <a:pt x="4351" y="441"/>
                    <a:pt x="4188" y="391"/>
                    <a:pt x="3974" y="340"/>
                  </a:cubicBezTo>
                  <a:cubicBezTo>
                    <a:pt x="3773" y="290"/>
                    <a:pt x="3521" y="240"/>
                    <a:pt x="3257" y="202"/>
                  </a:cubicBezTo>
                  <a:cubicBezTo>
                    <a:pt x="2993" y="152"/>
                    <a:pt x="2704" y="114"/>
                    <a:pt x="2402" y="76"/>
                  </a:cubicBezTo>
                  <a:cubicBezTo>
                    <a:pt x="2113" y="39"/>
                    <a:pt x="1811" y="26"/>
                    <a:pt x="1535" y="13"/>
                  </a:cubicBezTo>
                  <a:cubicBezTo>
                    <a:pt x="1245" y="1"/>
                    <a:pt x="981" y="1"/>
                    <a:pt x="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474;p35">
              <a:extLst>
                <a:ext uri="{FF2B5EF4-FFF2-40B4-BE49-F238E27FC236}">
                  <a16:creationId xmlns:a16="http://schemas.microsoft.com/office/drawing/2014/main" id="{23125448-91B6-E70E-6259-89C798334266}"/>
                </a:ext>
              </a:extLst>
            </p:cNvPr>
            <p:cNvSpPr/>
            <p:nvPr/>
          </p:nvSpPr>
          <p:spPr>
            <a:xfrm>
              <a:off x="5032575" y="2050350"/>
              <a:ext cx="60075" cy="14175"/>
            </a:xfrm>
            <a:custGeom>
              <a:avLst/>
              <a:gdLst/>
              <a:ahLst/>
              <a:cxnLst/>
              <a:rect l="l" t="t" r="r" b="b"/>
              <a:pathLst>
                <a:path w="2403" h="567" extrusionOk="0">
                  <a:moveTo>
                    <a:pt x="2289" y="0"/>
                  </a:moveTo>
                  <a:cubicBezTo>
                    <a:pt x="2226" y="0"/>
                    <a:pt x="2126" y="0"/>
                    <a:pt x="2000" y="25"/>
                  </a:cubicBezTo>
                  <a:cubicBezTo>
                    <a:pt x="1887" y="38"/>
                    <a:pt x="1736" y="51"/>
                    <a:pt x="1597" y="88"/>
                  </a:cubicBezTo>
                  <a:cubicBezTo>
                    <a:pt x="1447" y="113"/>
                    <a:pt x="1296" y="139"/>
                    <a:pt x="1145" y="176"/>
                  </a:cubicBezTo>
                  <a:cubicBezTo>
                    <a:pt x="981" y="214"/>
                    <a:pt x="843" y="252"/>
                    <a:pt x="705" y="290"/>
                  </a:cubicBezTo>
                  <a:cubicBezTo>
                    <a:pt x="566" y="340"/>
                    <a:pt x="441" y="378"/>
                    <a:pt x="340" y="415"/>
                  </a:cubicBezTo>
                  <a:cubicBezTo>
                    <a:pt x="227" y="466"/>
                    <a:pt x="151" y="503"/>
                    <a:pt x="88" y="528"/>
                  </a:cubicBezTo>
                  <a:lnTo>
                    <a:pt x="0" y="566"/>
                  </a:lnTo>
                  <a:lnTo>
                    <a:pt x="101" y="541"/>
                  </a:lnTo>
                  <a:lnTo>
                    <a:pt x="378" y="478"/>
                  </a:lnTo>
                  <a:cubicBezTo>
                    <a:pt x="491" y="440"/>
                    <a:pt x="617" y="415"/>
                    <a:pt x="755" y="378"/>
                  </a:cubicBezTo>
                  <a:cubicBezTo>
                    <a:pt x="893" y="340"/>
                    <a:pt x="1044" y="315"/>
                    <a:pt x="1195" y="277"/>
                  </a:cubicBezTo>
                  <a:cubicBezTo>
                    <a:pt x="1346" y="239"/>
                    <a:pt x="1497" y="201"/>
                    <a:pt x="1635" y="176"/>
                  </a:cubicBezTo>
                  <a:cubicBezTo>
                    <a:pt x="1773" y="139"/>
                    <a:pt x="1912" y="113"/>
                    <a:pt x="2025" y="88"/>
                  </a:cubicBezTo>
                  <a:lnTo>
                    <a:pt x="2302" y="25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475;p35">
              <a:extLst>
                <a:ext uri="{FF2B5EF4-FFF2-40B4-BE49-F238E27FC236}">
                  <a16:creationId xmlns:a16="http://schemas.microsoft.com/office/drawing/2014/main" id="{50C1A5BE-D470-88D6-F73B-A120C9A0A986}"/>
                </a:ext>
              </a:extLst>
            </p:cNvPr>
            <p:cNvSpPr/>
            <p:nvPr/>
          </p:nvSpPr>
          <p:spPr>
            <a:xfrm>
              <a:off x="4859350" y="2132075"/>
              <a:ext cx="96850" cy="18900"/>
            </a:xfrm>
            <a:custGeom>
              <a:avLst/>
              <a:gdLst/>
              <a:ahLst/>
              <a:cxnLst/>
              <a:rect l="l" t="t" r="r" b="b"/>
              <a:pathLst>
                <a:path w="3874" h="756" extrusionOk="0">
                  <a:moveTo>
                    <a:pt x="1" y="1"/>
                  </a:moveTo>
                  <a:lnTo>
                    <a:pt x="152" y="51"/>
                  </a:lnTo>
                  <a:cubicBezTo>
                    <a:pt x="252" y="76"/>
                    <a:pt x="391" y="126"/>
                    <a:pt x="567" y="164"/>
                  </a:cubicBezTo>
                  <a:cubicBezTo>
                    <a:pt x="743" y="215"/>
                    <a:pt x="944" y="277"/>
                    <a:pt x="1170" y="328"/>
                  </a:cubicBezTo>
                  <a:cubicBezTo>
                    <a:pt x="1397" y="378"/>
                    <a:pt x="1635" y="428"/>
                    <a:pt x="1874" y="479"/>
                  </a:cubicBezTo>
                  <a:cubicBezTo>
                    <a:pt x="2113" y="541"/>
                    <a:pt x="2365" y="567"/>
                    <a:pt x="2591" y="604"/>
                  </a:cubicBezTo>
                  <a:cubicBezTo>
                    <a:pt x="2830" y="642"/>
                    <a:pt x="3044" y="667"/>
                    <a:pt x="3232" y="692"/>
                  </a:cubicBezTo>
                  <a:cubicBezTo>
                    <a:pt x="3421" y="717"/>
                    <a:pt x="3585" y="730"/>
                    <a:pt x="3698" y="743"/>
                  </a:cubicBezTo>
                  <a:lnTo>
                    <a:pt x="3874" y="755"/>
                  </a:lnTo>
                  <a:lnTo>
                    <a:pt x="3698" y="717"/>
                  </a:lnTo>
                  <a:lnTo>
                    <a:pt x="3270" y="642"/>
                  </a:lnTo>
                  <a:lnTo>
                    <a:pt x="2641" y="516"/>
                  </a:lnTo>
                  <a:cubicBezTo>
                    <a:pt x="2415" y="479"/>
                    <a:pt x="2176" y="428"/>
                    <a:pt x="1937" y="378"/>
                  </a:cubicBezTo>
                  <a:cubicBezTo>
                    <a:pt x="1698" y="340"/>
                    <a:pt x="1459" y="277"/>
                    <a:pt x="1220" y="227"/>
                  </a:cubicBezTo>
                  <a:lnTo>
                    <a:pt x="604" y="114"/>
                  </a:lnTo>
                  <a:lnTo>
                    <a:pt x="164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476;p35">
              <a:extLst>
                <a:ext uri="{FF2B5EF4-FFF2-40B4-BE49-F238E27FC236}">
                  <a16:creationId xmlns:a16="http://schemas.microsoft.com/office/drawing/2014/main" id="{33253488-7477-581D-7693-35C4187CAA63}"/>
                </a:ext>
              </a:extLst>
            </p:cNvPr>
            <p:cNvSpPr/>
            <p:nvPr/>
          </p:nvSpPr>
          <p:spPr>
            <a:xfrm>
              <a:off x="4669150" y="2104425"/>
              <a:ext cx="110375" cy="39950"/>
            </a:xfrm>
            <a:custGeom>
              <a:avLst/>
              <a:gdLst/>
              <a:ahLst/>
              <a:cxnLst/>
              <a:rect l="l" t="t" r="r" b="b"/>
              <a:pathLst>
                <a:path w="4415" h="1598" extrusionOk="0">
                  <a:moveTo>
                    <a:pt x="1" y="0"/>
                  </a:moveTo>
                  <a:lnTo>
                    <a:pt x="152" y="101"/>
                  </a:lnTo>
                  <a:cubicBezTo>
                    <a:pt x="240" y="176"/>
                    <a:pt x="378" y="264"/>
                    <a:pt x="542" y="365"/>
                  </a:cubicBezTo>
                  <a:cubicBezTo>
                    <a:pt x="718" y="478"/>
                    <a:pt x="932" y="591"/>
                    <a:pt x="1170" y="704"/>
                  </a:cubicBezTo>
                  <a:cubicBezTo>
                    <a:pt x="1422" y="830"/>
                    <a:pt x="1686" y="943"/>
                    <a:pt x="1963" y="1044"/>
                  </a:cubicBezTo>
                  <a:cubicBezTo>
                    <a:pt x="2239" y="1144"/>
                    <a:pt x="2541" y="1245"/>
                    <a:pt x="2818" y="1308"/>
                  </a:cubicBezTo>
                  <a:cubicBezTo>
                    <a:pt x="3107" y="1383"/>
                    <a:pt x="3371" y="1446"/>
                    <a:pt x="3610" y="1484"/>
                  </a:cubicBezTo>
                  <a:cubicBezTo>
                    <a:pt x="3836" y="1534"/>
                    <a:pt x="4050" y="1559"/>
                    <a:pt x="4188" y="1572"/>
                  </a:cubicBezTo>
                  <a:lnTo>
                    <a:pt x="4415" y="1597"/>
                  </a:lnTo>
                  <a:lnTo>
                    <a:pt x="4201" y="1559"/>
                  </a:lnTo>
                  <a:cubicBezTo>
                    <a:pt x="4063" y="1534"/>
                    <a:pt x="3861" y="1484"/>
                    <a:pt x="3635" y="1434"/>
                  </a:cubicBezTo>
                  <a:cubicBezTo>
                    <a:pt x="3409" y="1383"/>
                    <a:pt x="3157" y="1308"/>
                    <a:pt x="2881" y="1232"/>
                  </a:cubicBezTo>
                  <a:cubicBezTo>
                    <a:pt x="2604" y="1157"/>
                    <a:pt x="2327" y="1056"/>
                    <a:pt x="2051" y="956"/>
                  </a:cubicBezTo>
                  <a:cubicBezTo>
                    <a:pt x="1774" y="855"/>
                    <a:pt x="1510" y="742"/>
                    <a:pt x="1258" y="641"/>
                  </a:cubicBezTo>
                  <a:cubicBezTo>
                    <a:pt x="1020" y="541"/>
                    <a:pt x="793" y="428"/>
                    <a:pt x="617" y="327"/>
                  </a:cubicBezTo>
                  <a:cubicBezTo>
                    <a:pt x="441" y="226"/>
                    <a:pt x="278" y="151"/>
                    <a:pt x="177" y="8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477;p35">
              <a:extLst>
                <a:ext uri="{FF2B5EF4-FFF2-40B4-BE49-F238E27FC236}">
                  <a16:creationId xmlns:a16="http://schemas.microsoft.com/office/drawing/2014/main" id="{FD367D20-7D45-119C-0630-40CD0BE0C685}"/>
                </a:ext>
              </a:extLst>
            </p:cNvPr>
            <p:cNvSpPr/>
            <p:nvPr/>
          </p:nvSpPr>
          <p:spPr>
            <a:xfrm>
              <a:off x="4649675" y="2067000"/>
              <a:ext cx="53150" cy="17625"/>
            </a:xfrm>
            <a:custGeom>
              <a:avLst/>
              <a:gdLst/>
              <a:ahLst/>
              <a:cxnLst/>
              <a:rect l="l" t="t" r="r" b="b"/>
              <a:pathLst>
                <a:path w="2126" h="705" extrusionOk="0">
                  <a:moveTo>
                    <a:pt x="2125" y="1"/>
                  </a:moveTo>
                  <a:lnTo>
                    <a:pt x="2012" y="13"/>
                  </a:lnTo>
                  <a:cubicBezTo>
                    <a:pt x="1949" y="26"/>
                    <a:pt x="1861" y="26"/>
                    <a:pt x="1748" y="51"/>
                  </a:cubicBezTo>
                  <a:cubicBezTo>
                    <a:pt x="1648" y="76"/>
                    <a:pt x="1522" y="101"/>
                    <a:pt x="1384" y="139"/>
                  </a:cubicBezTo>
                  <a:cubicBezTo>
                    <a:pt x="1258" y="177"/>
                    <a:pt x="1119" y="215"/>
                    <a:pt x="981" y="252"/>
                  </a:cubicBezTo>
                  <a:cubicBezTo>
                    <a:pt x="843" y="303"/>
                    <a:pt x="717" y="353"/>
                    <a:pt x="591" y="403"/>
                  </a:cubicBezTo>
                  <a:cubicBezTo>
                    <a:pt x="478" y="441"/>
                    <a:pt x="365" y="504"/>
                    <a:pt x="277" y="541"/>
                  </a:cubicBezTo>
                  <a:cubicBezTo>
                    <a:pt x="189" y="592"/>
                    <a:pt x="126" y="629"/>
                    <a:pt x="76" y="655"/>
                  </a:cubicBezTo>
                  <a:lnTo>
                    <a:pt x="0" y="705"/>
                  </a:lnTo>
                  <a:lnTo>
                    <a:pt x="0" y="705"/>
                  </a:lnTo>
                  <a:lnTo>
                    <a:pt x="88" y="667"/>
                  </a:lnTo>
                  <a:lnTo>
                    <a:pt x="327" y="592"/>
                  </a:lnTo>
                  <a:lnTo>
                    <a:pt x="667" y="479"/>
                  </a:lnTo>
                  <a:cubicBezTo>
                    <a:pt x="793" y="441"/>
                    <a:pt x="918" y="391"/>
                    <a:pt x="1057" y="353"/>
                  </a:cubicBezTo>
                  <a:cubicBezTo>
                    <a:pt x="1195" y="303"/>
                    <a:pt x="1321" y="265"/>
                    <a:pt x="1446" y="227"/>
                  </a:cubicBezTo>
                  <a:cubicBezTo>
                    <a:pt x="1572" y="177"/>
                    <a:pt x="1685" y="139"/>
                    <a:pt x="1786" y="114"/>
                  </a:cubicBezTo>
                  <a:lnTo>
                    <a:pt x="2025" y="26"/>
                  </a:lnTo>
                  <a:lnTo>
                    <a:pt x="21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478;p35">
              <a:extLst>
                <a:ext uri="{FF2B5EF4-FFF2-40B4-BE49-F238E27FC236}">
                  <a16:creationId xmlns:a16="http://schemas.microsoft.com/office/drawing/2014/main" id="{E5B50652-E67E-A69E-613B-BEBDB4F9EE5F}"/>
                </a:ext>
              </a:extLst>
            </p:cNvPr>
            <p:cNvSpPr/>
            <p:nvPr/>
          </p:nvSpPr>
          <p:spPr>
            <a:xfrm>
              <a:off x="4735500" y="2045325"/>
              <a:ext cx="130800" cy="40575"/>
            </a:xfrm>
            <a:custGeom>
              <a:avLst/>
              <a:gdLst/>
              <a:ahLst/>
              <a:cxnLst/>
              <a:rect l="l" t="t" r="r" b="b"/>
              <a:pathLst>
                <a:path w="5232" h="1623" extrusionOk="0">
                  <a:moveTo>
                    <a:pt x="5231" y="0"/>
                  </a:moveTo>
                  <a:cubicBezTo>
                    <a:pt x="5231" y="0"/>
                    <a:pt x="5156" y="38"/>
                    <a:pt x="5030" y="101"/>
                  </a:cubicBezTo>
                  <a:cubicBezTo>
                    <a:pt x="4892" y="151"/>
                    <a:pt x="4716" y="239"/>
                    <a:pt x="4477" y="327"/>
                  </a:cubicBezTo>
                  <a:cubicBezTo>
                    <a:pt x="4238" y="415"/>
                    <a:pt x="3961" y="503"/>
                    <a:pt x="3647" y="591"/>
                  </a:cubicBezTo>
                  <a:cubicBezTo>
                    <a:pt x="3345" y="692"/>
                    <a:pt x="3006" y="780"/>
                    <a:pt x="2666" y="868"/>
                  </a:cubicBezTo>
                  <a:cubicBezTo>
                    <a:pt x="2339" y="943"/>
                    <a:pt x="2000" y="1031"/>
                    <a:pt x="1673" y="1107"/>
                  </a:cubicBezTo>
                  <a:cubicBezTo>
                    <a:pt x="1358" y="1195"/>
                    <a:pt x="1069" y="1270"/>
                    <a:pt x="818" y="1346"/>
                  </a:cubicBezTo>
                  <a:cubicBezTo>
                    <a:pt x="566" y="1421"/>
                    <a:pt x="365" y="1484"/>
                    <a:pt x="227" y="1534"/>
                  </a:cubicBezTo>
                  <a:lnTo>
                    <a:pt x="0" y="1622"/>
                  </a:lnTo>
                  <a:lnTo>
                    <a:pt x="239" y="1559"/>
                  </a:lnTo>
                  <a:cubicBezTo>
                    <a:pt x="377" y="1509"/>
                    <a:pt x="591" y="1459"/>
                    <a:pt x="843" y="1396"/>
                  </a:cubicBezTo>
                  <a:cubicBezTo>
                    <a:pt x="1094" y="1333"/>
                    <a:pt x="1396" y="1270"/>
                    <a:pt x="1723" y="1195"/>
                  </a:cubicBezTo>
                  <a:cubicBezTo>
                    <a:pt x="2037" y="1119"/>
                    <a:pt x="2389" y="1044"/>
                    <a:pt x="2729" y="956"/>
                  </a:cubicBezTo>
                  <a:cubicBezTo>
                    <a:pt x="3069" y="880"/>
                    <a:pt x="3408" y="780"/>
                    <a:pt x="3710" y="679"/>
                  </a:cubicBezTo>
                  <a:cubicBezTo>
                    <a:pt x="4024" y="579"/>
                    <a:pt x="4288" y="465"/>
                    <a:pt x="4527" y="377"/>
                  </a:cubicBezTo>
                  <a:cubicBezTo>
                    <a:pt x="4703" y="289"/>
                    <a:pt x="4879" y="201"/>
                    <a:pt x="5043" y="113"/>
                  </a:cubicBezTo>
                  <a:cubicBezTo>
                    <a:pt x="5168" y="38"/>
                    <a:pt x="5231" y="0"/>
                    <a:pt x="52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479;p35">
              <a:extLst>
                <a:ext uri="{FF2B5EF4-FFF2-40B4-BE49-F238E27FC236}">
                  <a16:creationId xmlns:a16="http://schemas.microsoft.com/office/drawing/2014/main" id="{E50501F1-A891-C736-5BB2-5D38B6917F0A}"/>
                </a:ext>
              </a:extLst>
            </p:cNvPr>
            <p:cNvSpPr/>
            <p:nvPr/>
          </p:nvSpPr>
          <p:spPr>
            <a:xfrm>
              <a:off x="4855900" y="2039650"/>
              <a:ext cx="95600" cy="46550"/>
            </a:xfrm>
            <a:custGeom>
              <a:avLst/>
              <a:gdLst/>
              <a:ahLst/>
              <a:cxnLst/>
              <a:rect l="l" t="t" r="r" b="b"/>
              <a:pathLst>
                <a:path w="3824" h="1862" extrusionOk="0">
                  <a:moveTo>
                    <a:pt x="3823" y="1"/>
                  </a:moveTo>
                  <a:lnTo>
                    <a:pt x="3685" y="101"/>
                  </a:lnTo>
                  <a:cubicBezTo>
                    <a:pt x="3597" y="164"/>
                    <a:pt x="3458" y="240"/>
                    <a:pt x="3295" y="340"/>
                  </a:cubicBezTo>
                  <a:cubicBezTo>
                    <a:pt x="3132" y="441"/>
                    <a:pt x="2943" y="554"/>
                    <a:pt x="2729" y="680"/>
                  </a:cubicBezTo>
                  <a:cubicBezTo>
                    <a:pt x="2528" y="806"/>
                    <a:pt x="2289" y="919"/>
                    <a:pt x="2050" y="1032"/>
                  </a:cubicBezTo>
                  <a:cubicBezTo>
                    <a:pt x="1799" y="1145"/>
                    <a:pt x="1560" y="1271"/>
                    <a:pt x="1321" y="1359"/>
                  </a:cubicBezTo>
                  <a:cubicBezTo>
                    <a:pt x="1082" y="1459"/>
                    <a:pt x="868" y="1560"/>
                    <a:pt x="667" y="1623"/>
                  </a:cubicBezTo>
                  <a:cubicBezTo>
                    <a:pt x="466" y="1698"/>
                    <a:pt x="302" y="1761"/>
                    <a:pt x="176" y="1799"/>
                  </a:cubicBezTo>
                  <a:lnTo>
                    <a:pt x="0" y="1862"/>
                  </a:lnTo>
                  <a:lnTo>
                    <a:pt x="189" y="1812"/>
                  </a:lnTo>
                  <a:cubicBezTo>
                    <a:pt x="315" y="1786"/>
                    <a:pt x="503" y="1736"/>
                    <a:pt x="705" y="1673"/>
                  </a:cubicBezTo>
                  <a:cubicBezTo>
                    <a:pt x="918" y="1610"/>
                    <a:pt x="1157" y="1535"/>
                    <a:pt x="1396" y="1447"/>
                  </a:cubicBezTo>
                  <a:cubicBezTo>
                    <a:pt x="1648" y="1346"/>
                    <a:pt x="1912" y="1233"/>
                    <a:pt x="2151" y="1120"/>
                  </a:cubicBezTo>
                  <a:cubicBezTo>
                    <a:pt x="2390" y="994"/>
                    <a:pt x="2616" y="868"/>
                    <a:pt x="2830" y="743"/>
                  </a:cubicBezTo>
                  <a:cubicBezTo>
                    <a:pt x="3044" y="617"/>
                    <a:pt x="3220" y="491"/>
                    <a:pt x="3370" y="378"/>
                  </a:cubicBezTo>
                  <a:cubicBezTo>
                    <a:pt x="3521" y="277"/>
                    <a:pt x="3635" y="177"/>
                    <a:pt x="3710" y="114"/>
                  </a:cubicBezTo>
                  <a:lnTo>
                    <a:pt x="38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7" name="Google Shape;5487;p36"/>
          <p:cNvGrpSpPr/>
          <p:nvPr/>
        </p:nvGrpSpPr>
        <p:grpSpPr>
          <a:xfrm>
            <a:off x="7014699" y="2701330"/>
            <a:ext cx="615525" cy="615593"/>
            <a:chOff x="4273756" y="1374896"/>
            <a:chExt cx="615525" cy="615593"/>
          </a:xfrm>
        </p:grpSpPr>
        <p:sp>
          <p:nvSpPr>
            <p:cNvPr id="5488" name="Google Shape;5488;p36"/>
            <p:cNvSpPr/>
            <p:nvPr/>
          </p:nvSpPr>
          <p:spPr>
            <a:xfrm>
              <a:off x="4273756" y="1374896"/>
              <a:ext cx="615525" cy="615593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36"/>
            <p:cNvSpPr/>
            <p:nvPr/>
          </p:nvSpPr>
          <p:spPr>
            <a:xfrm>
              <a:off x="4342601" y="1443741"/>
              <a:ext cx="477835" cy="477903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90" name="Google Shape;5490;p36"/>
          <p:cNvGrpSpPr/>
          <p:nvPr/>
        </p:nvGrpSpPr>
        <p:grpSpPr>
          <a:xfrm>
            <a:off x="4255987" y="2701330"/>
            <a:ext cx="615525" cy="615593"/>
            <a:chOff x="4273756" y="1374896"/>
            <a:chExt cx="615525" cy="615593"/>
          </a:xfrm>
        </p:grpSpPr>
        <p:sp>
          <p:nvSpPr>
            <p:cNvPr id="5491" name="Google Shape;5491;p36"/>
            <p:cNvSpPr/>
            <p:nvPr/>
          </p:nvSpPr>
          <p:spPr>
            <a:xfrm>
              <a:off x="4273756" y="1374896"/>
              <a:ext cx="615525" cy="615593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36"/>
            <p:cNvSpPr/>
            <p:nvPr/>
          </p:nvSpPr>
          <p:spPr>
            <a:xfrm>
              <a:off x="4342601" y="1443741"/>
              <a:ext cx="477835" cy="477903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93" name="Google Shape;5493;p36"/>
          <p:cNvGrpSpPr/>
          <p:nvPr/>
        </p:nvGrpSpPr>
        <p:grpSpPr>
          <a:xfrm>
            <a:off x="4258913" y="1238505"/>
            <a:ext cx="615525" cy="615593"/>
            <a:chOff x="4273756" y="1374896"/>
            <a:chExt cx="615525" cy="615593"/>
          </a:xfrm>
        </p:grpSpPr>
        <p:sp>
          <p:nvSpPr>
            <p:cNvPr id="5494" name="Google Shape;5494;p36"/>
            <p:cNvSpPr/>
            <p:nvPr/>
          </p:nvSpPr>
          <p:spPr>
            <a:xfrm>
              <a:off x="4273756" y="1374896"/>
              <a:ext cx="615525" cy="615593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36"/>
            <p:cNvSpPr/>
            <p:nvPr/>
          </p:nvSpPr>
          <p:spPr>
            <a:xfrm>
              <a:off x="4342601" y="1443741"/>
              <a:ext cx="477835" cy="477903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96" name="Google Shape;5496;p36"/>
          <p:cNvGrpSpPr/>
          <p:nvPr/>
        </p:nvGrpSpPr>
        <p:grpSpPr>
          <a:xfrm>
            <a:off x="1698748" y="1233634"/>
            <a:ext cx="615525" cy="615593"/>
            <a:chOff x="4273756" y="1374896"/>
            <a:chExt cx="615525" cy="615593"/>
          </a:xfrm>
        </p:grpSpPr>
        <p:sp>
          <p:nvSpPr>
            <p:cNvPr id="5497" name="Google Shape;5497;p36"/>
            <p:cNvSpPr/>
            <p:nvPr/>
          </p:nvSpPr>
          <p:spPr>
            <a:xfrm>
              <a:off x="4273756" y="1374896"/>
              <a:ext cx="615525" cy="615593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36"/>
            <p:cNvSpPr/>
            <p:nvPr/>
          </p:nvSpPr>
          <p:spPr>
            <a:xfrm>
              <a:off x="4342601" y="1443741"/>
              <a:ext cx="477835" cy="477903"/>
            </a:xfrm>
            <a:custGeom>
              <a:avLst/>
              <a:gdLst/>
              <a:ahLst/>
              <a:cxnLst/>
              <a:rect l="l" t="t" r="r" b="b"/>
              <a:pathLst>
                <a:path w="13599" h="13599" extrusionOk="0">
                  <a:moveTo>
                    <a:pt x="6800" y="0"/>
                  </a:moveTo>
                  <a:cubicBezTo>
                    <a:pt x="3047" y="0"/>
                    <a:pt x="1" y="3046"/>
                    <a:pt x="1" y="6799"/>
                  </a:cubicBezTo>
                  <a:cubicBezTo>
                    <a:pt x="1" y="10552"/>
                    <a:pt x="3047" y="13598"/>
                    <a:pt x="6800" y="13598"/>
                  </a:cubicBezTo>
                  <a:cubicBezTo>
                    <a:pt x="10553" y="13598"/>
                    <a:pt x="13599" y="10552"/>
                    <a:pt x="13599" y="6799"/>
                  </a:cubicBezTo>
                  <a:cubicBezTo>
                    <a:pt x="13599" y="3046"/>
                    <a:pt x="10553" y="0"/>
                    <a:pt x="6800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9" name="Google Shape;5499;p36"/>
          <p:cNvSpPr txBox="1">
            <a:spLocks noGrp="1"/>
          </p:cNvSpPr>
          <p:nvPr>
            <p:ph type="title" idx="18"/>
          </p:nvPr>
        </p:nvSpPr>
        <p:spPr>
          <a:xfrm>
            <a:off x="3212525" y="540275"/>
            <a:ext cx="522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5501" name="Google Shape;5501;p36"/>
          <p:cNvSpPr txBox="1">
            <a:spLocks noGrp="1"/>
          </p:cNvSpPr>
          <p:nvPr>
            <p:ph type="ctrTitle"/>
          </p:nvPr>
        </p:nvSpPr>
        <p:spPr>
          <a:xfrm>
            <a:off x="720828" y="1812766"/>
            <a:ext cx="2576100" cy="12307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ct val="47000"/>
            </a:pPr>
            <a:r>
              <a:rPr lang="fr-FR" sz="2800" dirty="0" err="1"/>
              <a:t>What</a:t>
            </a:r>
            <a:r>
              <a:rPr lang="fr-FR" sz="2800" dirty="0"/>
              <a:t> </a:t>
            </a:r>
            <a:r>
              <a:rPr lang="fr-FR" sz="2800" dirty="0" err="1"/>
              <a:t>is</a:t>
            </a:r>
            <a:r>
              <a:rPr lang="fr-FR" sz="2800" dirty="0"/>
              <a:t> the Enigma machine</a:t>
            </a:r>
          </a:p>
        </p:txBody>
      </p:sp>
      <p:sp>
        <p:nvSpPr>
          <p:cNvPr id="5502" name="Google Shape;5502;p36"/>
          <p:cNvSpPr txBox="1">
            <a:spLocks noGrp="1"/>
          </p:cNvSpPr>
          <p:nvPr>
            <p:ph type="ctrTitle" idx="2"/>
          </p:nvPr>
        </p:nvSpPr>
        <p:spPr>
          <a:xfrm>
            <a:off x="3282744" y="2020564"/>
            <a:ext cx="2750467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DECIPHERING</a:t>
            </a:r>
            <a:endParaRPr dirty="0"/>
          </a:p>
        </p:txBody>
      </p:sp>
      <p:sp>
        <p:nvSpPr>
          <p:cNvPr id="5506" name="Google Shape;5506;p36"/>
          <p:cNvSpPr txBox="1">
            <a:spLocks noGrp="1"/>
          </p:cNvSpPr>
          <p:nvPr>
            <p:ph type="ctrTitle" idx="6"/>
          </p:nvPr>
        </p:nvSpPr>
        <p:spPr>
          <a:xfrm>
            <a:off x="3296928" y="3535056"/>
            <a:ext cx="25785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2800" dirty="0"/>
              <a:t>German Nazis’ Enigma</a:t>
            </a:r>
            <a:endParaRPr dirty="0"/>
          </a:p>
        </p:txBody>
      </p:sp>
      <p:sp>
        <p:nvSpPr>
          <p:cNvPr id="5508" name="Google Shape;5508;p36"/>
          <p:cNvSpPr txBox="1">
            <a:spLocks noGrp="1"/>
          </p:cNvSpPr>
          <p:nvPr>
            <p:ph type="ctrTitle" idx="8"/>
          </p:nvPr>
        </p:nvSpPr>
        <p:spPr>
          <a:xfrm>
            <a:off x="6033211" y="3535056"/>
            <a:ext cx="25785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2800" dirty="0"/>
              <a:t>Breaking the Code</a:t>
            </a:r>
          </a:p>
        </p:txBody>
      </p:sp>
      <p:sp>
        <p:nvSpPr>
          <p:cNvPr id="5510" name="Google Shape;5510;p36"/>
          <p:cNvSpPr txBox="1">
            <a:spLocks noGrp="1"/>
          </p:cNvSpPr>
          <p:nvPr>
            <p:ph type="title" idx="13"/>
          </p:nvPr>
        </p:nvSpPr>
        <p:spPr>
          <a:xfrm>
            <a:off x="1698710" y="1334863"/>
            <a:ext cx="6156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11" name="Google Shape;5511;p36"/>
          <p:cNvSpPr txBox="1">
            <a:spLocks noGrp="1"/>
          </p:cNvSpPr>
          <p:nvPr>
            <p:ph type="title" idx="14"/>
          </p:nvPr>
        </p:nvSpPr>
        <p:spPr>
          <a:xfrm>
            <a:off x="4260375" y="1347159"/>
            <a:ext cx="612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13" name="Google Shape;5513;p36"/>
          <p:cNvSpPr txBox="1">
            <a:spLocks noGrp="1"/>
          </p:cNvSpPr>
          <p:nvPr>
            <p:ph type="title" idx="16"/>
          </p:nvPr>
        </p:nvSpPr>
        <p:spPr>
          <a:xfrm>
            <a:off x="4254100" y="2826935"/>
            <a:ext cx="612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03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514" name="Google Shape;5514;p36"/>
          <p:cNvSpPr txBox="1">
            <a:spLocks noGrp="1"/>
          </p:cNvSpPr>
          <p:nvPr>
            <p:ph type="title" idx="17"/>
          </p:nvPr>
        </p:nvSpPr>
        <p:spPr>
          <a:xfrm>
            <a:off x="7016161" y="2789781"/>
            <a:ext cx="6126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04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8" name="Google Shape;6198;p39"/>
          <p:cNvSpPr txBox="1">
            <a:spLocks noGrp="1"/>
          </p:cNvSpPr>
          <p:nvPr>
            <p:ph type="body" idx="1"/>
          </p:nvPr>
        </p:nvSpPr>
        <p:spPr>
          <a:xfrm>
            <a:off x="720000" y="1995681"/>
            <a:ext cx="4117800" cy="23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fr-FR" dirty="0" err="1">
                <a:solidFill>
                  <a:schemeClr val="dk1"/>
                </a:solidFill>
              </a:rPr>
              <a:t>Cipher</a:t>
            </a:r>
            <a:r>
              <a:rPr lang="fr-FR" dirty="0">
                <a:solidFill>
                  <a:schemeClr val="dk1"/>
                </a:solidFill>
              </a:rPr>
              <a:t> </a:t>
            </a:r>
            <a:r>
              <a:rPr lang="fr-FR" dirty="0" err="1">
                <a:solidFill>
                  <a:schemeClr val="dk1"/>
                </a:solidFill>
              </a:rPr>
              <a:t>device</a:t>
            </a:r>
            <a:endParaRPr lang="fr-FR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endParaRPr lang="fr-FR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fr-FR" dirty="0" err="1">
                <a:solidFill>
                  <a:schemeClr val="dk1"/>
                </a:solidFill>
              </a:rPr>
              <a:t>Invented</a:t>
            </a:r>
            <a:r>
              <a:rPr lang="fr-FR" dirty="0">
                <a:solidFill>
                  <a:schemeClr val="dk1"/>
                </a:solidFill>
              </a:rPr>
              <a:t> in the </a:t>
            </a:r>
            <a:r>
              <a:rPr lang="fr-FR" dirty="0" err="1">
                <a:solidFill>
                  <a:schemeClr val="dk1"/>
                </a:solidFill>
              </a:rPr>
              <a:t>early</a:t>
            </a:r>
            <a:r>
              <a:rPr lang="fr-FR" dirty="0">
                <a:solidFill>
                  <a:schemeClr val="dk1"/>
                </a:solidFill>
              </a:rPr>
              <a:t> 1920s by the German </a:t>
            </a:r>
            <a:r>
              <a:rPr lang="fr-FR" dirty="0" err="1">
                <a:solidFill>
                  <a:schemeClr val="dk1"/>
                </a:solidFill>
              </a:rPr>
              <a:t>engineer,Arthur</a:t>
            </a:r>
            <a:r>
              <a:rPr lang="fr-FR" dirty="0">
                <a:solidFill>
                  <a:schemeClr val="dk1"/>
                </a:solidFill>
              </a:rPr>
              <a:t> </a:t>
            </a:r>
            <a:r>
              <a:rPr lang="fr-FR" dirty="0" err="1">
                <a:solidFill>
                  <a:schemeClr val="dk1"/>
                </a:solidFill>
              </a:rPr>
              <a:t>Scherbius</a:t>
            </a:r>
            <a:endParaRPr lang="fr-FR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endParaRPr lang="fr-FR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fr-FR" dirty="0" err="1">
                <a:solidFill>
                  <a:schemeClr val="dk1"/>
                </a:solidFill>
              </a:rPr>
              <a:t>Initially</a:t>
            </a:r>
            <a:r>
              <a:rPr lang="fr-FR" dirty="0">
                <a:solidFill>
                  <a:schemeClr val="dk1"/>
                </a:solidFill>
              </a:rPr>
              <a:t> </a:t>
            </a:r>
            <a:r>
              <a:rPr lang="fr-FR" dirty="0" err="1">
                <a:solidFill>
                  <a:schemeClr val="dk1"/>
                </a:solidFill>
              </a:rPr>
              <a:t>sold</a:t>
            </a:r>
            <a:r>
              <a:rPr lang="fr-FR" dirty="0">
                <a:solidFill>
                  <a:schemeClr val="dk1"/>
                </a:solidFill>
              </a:rPr>
              <a:t> for commercial use</a:t>
            </a:r>
          </a:p>
          <a:p>
            <a:pPr marL="0" lvl="0" indent="0">
              <a:buNone/>
            </a:pPr>
            <a:endParaRPr lang="fr-FR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6199" name="Google Shape;6199;p39"/>
          <p:cNvSpPr txBox="1">
            <a:spLocks noGrp="1"/>
          </p:cNvSpPr>
          <p:nvPr>
            <p:ph type="title"/>
          </p:nvPr>
        </p:nvSpPr>
        <p:spPr>
          <a:xfrm>
            <a:off x="713225" y="840519"/>
            <a:ext cx="4117800" cy="11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Enigma machine ?</a:t>
            </a:r>
            <a:endParaRPr dirty="0"/>
          </a:p>
        </p:txBody>
      </p:sp>
      <p:pic>
        <p:nvPicPr>
          <p:cNvPr id="7170" name="Picture 2" descr="May 9th: British forces capture Nazi Germany Enigma Machine | St. Tammany  Parish Library">
            <a:extLst>
              <a:ext uri="{FF2B5EF4-FFF2-40B4-BE49-F238E27FC236}">
                <a16:creationId xmlns:a16="http://schemas.microsoft.com/office/drawing/2014/main" id="{BEB1CBFA-9C03-8AD2-6257-8FD4875D1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2" t="10560" r="12583" b="16063"/>
          <a:stretch>
            <a:fillRect/>
          </a:stretch>
        </p:blipFill>
        <p:spPr bwMode="auto">
          <a:xfrm>
            <a:off x="5503178" y="569794"/>
            <a:ext cx="3011648" cy="4573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Enigma Machine - Cyber Guardian Hub">
            <a:extLst>
              <a:ext uri="{FF2B5EF4-FFF2-40B4-BE49-F238E27FC236}">
                <a16:creationId xmlns:a16="http://schemas.microsoft.com/office/drawing/2014/main" id="{04668D54-913E-C6A1-E9F4-0768751DB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511" y="1862356"/>
            <a:ext cx="4552801" cy="307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75FE436-7CFA-8B67-2C6C-F1B01718E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77" y="377615"/>
            <a:ext cx="4131504" cy="26168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5" name="Google Shape;6455;p40"/>
          <p:cNvSpPr txBox="1">
            <a:spLocks noGrp="1"/>
          </p:cNvSpPr>
          <p:nvPr>
            <p:ph type="title" idx="8"/>
          </p:nvPr>
        </p:nvSpPr>
        <p:spPr>
          <a:xfrm>
            <a:off x="713225" y="540275"/>
            <a:ext cx="772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DECIPHERING</a:t>
            </a:r>
            <a:endParaRPr dirty="0"/>
          </a:p>
        </p:txBody>
      </p:sp>
      <p:sp>
        <p:nvSpPr>
          <p:cNvPr id="6456" name="Google Shape;6456;p40"/>
          <p:cNvSpPr txBox="1">
            <a:spLocks noGrp="1"/>
          </p:cNvSpPr>
          <p:nvPr>
            <p:ph type="title"/>
          </p:nvPr>
        </p:nvSpPr>
        <p:spPr>
          <a:xfrm>
            <a:off x="6700944" y="4056503"/>
            <a:ext cx="17913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</a:t>
            </a:r>
            <a:r>
              <a:rPr lang="en" dirty="0"/>
              <a:t>arian </a:t>
            </a:r>
            <a:r>
              <a:rPr lang="en" dirty="0">
                <a:solidFill>
                  <a:srgbClr val="786446"/>
                </a:solidFill>
              </a:rPr>
              <a:t>rejewski</a:t>
            </a:r>
            <a:endParaRPr dirty="0">
              <a:solidFill>
                <a:srgbClr val="786446"/>
              </a:solidFill>
            </a:endParaRPr>
          </a:p>
        </p:txBody>
      </p:sp>
      <p:sp>
        <p:nvSpPr>
          <p:cNvPr id="6460" name="Google Shape;6460;p40"/>
          <p:cNvSpPr txBox="1">
            <a:spLocks noGrp="1"/>
          </p:cNvSpPr>
          <p:nvPr>
            <p:ph type="title" idx="4"/>
          </p:nvPr>
        </p:nvSpPr>
        <p:spPr>
          <a:xfrm>
            <a:off x="456717" y="4059250"/>
            <a:ext cx="2179518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dirty="0">
                <a:solidFill>
                  <a:srgbClr val="786446"/>
                </a:solidFill>
              </a:rPr>
              <a:t>Hans-</a:t>
            </a:r>
            <a:r>
              <a:rPr lang="fr-FR" dirty="0" err="1">
                <a:solidFill>
                  <a:srgbClr val="786446"/>
                </a:solidFill>
              </a:rPr>
              <a:t>Thilo</a:t>
            </a:r>
            <a:r>
              <a:rPr lang="fr-FR" dirty="0">
                <a:solidFill>
                  <a:srgbClr val="786446"/>
                </a:solidFill>
              </a:rPr>
              <a:t> Schmidt</a:t>
            </a:r>
            <a:endParaRPr dirty="0">
              <a:solidFill>
                <a:srgbClr val="786446"/>
              </a:solidFill>
            </a:endParaRPr>
          </a:p>
        </p:txBody>
      </p:sp>
      <p:sp>
        <p:nvSpPr>
          <p:cNvPr id="6462" name="Google Shape;6462;p40"/>
          <p:cNvSpPr txBox="1">
            <a:spLocks noGrp="1"/>
          </p:cNvSpPr>
          <p:nvPr>
            <p:ph type="title" idx="6"/>
          </p:nvPr>
        </p:nvSpPr>
        <p:spPr>
          <a:xfrm>
            <a:off x="3676350" y="4059250"/>
            <a:ext cx="17913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Rudolph Lemoine</a:t>
            </a:r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41085EA-D8C0-6E22-13E2-5E4D6C310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024" y="1263547"/>
            <a:ext cx="190500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F693C76-87CE-1DA9-AFA8-6F737A6388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9" r="6958"/>
          <a:stretch>
            <a:fillRect/>
          </a:stretch>
        </p:blipFill>
        <p:spPr bwMode="auto">
          <a:xfrm>
            <a:off x="593976" y="1263547"/>
            <a:ext cx="1905000" cy="26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B61DC61F-8B72-F9B7-514E-523D2BC71D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66"/>
          <a:stretch>
            <a:fillRect/>
          </a:stretch>
        </p:blipFill>
        <p:spPr bwMode="auto">
          <a:xfrm>
            <a:off x="3619800" y="1263622"/>
            <a:ext cx="1904400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4" name="Google Shape;6674;p42"/>
          <p:cNvSpPr txBox="1">
            <a:spLocks noGrp="1"/>
          </p:cNvSpPr>
          <p:nvPr>
            <p:ph type="title"/>
          </p:nvPr>
        </p:nvSpPr>
        <p:spPr>
          <a:xfrm>
            <a:off x="1964550" y="540275"/>
            <a:ext cx="521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dirty="0"/>
              <a:t>German Nazis’ Enigma</a:t>
            </a:r>
            <a:br>
              <a:rPr lang="fr-FR" dirty="0"/>
            </a:br>
            <a:endParaRPr dirty="0"/>
          </a:p>
        </p:txBody>
      </p:sp>
      <p:pic>
        <p:nvPicPr>
          <p:cNvPr id="3074" name="Picture 2" descr="ENIGMA I | A FULLY OPERATIONAL THREE-ROTOR ENIGMA I CIPHER MACHINE. BERLIN:  HEIMSOETH UND RINKE, 1943 | History of Science and Technology, Including  Fossils, Minerals and Meteorites | Books &amp; Manuscripts | Sotheby's">
            <a:extLst>
              <a:ext uri="{FF2B5EF4-FFF2-40B4-BE49-F238E27FC236}">
                <a16:creationId xmlns:a16="http://schemas.microsoft.com/office/drawing/2014/main" id="{7682DC26-1C51-6525-8CEE-0E2BE20DB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54" y="1112975"/>
            <a:ext cx="3561345" cy="394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May 9th: British forces capture Nazi Germany Enigma Machine | St. Tammany  Parish Library">
            <a:extLst>
              <a:ext uri="{FF2B5EF4-FFF2-40B4-BE49-F238E27FC236}">
                <a16:creationId xmlns:a16="http://schemas.microsoft.com/office/drawing/2014/main" id="{1694B84A-2C1A-B3B4-67F2-C72A3F4479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2" t="10560" r="12583" b="16063"/>
          <a:stretch>
            <a:fillRect/>
          </a:stretch>
        </p:blipFill>
        <p:spPr bwMode="auto">
          <a:xfrm>
            <a:off x="4739782" y="1130223"/>
            <a:ext cx="2608977" cy="39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0">
          <a:extLst>
            <a:ext uri="{FF2B5EF4-FFF2-40B4-BE49-F238E27FC236}">
              <a16:creationId xmlns:a16="http://schemas.microsoft.com/office/drawing/2014/main" id="{0C3DAEA1-3CF2-34E9-CB68-5BABEB31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42B3FFB-8ACE-81BA-2AD3-C7CC27B1F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18" y="347662"/>
            <a:ext cx="3143250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63242F83-091D-EF33-8BFC-310E0D013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891" y="592116"/>
            <a:ext cx="3473042" cy="3959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450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8" name="Google Shape;6988;p44"/>
          <p:cNvSpPr txBox="1">
            <a:spLocks noGrp="1"/>
          </p:cNvSpPr>
          <p:nvPr>
            <p:ph type="title" idx="6"/>
          </p:nvPr>
        </p:nvSpPr>
        <p:spPr>
          <a:xfrm>
            <a:off x="1465694" y="646067"/>
            <a:ext cx="621477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BREAKING THE CODE</a:t>
            </a:r>
            <a:endParaRPr dirty="0"/>
          </a:p>
        </p:txBody>
      </p:sp>
      <p:sp>
        <p:nvSpPr>
          <p:cNvPr id="6991" name="Google Shape;6991;p44"/>
          <p:cNvSpPr txBox="1">
            <a:spLocks noGrp="1"/>
          </p:cNvSpPr>
          <p:nvPr>
            <p:ph type="title" idx="2"/>
          </p:nvPr>
        </p:nvSpPr>
        <p:spPr>
          <a:xfrm>
            <a:off x="1550266" y="3447228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ALAN TURING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0ADA22-E7A2-19B9-C459-CF518B3E6FA0}"/>
              </a:ext>
            </a:extLst>
          </p:cNvPr>
          <p:cNvSpPr/>
          <p:nvPr/>
        </p:nvSpPr>
        <p:spPr>
          <a:xfrm>
            <a:off x="-305815" y="3070371"/>
            <a:ext cx="1253771" cy="13516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93" name="Google Shape;6993;p44"/>
          <p:cNvSpPr txBox="1">
            <a:spLocks noGrp="1"/>
          </p:cNvSpPr>
          <p:nvPr>
            <p:ph type="title" idx="4"/>
          </p:nvPr>
        </p:nvSpPr>
        <p:spPr>
          <a:xfrm>
            <a:off x="4940101" y="4224960"/>
            <a:ext cx="4110605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Bombe at Bletchley Park</a:t>
            </a:r>
            <a:endParaRPr dirty="0"/>
          </a:p>
        </p:txBody>
      </p:sp>
      <p:sp>
        <p:nvSpPr>
          <p:cNvPr id="6989" name="Google Shape;6989;p44"/>
          <p:cNvSpPr txBox="1">
            <a:spLocks noGrp="1"/>
          </p:cNvSpPr>
          <p:nvPr>
            <p:ph type="title"/>
          </p:nvPr>
        </p:nvSpPr>
        <p:spPr>
          <a:xfrm>
            <a:off x="-162380" y="3447228"/>
            <a:ext cx="21753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DILLY KNOX</a:t>
            </a:r>
            <a:endParaRPr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ABCA3C1-BFAD-26EC-93AE-A40BC406C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840" y="1572744"/>
            <a:ext cx="2919903" cy="259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E9C591E8-213D-AF37-0C01-9E1825498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14" y="1362736"/>
            <a:ext cx="1253771" cy="187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Alan Turing — Wikipédia">
            <a:extLst>
              <a:ext uri="{FF2B5EF4-FFF2-40B4-BE49-F238E27FC236}">
                <a16:creationId xmlns:a16="http://schemas.microsoft.com/office/drawing/2014/main" id="{F1E319E7-99FF-545C-F390-296C67A8B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3" t="5011" r="22159" b="10349"/>
          <a:stretch>
            <a:fillRect/>
          </a:stretch>
        </p:blipFill>
        <p:spPr bwMode="auto">
          <a:xfrm>
            <a:off x="1974765" y="1362736"/>
            <a:ext cx="1253771" cy="187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Amazon.fr - Harold 'Doc' Keen and the Bletchley Park Bombe - Keen, John -  Livres">
            <a:extLst>
              <a:ext uri="{FF2B5EF4-FFF2-40B4-BE49-F238E27FC236}">
                <a16:creationId xmlns:a16="http://schemas.microsoft.com/office/drawing/2014/main" id="{A5B368C9-E080-1AE1-1BA0-AD969C51FA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0" t="19012" r="53822" b="57268"/>
          <a:stretch>
            <a:fillRect/>
          </a:stretch>
        </p:blipFill>
        <p:spPr bwMode="auto">
          <a:xfrm>
            <a:off x="3683802" y="1361362"/>
            <a:ext cx="1253771" cy="18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6991;p44">
            <a:extLst>
              <a:ext uri="{FF2B5EF4-FFF2-40B4-BE49-F238E27FC236}">
                <a16:creationId xmlns:a16="http://schemas.microsoft.com/office/drawing/2014/main" id="{BE044C49-41ED-01C8-48F5-53A0D9480026}"/>
              </a:ext>
            </a:extLst>
          </p:cNvPr>
          <p:cNvSpPr txBox="1">
            <a:spLocks/>
          </p:cNvSpPr>
          <p:nvPr/>
        </p:nvSpPr>
        <p:spPr>
          <a:xfrm>
            <a:off x="3217540" y="3644328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IM Fell English SC"/>
              <a:buNone/>
              <a:defRPr sz="2600" b="0" i="0" u="none" strike="noStrike" cap="none">
                <a:solidFill>
                  <a:schemeClr val="dk1"/>
                </a:solidFill>
                <a:latin typeface="IM Fell English SC"/>
                <a:ea typeface="IM Fell English SC"/>
                <a:cs typeface="IM Fell English SC"/>
                <a:sym typeface="IM Fell English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/>
              <a:t>HAROLD ‘DOC’</a:t>
            </a:r>
          </a:p>
          <a:p>
            <a:r>
              <a:rPr lang="fr-FR" dirty="0"/>
              <a:t>KEEN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9" name="Google Shape;9699;p59"/>
          <p:cNvSpPr txBox="1">
            <a:spLocks noGrp="1"/>
          </p:cNvSpPr>
          <p:nvPr>
            <p:ph type="ctrTitle"/>
          </p:nvPr>
        </p:nvSpPr>
        <p:spPr>
          <a:xfrm>
            <a:off x="2735672" y="2571750"/>
            <a:ext cx="3714600" cy="8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br>
              <a:rPr lang="en" dirty="0"/>
            </a:br>
            <a:r>
              <a:rPr lang="en" dirty="0"/>
              <a:t>for listening</a:t>
            </a:r>
            <a:endParaRPr dirty="0"/>
          </a:p>
        </p:txBody>
      </p:sp>
      <p:grpSp>
        <p:nvGrpSpPr>
          <p:cNvPr id="9701" name="Google Shape;9701;p59"/>
          <p:cNvGrpSpPr/>
          <p:nvPr/>
        </p:nvGrpSpPr>
        <p:grpSpPr>
          <a:xfrm>
            <a:off x="1918055" y="298750"/>
            <a:ext cx="5307890" cy="4546001"/>
            <a:chOff x="1918055" y="298750"/>
            <a:chExt cx="5307890" cy="4546001"/>
          </a:xfrm>
        </p:grpSpPr>
        <p:grpSp>
          <p:nvGrpSpPr>
            <p:cNvPr id="9702" name="Google Shape;9702;p59"/>
            <p:cNvGrpSpPr/>
            <p:nvPr/>
          </p:nvGrpSpPr>
          <p:grpSpPr>
            <a:xfrm>
              <a:off x="1918055" y="510392"/>
              <a:ext cx="198576" cy="4114917"/>
              <a:chOff x="9353514" y="751142"/>
              <a:chExt cx="198576" cy="4114917"/>
            </a:xfrm>
          </p:grpSpPr>
          <p:sp>
            <p:nvSpPr>
              <p:cNvPr id="9703" name="Google Shape;9703;p59"/>
              <p:cNvSpPr/>
              <p:nvPr/>
            </p:nvSpPr>
            <p:spPr>
              <a:xfrm>
                <a:off x="9416212" y="4771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4" name="Google Shape;9704;p59"/>
              <p:cNvSpPr/>
              <p:nvPr/>
            </p:nvSpPr>
            <p:spPr>
              <a:xfrm>
                <a:off x="9416212" y="4709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5" name="Google Shape;9705;p59"/>
              <p:cNvSpPr/>
              <p:nvPr/>
            </p:nvSpPr>
            <p:spPr>
              <a:xfrm>
                <a:off x="9416212" y="46360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6" name="Google Shape;9706;p59"/>
              <p:cNvSpPr/>
              <p:nvPr/>
            </p:nvSpPr>
            <p:spPr>
              <a:xfrm>
                <a:off x="9416212" y="45733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7" name="Google Shape;9707;p59"/>
              <p:cNvSpPr/>
              <p:nvPr/>
            </p:nvSpPr>
            <p:spPr>
              <a:xfrm>
                <a:off x="9416212" y="450015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8" name="Google Shape;9708;p59"/>
              <p:cNvSpPr/>
              <p:nvPr/>
            </p:nvSpPr>
            <p:spPr>
              <a:xfrm>
                <a:off x="9416212" y="44374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9" name="Google Shape;9709;p59"/>
              <p:cNvSpPr/>
              <p:nvPr/>
            </p:nvSpPr>
            <p:spPr>
              <a:xfrm>
                <a:off x="9416212" y="4364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0" name="Google Shape;9710;p59"/>
              <p:cNvSpPr/>
              <p:nvPr/>
            </p:nvSpPr>
            <p:spPr>
              <a:xfrm>
                <a:off x="9416212" y="4301581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1" name="Google Shape;9711;p59"/>
              <p:cNvSpPr/>
              <p:nvPr/>
            </p:nvSpPr>
            <p:spPr>
              <a:xfrm>
                <a:off x="9416212" y="422849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2" name="Google Shape;9712;p59"/>
              <p:cNvSpPr/>
              <p:nvPr/>
            </p:nvSpPr>
            <p:spPr>
              <a:xfrm>
                <a:off x="9416212" y="416580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3" name="Google Shape;9713;p59"/>
              <p:cNvSpPr/>
              <p:nvPr/>
            </p:nvSpPr>
            <p:spPr>
              <a:xfrm>
                <a:off x="9416212" y="409262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4" name="Google Shape;9714;p59"/>
              <p:cNvSpPr/>
              <p:nvPr/>
            </p:nvSpPr>
            <p:spPr>
              <a:xfrm>
                <a:off x="9416212" y="402992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5" name="Google Shape;9715;p59"/>
              <p:cNvSpPr/>
              <p:nvPr/>
            </p:nvSpPr>
            <p:spPr>
              <a:xfrm>
                <a:off x="9416212" y="395674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0" y="1"/>
                    </a:moveTo>
                    <a:lnTo>
                      <a:pt x="740" y="635"/>
                    </a:lnTo>
                    <a:lnTo>
                      <a:pt x="740" y="529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6" name="Google Shape;9716;p59"/>
              <p:cNvSpPr/>
              <p:nvPr/>
            </p:nvSpPr>
            <p:spPr>
              <a:xfrm>
                <a:off x="9416212" y="389404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7" name="Google Shape;9717;p59"/>
              <p:cNvSpPr/>
              <p:nvPr/>
            </p:nvSpPr>
            <p:spPr>
              <a:xfrm>
                <a:off x="9416212" y="382096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8" name="Google Shape;9718;p59"/>
              <p:cNvSpPr/>
              <p:nvPr/>
            </p:nvSpPr>
            <p:spPr>
              <a:xfrm>
                <a:off x="9416212" y="375816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9" name="Google Shape;9719;p59"/>
              <p:cNvSpPr/>
              <p:nvPr/>
            </p:nvSpPr>
            <p:spPr>
              <a:xfrm>
                <a:off x="9416212" y="369546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0" y="1"/>
                    </a:moveTo>
                    <a:lnTo>
                      <a:pt x="740" y="635"/>
                    </a:lnTo>
                    <a:lnTo>
                      <a:pt x="740" y="529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0" name="Google Shape;9720;p59"/>
              <p:cNvSpPr/>
              <p:nvPr/>
            </p:nvSpPr>
            <p:spPr>
              <a:xfrm>
                <a:off x="9416212" y="362238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1" name="Google Shape;9721;p59"/>
              <p:cNvSpPr/>
              <p:nvPr/>
            </p:nvSpPr>
            <p:spPr>
              <a:xfrm>
                <a:off x="9416212" y="354920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2" name="Google Shape;9722;p59"/>
              <p:cNvSpPr/>
              <p:nvPr/>
            </p:nvSpPr>
            <p:spPr>
              <a:xfrm>
                <a:off x="9416212" y="3486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3" name="Google Shape;9723;p59"/>
              <p:cNvSpPr/>
              <p:nvPr/>
            </p:nvSpPr>
            <p:spPr>
              <a:xfrm>
                <a:off x="9416212" y="34133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4" name="Google Shape;9724;p59"/>
              <p:cNvSpPr/>
              <p:nvPr/>
            </p:nvSpPr>
            <p:spPr>
              <a:xfrm>
                <a:off x="9416212" y="335063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5" name="Google Shape;9725;p59"/>
              <p:cNvSpPr/>
              <p:nvPr/>
            </p:nvSpPr>
            <p:spPr>
              <a:xfrm>
                <a:off x="9416212" y="327754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6" name="Google Shape;9726;p59"/>
              <p:cNvSpPr/>
              <p:nvPr/>
            </p:nvSpPr>
            <p:spPr>
              <a:xfrm>
                <a:off x="9416212" y="321475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7" name="Google Shape;9727;p59"/>
              <p:cNvSpPr/>
              <p:nvPr/>
            </p:nvSpPr>
            <p:spPr>
              <a:xfrm>
                <a:off x="9416212" y="3141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8" name="Google Shape;9728;p59"/>
              <p:cNvSpPr/>
              <p:nvPr/>
            </p:nvSpPr>
            <p:spPr>
              <a:xfrm>
                <a:off x="9416212" y="3078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9" name="Google Shape;9729;p59"/>
              <p:cNvSpPr/>
              <p:nvPr/>
            </p:nvSpPr>
            <p:spPr>
              <a:xfrm>
                <a:off x="9416212" y="300579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0" name="Google Shape;9730;p59"/>
              <p:cNvSpPr/>
              <p:nvPr/>
            </p:nvSpPr>
            <p:spPr>
              <a:xfrm>
                <a:off x="9416212" y="2943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1" name="Google Shape;9731;p59"/>
              <p:cNvSpPr/>
              <p:nvPr/>
            </p:nvSpPr>
            <p:spPr>
              <a:xfrm>
                <a:off x="9416212" y="2869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2" name="Google Shape;9732;p59"/>
              <p:cNvSpPr/>
              <p:nvPr/>
            </p:nvSpPr>
            <p:spPr>
              <a:xfrm>
                <a:off x="9416212" y="2807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3" name="Google Shape;9733;p59"/>
              <p:cNvSpPr/>
              <p:nvPr/>
            </p:nvSpPr>
            <p:spPr>
              <a:xfrm>
                <a:off x="9416212" y="2734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4" name="Google Shape;9734;p59"/>
              <p:cNvSpPr/>
              <p:nvPr/>
            </p:nvSpPr>
            <p:spPr>
              <a:xfrm>
                <a:off x="9416212" y="267133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5" name="Google Shape;9735;p59"/>
              <p:cNvSpPr/>
              <p:nvPr/>
            </p:nvSpPr>
            <p:spPr>
              <a:xfrm>
                <a:off x="9416212" y="259825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6" name="Google Shape;9736;p59"/>
              <p:cNvSpPr/>
              <p:nvPr/>
            </p:nvSpPr>
            <p:spPr>
              <a:xfrm>
                <a:off x="9416212" y="25355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7" name="Google Shape;9737;p59"/>
              <p:cNvSpPr/>
              <p:nvPr/>
            </p:nvSpPr>
            <p:spPr>
              <a:xfrm>
                <a:off x="9416212" y="2462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8" name="Google Shape;9738;p59"/>
              <p:cNvSpPr/>
              <p:nvPr/>
            </p:nvSpPr>
            <p:spPr>
              <a:xfrm>
                <a:off x="9416212" y="239968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9" name="Google Shape;9739;p59"/>
              <p:cNvSpPr/>
              <p:nvPr/>
            </p:nvSpPr>
            <p:spPr>
              <a:xfrm>
                <a:off x="9416212" y="232650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0" name="Google Shape;9740;p59"/>
              <p:cNvSpPr/>
              <p:nvPr/>
            </p:nvSpPr>
            <p:spPr>
              <a:xfrm>
                <a:off x="9416212" y="226380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1" name="Google Shape;9741;p59"/>
              <p:cNvSpPr/>
              <p:nvPr/>
            </p:nvSpPr>
            <p:spPr>
              <a:xfrm>
                <a:off x="9416212" y="219062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2" name="Google Shape;9742;p59"/>
              <p:cNvSpPr/>
              <p:nvPr/>
            </p:nvSpPr>
            <p:spPr>
              <a:xfrm>
                <a:off x="9416212" y="212792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740" y="635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3" name="Google Shape;9743;p59"/>
              <p:cNvSpPr/>
              <p:nvPr/>
            </p:nvSpPr>
            <p:spPr>
              <a:xfrm>
                <a:off x="9416212" y="206522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4" name="Google Shape;9744;p59"/>
              <p:cNvSpPr/>
              <p:nvPr/>
            </p:nvSpPr>
            <p:spPr>
              <a:xfrm>
                <a:off x="9416212" y="199214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5" name="Google Shape;9745;p59"/>
              <p:cNvSpPr/>
              <p:nvPr/>
            </p:nvSpPr>
            <p:spPr>
              <a:xfrm>
                <a:off x="9416212" y="191896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6" name="Google Shape;9746;p59"/>
              <p:cNvSpPr/>
              <p:nvPr/>
            </p:nvSpPr>
            <p:spPr>
              <a:xfrm>
                <a:off x="9416212" y="185626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7" name="Google Shape;9747;p59"/>
              <p:cNvSpPr/>
              <p:nvPr/>
            </p:nvSpPr>
            <p:spPr>
              <a:xfrm>
                <a:off x="9416212" y="178308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8" name="Google Shape;9748;p59"/>
              <p:cNvSpPr/>
              <p:nvPr/>
            </p:nvSpPr>
            <p:spPr>
              <a:xfrm>
                <a:off x="9416212" y="172038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9" name="Google Shape;9749;p59"/>
              <p:cNvSpPr/>
              <p:nvPr/>
            </p:nvSpPr>
            <p:spPr>
              <a:xfrm>
                <a:off x="9416212" y="164720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0" name="Google Shape;9750;p59"/>
              <p:cNvSpPr/>
              <p:nvPr/>
            </p:nvSpPr>
            <p:spPr>
              <a:xfrm>
                <a:off x="9416212" y="1584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1" name="Google Shape;9751;p59"/>
              <p:cNvSpPr/>
              <p:nvPr/>
            </p:nvSpPr>
            <p:spPr>
              <a:xfrm>
                <a:off x="9416212" y="15114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2" name="Google Shape;9752;p59"/>
              <p:cNvSpPr/>
              <p:nvPr/>
            </p:nvSpPr>
            <p:spPr>
              <a:xfrm>
                <a:off x="9416212" y="144873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3" name="Google Shape;9753;p59"/>
              <p:cNvSpPr/>
              <p:nvPr/>
            </p:nvSpPr>
            <p:spPr>
              <a:xfrm>
                <a:off x="9416212" y="137555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4" name="Google Shape;9754;p59"/>
              <p:cNvSpPr/>
              <p:nvPr/>
            </p:nvSpPr>
            <p:spPr>
              <a:xfrm>
                <a:off x="9416212" y="131285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5" name="Google Shape;9755;p59"/>
              <p:cNvSpPr/>
              <p:nvPr/>
            </p:nvSpPr>
            <p:spPr>
              <a:xfrm>
                <a:off x="9416212" y="1239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6" name="Google Shape;9756;p59"/>
              <p:cNvSpPr/>
              <p:nvPr/>
            </p:nvSpPr>
            <p:spPr>
              <a:xfrm>
                <a:off x="9416212" y="1176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7" name="Google Shape;9757;p59"/>
              <p:cNvSpPr/>
              <p:nvPr/>
            </p:nvSpPr>
            <p:spPr>
              <a:xfrm>
                <a:off x="9416212" y="1103793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8" name="Google Shape;9758;p59"/>
              <p:cNvSpPr/>
              <p:nvPr/>
            </p:nvSpPr>
            <p:spPr>
              <a:xfrm>
                <a:off x="9416212" y="1041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9" name="Google Shape;9759;p59"/>
              <p:cNvSpPr/>
              <p:nvPr/>
            </p:nvSpPr>
            <p:spPr>
              <a:xfrm>
                <a:off x="9416212" y="9680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0" name="Google Shape;9760;p59"/>
              <p:cNvSpPr/>
              <p:nvPr/>
            </p:nvSpPr>
            <p:spPr>
              <a:xfrm>
                <a:off x="9416212" y="9053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1" name="Google Shape;9761;p59"/>
              <p:cNvSpPr/>
              <p:nvPr/>
            </p:nvSpPr>
            <p:spPr>
              <a:xfrm>
                <a:off x="9416212" y="832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5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2" name="Google Shape;9762;p59"/>
              <p:cNvSpPr/>
              <p:nvPr/>
            </p:nvSpPr>
            <p:spPr>
              <a:xfrm>
                <a:off x="9416212" y="7694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40" y="634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3" name="Google Shape;9763;p59"/>
              <p:cNvSpPr/>
              <p:nvPr/>
            </p:nvSpPr>
            <p:spPr>
              <a:xfrm>
                <a:off x="9353514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0" y="27"/>
                      <a:pt x="0" y="80"/>
                    </a:cubicBezTo>
                    <a:lnTo>
                      <a:pt x="0" y="41504"/>
                    </a:lnTo>
                    <a:cubicBezTo>
                      <a:pt x="0" y="41504"/>
                      <a:pt x="0" y="41609"/>
                      <a:pt x="106" y="41609"/>
                    </a:cubicBezTo>
                    <a:cubicBezTo>
                      <a:pt x="211" y="41609"/>
                      <a:pt x="211" y="41609"/>
                      <a:pt x="211" y="41504"/>
                    </a:cubicBezTo>
                    <a:lnTo>
                      <a:pt x="211" y="80"/>
                    </a:lnTo>
                    <a:cubicBezTo>
                      <a:pt x="211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4" name="Google Shape;9764;p59"/>
              <p:cNvSpPr/>
              <p:nvPr/>
            </p:nvSpPr>
            <p:spPr>
              <a:xfrm>
                <a:off x="9531125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1" y="27"/>
                      <a:pt x="1" y="80"/>
                    </a:cubicBezTo>
                    <a:lnTo>
                      <a:pt x="1" y="41504"/>
                    </a:lnTo>
                    <a:cubicBezTo>
                      <a:pt x="1" y="41504"/>
                      <a:pt x="1" y="41609"/>
                      <a:pt x="106" y="41609"/>
                    </a:cubicBezTo>
                    <a:cubicBezTo>
                      <a:pt x="212" y="41609"/>
                      <a:pt x="212" y="41609"/>
                      <a:pt x="212" y="41504"/>
                    </a:cubicBezTo>
                    <a:lnTo>
                      <a:pt x="212" y="80"/>
                    </a:lnTo>
                    <a:cubicBezTo>
                      <a:pt x="212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65" name="Google Shape;9765;p59"/>
            <p:cNvGrpSpPr/>
            <p:nvPr/>
          </p:nvGrpSpPr>
          <p:grpSpPr>
            <a:xfrm>
              <a:off x="2116418" y="4646076"/>
              <a:ext cx="4911047" cy="198675"/>
              <a:chOff x="9562474" y="4886827"/>
              <a:chExt cx="4127971" cy="198675"/>
            </a:xfrm>
          </p:grpSpPr>
          <p:sp>
            <p:nvSpPr>
              <p:cNvPr id="9766" name="Google Shape;9766;p59"/>
              <p:cNvSpPr/>
              <p:nvPr/>
            </p:nvSpPr>
            <p:spPr>
              <a:xfrm>
                <a:off x="9583340" y="5025086"/>
                <a:ext cx="4086238" cy="10581"/>
              </a:xfrm>
              <a:custGeom>
                <a:avLst/>
                <a:gdLst/>
                <a:ahLst/>
                <a:cxnLst/>
                <a:rect l="l" t="t" r="r" b="b"/>
                <a:pathLst>
                  <a:path w="41320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41319" y="106"/>
                    </a:lnTo>
                    <a:lnTo>
                      <a:pt x="4131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7" name="Google Shape;9767;p59"/>
              <p:cNvSpPr/>
              <p:nvPr/>
            </p:nvSpPr>
            <p:spPr>
              <a:xfrm>
                <a:off x="960430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8" name="Google Shape;9768;p59"/>
              <p:cNvSpPr/>
              <p:nvPr/>
            </p:nvSpPr>
            <p:spPr>
              <a:xfrm>
                <a:off x="967738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9" name="Google Shape;9769;p59"/>
              <p:cNvSpPr/>
              <p:nvPr/>
            </p:nvSpPr>
            <p:spPr>
              <a:xfrm>
                <a:off x="9740085" y="4949525"/>
                <a:ext cx="62896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0" name="Google Shape;9770;p59"/>
              <p:cNvSpPr/>
              <p:nvPr/>
            </p:nvSpPr>
            <p:spPr>
              <a:xfrm>
                <a:off x="980288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1" name="Google Shape;9771;p59"/>
              <p:cNvSpPr/>
              <p:nvPr/>
            </p:nvSpPr>
            <p:spPr>
              <a:xfrm>
                <a:off x="987596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2" name="Google Shape;9772;p59"/>
              <p:cNvSpPr/>
              <p:nvPr/>
            </p:nvSpPr>
            <p:spPr>
              <a:xfrm>
                <a:off x="993866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3" name="Google Shape;9773;p59"/>
              <p:cNvSpPr/>
              <p:nvPr/>
            </p:nvSpPr>
            <p:spPr>
              <a:xfrm>
                <a:off x="1001184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4" name="Google Shape;9774;p59"/>
              <p:cNvSpPr/>
              <p:nvPr/>
            </p:nvSpPr>
            <p:spPr>
              <a:xfrm>
                <a:off x="1007453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5" name="Google Shape;9775;p59"/>
              <p:cNvSpPr/>
              <p:nvPr/>
            </p:nvSpPr>
            <p:spPr>
              <a:xfrm>
                <a:off x="1014772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6" name="Google Shape;9776;p59"/>
              <p:cNvSpPr/>
              <p:nvPr/>
            </p:nvSpPr>
            <p:spPr>
              <a:xfrm>
                <a:off x="1021041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7" name="Google Shape;9777;p59"/>
              <p:cNvSpPr/>
              <p:nvPr/>
            </p:nvSpPr>
            <p:spPr>
              <a:xfrm>
                <a:off x="10283499" y="4949525"/>
                <a:ext cx="62896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8" name="Google Shape;9778;p59"/>
              <p:cNvSpPr/>
              <p:nvPr/>
            </p:nvSpPr>
            <p:spPr>
              <a:xfrm>
                <a:off x="1034629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9" name="Google Shape;9779;p59"/>
              <p:cNvSpPr/>
              <p:nvPr/>
            </p:nvSpPr>
            <p:spPr>
              <a:xfrm>
                <a:off x="1041937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0" name="Google Shape;9780;p59"/>
              <p:cNvSpPr/>
              <p:nvPr/>
            </p:nvSpPr>
            <p:spPr>
              <a:xfrm>
                <a:off x="1048207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1" name="Google Shape;9781;p59"/>
              <p:cNvSpPr/>
              <p:nvPr/>
            </p:nvSpPr>
            <p:spPr>
              <a:xfrm>
                <a:off x="1055525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2" name="Google Shape;9782;p59"/>
              <p:cNvSpPr/>
              <p:nvPr/>
            </p:nvSpPr>
            <p:spPr>
              <a:xfrm>
                <a:off x="1061795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3" name="Google Shape;9783;p59"/>
              <p:cNvSpPr/>
              <p:nvPr/>
            </p:nvSpPr>
            <p:spPr>
              <a:xfrm>
                <a:off x="1069113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4" name="Google Shape;9784;p59"/>
              <p:cNvSpPr/>
              <p:nvPr/>
            </p:nvSpPr>
            <p:spPr>
              <a:xfrm>
                <a:off x="1075383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5" name="Google Shape;9785;p59"/>
              <p:cNvSpPr/>
              <p:nvPr/>
            </p:nvSpPr>
            <p:spPr>
              <a:xfrm>
                <a:off x="10826913" y="4949525"/>
                <a:ext cx="62896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6" name="Google Shape;9786;p59"/>
              <p:cNvSpPr/>
              <p:nvPr/>
            </p:nvSpPr>
            <p:spPr>
              <a:xfrm>
                <a:off x="1088971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7" name="Google Shape;9787;p59"/>
              <p:cNvSpPr/>
              <p:nvPr/>
            </p:nvSpPr>
            <p:spPr>
              <a:xfrm>
                <a:off x="1096279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8" name="Google Shape;9788;p59"/>
              <p:cNvSpPr/>
              <p:nvPr/>
            </p:nvSpPr>
            <p:spPr>
              <a:xfrm>
                <a:off x="1102548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9" name="Google Shape;9789;p59"/>
              <p:cNvSpPr/>
              <p:nvPr/>
            </p:nvSpPr>
            <p:spPr>
              <a:xfrm>
                <a:off x="1109867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0" name="Google Shape;9790;p59"/>
              <p:cNvSpPr/>
              <p:nvPr/>
            </p:nvSpPr>
            <p:spPr>
              <a:xfrm>
                <a:off x="11161368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1" name="Google Shape;9791;p59"/>
              <p:cNvSpPr/>
              <p:nvPr/>
            </p:nvSpPr>
            <p:spPr>
              <a:xfrm>
                <a:off x="11234548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2" name="Google Shape;9792;p59"/>
              <p:cNvSpPr/>
              <p:nvPr/>
            </p:nvSpPr>
            <p:spPr>
              <a:xfrm>
                <a:off x="1129724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3" name="Google Shape;9793;p59"/>
              <p:cNvSpPr/>
              <p:nvPr/>
            </p:nvSpPr>
            <p:spPr>
              <a:xfrm>
                <a:off x="11370327" y="4949525"/>
                <a:ext cx="62896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6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4" name="Google Shape;9794;p59"/>
              <p:cNvSpPr/>
              <p:nvPr/>
            </p:nvSpPr>
            <p:spPr>
              <a:xfrm>
                <a:off x="1143312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5" name="Google Shape;9795;p59"/>
              <p:cNvSpPr/>
              <p:nvPr/>
            </p:nvSpPr>
            <p:spPr>
              <a:xfrm>
                <a:off x="1150620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6" name="Google Shape;9796;p59"/>
              <p:cNvSpPr/>
              <p:nvPr/>
            </p:nvSpPr>
            <p:spPr>
              <a:xfrm>
                <a:off x="1156890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7" name="Google Shape;9797;p59"/>
              <p:cNvSpPr/>
              <p:nvPr/>
            </p:nvSpPr>
            <p:spPr>
              <a:xfrm>
                <a:off x="1164208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8" name="Google Shape;9798;p59"/>
              <p:cNvSpPr/>
              <p:nvPr/>
            </p:nvSpPr>
            <p:spPr>
              <a:xfrm>
                <a:off x="1170478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9" name="Google Shape;9799;p59"/>
              <p:cNvSpPr/>
              <p:nvPr/>
            </p:nvSpPr>
            <p:spPr>
              <a:xfrm>
                <a:off x="1177796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0" name="Google Shape;9800;p59"/>
              <p:cNvSpPr/>
              <p:nvPr/>
            </p:nvSpPr>
            <p:spPr>
              <a:xfrm>
                <a:off x="1184066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1" name="Google Shape;9801;p59"/>
              <p:cNvSpPr/>
              <p:nvPr/>
            </p:nvSpPr>
            <p:spPr>
              <a:xfrm>
                <a:off x="1191374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2" name="Google Shape;9802;p59"/>
              <p:cNvSpPr/>
              <p:nvPr/>
            </p:nvSpPr>
            <p:spPr>
              <a:xfrm>
                <a:off x="1197653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3" name="Google Shape;9803;p59"/>
              <p:cNvSpPr/>
              <p:nvPr/>
            </p:nvSpPr>
            <p:spPr>
              <a:xfrm>
                <a:off x="1204962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4" name="Google Shape;9804;p59"/>
              <p:cNvSpPr/>
              <p:nvPr/>
            </p:nvSpPr>
            <p:spPr>
              <a:xfrm>
                <a:off x="12112318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5" name="Google Shape;9805;p59"/>
              <p:cNvSpPr/>
              <p:nvPr/>
            </p:nvSpPr>
            <p:spPr>
              <a:xfrm>
                <a:off x="12185498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6" name="Google Shape;9806;p59"/>
              <p:cNvSpPr/>
              <p:nvPr/>
            </p:nvSpPr>
            <p:spPr>
              <a:xfrm>
                <a:off x="1224819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7" name="Google Shape;9807;p59"/>
              <p:cNvSpPr/>
              <p:nvPr/>
            </p:nvSpPr>
            <p:spPr>
              <a:xfrm>
                <a:off x="1232137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8" name="Google Shape;9808;p59"/>
              <p:cNvSpPr/>
              <p:nvPr/>
            </p:nvSpPr>
            <p:spPr>
              <a:xfrm>
                <a:off x="1238407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9" name="Google Shape;9809;p59"/>
              <p:cNvSpPr/>
              <p:nvPr/>
            </p:nvSpPr>
            <p:spPr>
              <a:xfrm>
                <a:off x="12457156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0" name="Google Shape;9810;p59"/>
              <p:cNvSpPr/>
              <p:nvPr/>
            </p:nvSpPr>
            <p:spPr>
              <a:xfrm>
                <a:off x="1251995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1" name="Google Shape;9811;p59"/>
              <p:cNvSpPr/>
              <p:nvPr/>
            </p:nvSpPr>
            <p:spPr>
              <a:xfrm>
                <a:off x="12593034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2" name="Google Shape;9812;p59"/>
              <p:cNvSpPr/>
              <p:nvPr/>
            </p:nvSpPr>
            <p:spPr>
              <a:xfrm>
                <a:off x="12655732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3" name="Google Shape;9813;p59"/>
              <p:cNvSpPr/>
              <p:nvPr/>
            </p:nvSpPr>
            <p:spPr>
              <a:xfrm>
                <a:off x="1272891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4" name="Google Shape;9814;p59"/>
              <p:cNvSpPr/>
              <p:nvPr/>
            </p:nvSpPr>
            <p:spPr>
              <a:xfrm>
                <a:off x="1279161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5" name="Google Shape;9815;p59"/>
              <p:cNvSpPr/>
              <p:nvPr/>
            </p:nvSpPr>
            <p:spPr>
              <a:xfrm>
                <a:off x="1286479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6" name="Google Shape;9816;p59"/>
              <p:cNvSpPr/>
              <p:nvPr/>
            </p:nvSpPr>
            <p:spPr>
              <a:xfrm>
                <a:off x="1292748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7" name="Google Shape;9817;p59"/>
              <p:cNvSpPr/>
              <p:nvPr/>
            </p:nvSpPr>
            <p:spPr>
              <a:xfrm>
                <a:off x="13000570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8" name="Google Shape;9818;p59"/>
              <p:cNvSpPr/>
              <p:nvPr/>
            </p:nvSpPr>
            <p:spPr>
              <a:xfrm>
                <a:off x="13073751" y="4949525"/>
                <a:ext cx="52413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530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529" y="1"/>
                    </a:lnTo>
                    <a:lnTo>
                      <a:pt x="52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9" name="Google Shape;9819;p59"/>
              <p:cNvSpPr/>
              <p:nvPr/>
            </p:nvSpPr>
            <p:spPr>
              <a:xfrm>
                <a:off x="13136449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0" name="Google Shape;9820;p59"/>
              <p:cNvSpPr/>
              <p:nvPr/>
            </p:nvSpPr>
            <p:spPr>
              <a:xfrm>
                <a:off x="1319914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1" name="Google Shape;9821;p59"/>
              <p:cNvSpPr/>
              <p:nvPr/>
            </p:nvSpPr>
            <p:spPr>
              <a:xfrm>
                <a:off x="13272327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2" name="Google Shape;9822;p59"/>
              <p:cNvSpPr/>
              <p:nvPr/>
            </p:nvSpPr>
            <p:spPr>
              <a:xfrm>
                <a:off x="1333502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3" name="Google Shape;9823;p59"/>
              <p:cNvSpPr/>
              <p:nvPr/>
            </p:nvSpPr>
            <p:spPr>
              <a:xfrm>
                <a:off x="1340820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4" name="Google Shape;9824;p59"/>
              <p:cNvSpPr/>
              <p:nvPr/>
            </p:nvSpPr>
            <p:spPr>
              <a:xfrm>
                <a:off x="13470903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5" name="Google Shape;9825;p59"/>
              <p:cNvSpPr/>
              <p:nvPr/>
            </p:nvSpPr>
            <p:spPr>
              <a:xfrm>
                <a:off x="13543985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1" y="846"/>
                    </a:moveTo>
                    <a:lnTo>
                      <a:pt x="1" y="846"/>
                    </a:lnTo>
                    <a:lnTo>
                      <a:pt x="635" y="1"/>
                    </a:lnTo>
                    <a:lnTo>
                      <a:pt x="6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6" name="Google Shape;9826;p59"/>
              <p:cNvSpPr/>
              <p:nvPr/>
            </p:nvSpPr>
            <p:spPr>
              <a:xfrm>
                <a:off x="13606781" y="4949525"/>
                <a:ext cx="62797" cy="8376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847" extrusionOk="0">
                    <a:moveTo>
                      <a:pt x="0" y="846"/>
                    </a:moveTo>
                    <a:lnTo>
                      <a:pt x="0" y="846"/>
                    </a:lnTo>
                    <a:lnTo>
                      <a:pt x="634" y="1"/>
                    </a:lnTo>
                    <a:lnTo>
                      <a:pt x="6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7" name="Google Shape;9827;p59"/>
              <p:cNvSpPr/>
              <p:nvPr/>
            </p:nvSpPr>
            <p:spPr>
              <a:xfrm>
                <a:off x="9562474" y="4886827"/>
                <a:ext cx="4127971" cy="31448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318" extrusionOk="0">
                    <a:moveTo>
                      <a:pt x="212" y="1"/>
                    </a:moveTo>
                    <a:cubicBezTo>
                      <a:pt x="1" y="1"/>
                      <a:pt x="1" y="318"/>
                      <a:pt x="212" y="318"/>
                    </a:cubicBezTo>
                    <a:lnTo>
                      <a:pt x="41530" y="318"/>
                    </a:lnTo>
                    <a:cubicBezTo>
                      <a:pt x="41741" y="318"/>
                      <a:pt x="41741" y="1"/>
                      <a:pt x="415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8" name="Google Shape;9828;p59"/>
              <p:cNvSpPr/>
              <p:nvPr/>
            </p:nvSpPr>
            <p:spPr>
              <a:xfrm>
                <a:off x="9562474" y="5064537"/>
                <a:ext cx="4127971" cy="20965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212" extrusionOk="0">
                    <a:moveTo>
                      <a:pt x="212" y="0"/>
                    </a:moveTo>
                    <a:cubicBezTo>
                      <a:pt x="1" y="0"/>
                      <a:pt x="1" y="211"/>
                      <a:pt x="212" y="211"/>
                    </a:cubicBezTo>
                    <a:lnTo>
                      <a:pt x="41530" y="211"/>
                    </a:lnTo>
                    <a:cubicBezTo>
                      <a:pt x="41741" y="211"/>
                      <a:pt x="41741" y="0"/>
                      <a:pt x="415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29" name="Google Shape;9829;p59"/>
            <p:cNvSpPr/>
            <p:nvPr/>
          </p:nvSpPr>
          <p:spPr>
            <a:xfrm>
              <a:off x="7075594" y="4708775"/>
              <a:ext cx="99090" cy="104628"/>
            </a:xfrm>
            <a:custGeom>
              <a:avLst/>
              <a:gdLst/>
              <a:ahLst/>
              <a:cxnLst/>
              <a:rect l="l" t="t" r="r" b="b"/>
              <a:pathLst>
                <a:path w="1002" h="1058" extrusionOk="0">
                  <a:moveTo>
                    <a:pt x="473" y="1"/>
                  </a:moveTo>
                  <a:cubicBezTo>
                    <a:pt x="168" y="1"/>
                    <a:pt x="229" y="220"/>
                    <a:pt x="375" y="390"/>
                  </a:cubicBezTo>
                  <a:lnTo>
                    <a:pt x="375" y="390"/>
                  </a:lnTo>
                  <a:cubicBezTo>
                    <a:pt x="479" y="274"/>
                    <a:pt x="603" y="178"/>
                    <a:pt x="714" y="138"/>
                  </a:cubicBezTo>
                  <a:lnTo>
                    <a:pt x="714" y="138"/>
                  </a:lnTo>
                  <a:cubicBezTo>
                    <a:pt x="661" y="56"/>
                    <a:pt x="581" y="1"/>
                    <a:pt x="473" y="1"/>
                  </a:cubicBezTo>
                  <a:close/>
                  <a:moveTo>
                    <a:pt x="813" y="120"/>
                  </a:moveTo>
                  <a:cubicBezTo>
                    <a:pt x="782" y="120"/>
                    <a:pt x="749" y="126"/>
                    <a:pt x="714" y="138"/>
                  </a:cubicBezTo>
                  <a:lnTo>
                    <a:pt x="714" y="138"/>
                  </a:lnTo>
                  <a:cubicBezTo>
                    <a:pt x="765" y="217"/>
                    <a:pt x="790" y="320"/>
                    <a:pt x="790" y="423"/>
                  </a:cubicBezTo>
                  <a:cubicBezTo>
                    <a:pt x="790" y="538"/>
                    <a:pt x="745" y="583"/>
                    <a:pt x="681" y="583"/>
                  </a:cubicBezTo>
                  <a:cubicBezTo>
                    <a:pt x="592" y="583"/>
                    <a:pt x="467" y="496"/>
                    <a:pt x="375" y="390"/>
                  </a:cubicBezTo>
                  <a:lnTo>
                    <a:pt x="375" y="390"/>
                  </a:lnTo>
                  <a:cubicBezTo>
                    <a:pt x="128" y="667"/>
                    <a:pt x="1" y="1057"/>
                    <a:pt x="473" y="1057"/>
                  </a:cubicBezTo>
                  <a:cubicBezTo>
                    <a:pt x="790" y="1057"/>
                    <a:pt x="1001" y="740"/>
                    <a:pt x="1001" y="423"/>
                  </a:cubicBezTo>
                  <a:cubicBezTo>
                    <a:pt x="1001" y="204"/>
                    <a:pt x="922" y="120"/>
                    <a:pt x="813" y="120"/>
                  </a:cubicBezTo>
                  <a:close/>
                </a:path>
              </a:pathLst>
            </a:custGeom>
            <a:gradFill>
              <a:gsLst>
                <a:gs pos="0">
                  <a:srgbClr val="786446"/>
                </a:gs>
                <a:gs pos="24000">
                  <a:srgbClr val="A68C63"/>
                </a:gs>
                <a:gs pos="45000">
                  <a:srgbClr val="A6946E"/>
                </a:gs>
                <a:gs pos="76000">
                  <a:srgbClr val="A68C63"/>
                </a:gs>
                <a:gs pos="100000">
                  <a:srgbClr val="786446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0" name="Google Shape;9830;p59"/>
            <p:cNvSpPr/>
            <p:nvPr/>
          </p:nvSpPr>
          <p:spPr>
            <a:xfrm>
              <a:off x="1970563" y="4708775"/>
              <a:ext cx="104332" cy="104628"/>
            </a:xfrm>
            <a:custGeom>
              <a:avLst/>
              <a:gdLst/>
              <a:ahLst/>
              <a:cxnLst/>
              <a:rect l="l" t="t" r="r" b="b"/>
              <a:pathLst>
                <a:path w="1055" h="1058" extrusionOk="0">
                  <a:moveTo>
                    <a:pt x="420" y="1"/>
                  </a:moveTo>
                  <a:cubicBezTo>
                    <a:pt x="166" y="1"/>
                    <a:pt x="254" y="221"/>
                    <a:pt x="414" y="390"/>
                  </a:cubicBezTo>
                  <a:lnTo>
                    <a:pt x="414" y="390"/>
                  </a:lnTo>
                  <a:cubicBezTo>
                    <a:pt x="512" y="286"/>
                    <a:pt x="625" y="198"/>
                    <a:pt x="729" y="152"/>
                  </a:cubicBezTo>
                  <a:lnTo>
                    <a:pt x="729" y="152"/>
                  </a:lnTo>
                  <a:cubicBezTo>
                    <a:pt x="648" y="62"/>
                    <a:pt x="534" y="1"/>
                    <a:pt x="420" y="1"/>
                  </a:cubicBezTo>
                  <a:close/>
                  <a:moveTo>
                    <a:pt x="865" y="120"/>
                  </a:moveTo>
                  <a:cubicBezTo>
                    <a:pt x="823" y="120"/>
                    <a:pt x="777" y="131"/>
                    <a:pt x="729" y="152"/>
                  </a:cubicBezTo>
                  <a:lnTo>
                    <a:pt x="729" y="152"/>
                  </a:lnTo>
                  <a:cubicBezTo>
                    <a:pt x="798" y="229"/>
                    <a:pt x="843" y="326"/>
                    <a:pt x="843" y="423"/>
                  </a:cubicBezTo>
                  <a:cubicBezTo>
                    <a:pt x="843" y="538"/>
                    <a:pt x="798" y="583"/>
                    <a:pt x="733" y="583"/>
                  </a:cubicBezTo>
                  <a:cubicBezTo>
                    <a:pt x="643" y="583"/>
                    <a:pt x="514" y="497"/>
                    <a:pt x="414" y="390"/>
                  </a:cubicBezTo>
                  <a:lnTo>
                    <a:pt x="414" y="390"/>
                  </a:lnTo>
                  <a:cubicBezTo>
                    <a:pt x="154" y="667"/>
                    <a:pt x="1" y="1057"/>
                    <a:pt x="420" y="1057"/>
                  </a:cubicBezTo>
                  <a:cubicBezTo>
                    <a:pt x="737" y="1057"/>
                    <a:pt x="1054" y="740"/>
                    <a:pt x="1054" y="423"/>
                  </a:cubicBezTo>
                  <a:cubicBezTo>
                    <a:pt x="1054" y="204"/>
                    <a:pt x="975" y="120"/>
                    <a:pt x="865" y="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31" name="Google Shape;9831;p59"/>
            <p:cNvGrpSpPr/>
            <p:nvPr/>
          </p:nvGrpSpPr>
          <p:grpSpPr>
            <a:xfrm>
              <a:off x="2116900" y="298750"/>
              <a:ext cx="4911047" cy="198675"/>
              <a:chOff x="9562474" y="539512"/>
              <a:chExt cx="4127971" cy="198675"/>
            </a:xfrm>
          </p:grpSpPr>
          <p:sp>
            <p:nvSpPr>
              <p:cNvPr id="9832" name="Google Shape;9832;p59"/>
              <p:cNvSpPr/>
              <p:nvPr/>
            </p:nvSpPr>
            <p:spPr>
              <a:xfrm>
                <a:off x="9583340" y="680153"/>
                <a:ext cx="4086238" cy="10581"/>
              </a:xfrm>
              <a:custGeom>
                <a:avLst/>
                <a:gdLst/>
                <a:ahLst/>
                <a:cxnLst/>
                <a:rect l="l" t="t" r="r" b="b"/>
                <a:pathLst>
                  <a:path w="41320" h="107" extrusionOk="0">
                    <a:moveTo>
                      <a:pt x="1" y="0"/>
                    </a:moveTo>
                    <a:lnTo>
                      <a:pt x="1" y="106"/>
                    </a:lnTo>
                    <a:lnTo>
                      <a:pt x="41319" y="106"/>
                    </a:lnTo>
                    <a:lnTo>
                      <a:pt x="4131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3" name="Google Shape;9833;p59"/>
              <p:cNvSpPr/>
              <p:nvPr/>
            </p:nvSpPr>
            <p:spPr>
              <a:xfrm>
                <a:off x="960430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4" name="Google Shape;9834;p59"/>
              <p:cNvSpPr/>
              <p:nvPr/>
            </p:nvSpPr>
            <p:spPr>
              <a:xfrm>
                <a:off x="967738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5" name="Google Shape;9835;p59"/>
              <p:cNvSpPr/>
              <p:nvPr/>
            </p:nvSpPr>
            <p:spPr>
              <a:xfrm>
                <a:off x="9740085" y="612693"/>
                <a:ext cx="62896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6" name="Google Shape;9836;p59"/>
              <p:cNvSpPr/>
              <p:nvPr/>
            </p:nvSpPr>
            <p:spPr>
              <a:xfrm>
                <a:off x="980288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7" name="Google Shape;9837;p59"/>
              <p:cNvSpPr/>
              <p:nvPr/>
            </p:nvSpPr>
            <p:spPr>
              <a:xfrm>
                <a:off x="987596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8" name="Google Shape;9838;p59"/>
              <p:cNvSpPr/>
              <p:nvPr/>
            </p:nvSpPr>
            <p:spPr>
              <a:xfrm>
                <a:off x="993866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9" name="Google Shape;9839;p59"/>
              <p:cNvSpPr/>
              <p:nvPr/>
            </p:nvSpPr>
            <p:spPr>
              <a:xfrm>
                <a:off x="1001184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0" name="Google Shape;9840;p59"/>
              <p:cNvSpPr/>
              <p:nvPr/>
            </p:nvSpPr>
            <p:spPr>
              <a:xfrm>
                <a:off x="1007453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1" name="Google Shape;9841;p59"/>
              <p:cNvSpPr/>
              <p:nvPr/>
            </p:nvSpPr>
            <p:spPr>
              <a:xfrm>
                <a:off x="1014772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2" name="Google Shape;9842;p59"/>
              <p:cNvSpPr/>
              <p:nvPr/>
            </p:nvSpPr>
            <p:spPr>
              <a:xfrm>
                <a:off x="1021041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3" name="Google Shape;9843;p59"/>
              <p:cNvSpPr/>
              <p:nvPr/>
            </p:nvSpPr>
            <p:spPr>
              <a:xfrm>
                <a:off x="10283499" y="612693"/>
                <a:ext cx="62896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4" name="Google Shape;9844;p59"/>
              <p:cNvSpPr/>
              <p:nvPr/>
            </p:nvSpPr>
            <p:spPr>
              <a:xfrm>
                <a:off x="1034629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5" name="Google Shape;9845;p59"/>
              <p:cNvSpPr/>
              <p:nvPr/>
            </p:nvSpPr>
            <p:spPr>
              <a:xfrm>
                <a:off x="1041937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6" name="Google Shape;9846;p59"/>
              <p:cNvSpPr/>
              <p:nvPr/>
            </p:nvSpPr>
            <p:spPr>
              <a:xfrm>
                <a:off x="1048207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7" name="Google Shape;9847;p59"/>
              <p:cNvSpPr/>
              <p:nvPr/>
            </p:nvSpPr>
            <p:spPr>
              <a:xfrm>
                <a:off x="1055525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8" name="Google Shape;9848;p59"/>
              <p:cNvSpPr/>
              <p:nvPr/>
            </p:nvSpPr>
            <p:spPr>
              <a:xfrm>
                <a:off x="1061795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9" name="Google Shape;9849;p59"/>
              <p:cNvSpPr/>
              <p:nvPr/>
            </p:nvSpPr>
            <p:spPr>
              <a:xfrm>
                <a:off x="1069113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lnTo>
                      <a:pt x="0" y="74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0" name="Google Shape;9850;p59"/>
              <p:cNvSpPr/>
              <p:nvPr/>
            </p:nvSpPr>
            <p:spPr>
              <a:xfrm>
                <a:off x="1075383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1" name="Google Shape;9851;p59"/>
              <p:cNvSpPr/>
              <p:nvPr/>
            </p:nvSpPr>
            <p:spPr>
              <a:xfrm>
                <a:off x="10826913" y="612693"/>
                <a:ext cx="62896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2" name="Google Shape;9852;p59"/>
              <p:cNvSpPr/>
              <p:nvPr/>
            </p:nvSpPr>
            <p:spPr>
              <a:xfrm>
                <a:off x="1088971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3" name="Google Shape;9853;p59"/>
              <p:cNvSpPr/>
              <p:nvPr/>
            </p:nvSpPr>
            <p:spPr>
              <a:xfrm>
                <a:off x="1096279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4" name="Google Shape;9854;p59"/>
              <p:cNvSpPr/>
              <p:nvPr/>
            </p:nvSpPr>
            <p:spPr>
              <a:xfrm>
                <a:off x="1102548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5" name="Google Shape;9855;p59"/>
              <p:cNvSpPr/>
              <p:nvPr/>
            </p:nvSpPr>
            <p:spPr>
              <a:xfrm>
                <a:off x="1109867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6" name="Google Shape;9856;p59"/>
              <p:cNvSpPr/>
              <p:nvPr/>
            </p:nvSpPr>
            <p:spPr>
              <a:xfrm>
                <a:off x="11161368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7" name="Google Shape;9857;p59"/>
              <p:cNvSpPr/>
              <p:nvPr/>
            </p:nvSpPr>
            <p:spPr>
              <a:xfrm>
                <a:off x="11234548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8" name="Google Shape;9858;p59"/>
              <p:cNvSpPr/>
              <p:nvPr/>
            </p:nvSpPr>
            <p:spPr>
              <a:xfrm>
                <a:off x="1129724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9" name="Google Shape;9859;p59"/>
              <p:cNvSpPr/>
              <p:nvPr/>
            </p:nvSpPr>
            <p:spPr>
              <a:xfrm>
                <a:off x="11370327" y="612693"/>
                <a:ext cx="62896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6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0" name="Google Shape;9860;p59"/>
              <p:cNvSpPr/>
              <p:nvPr/>
            </p:nvSpPr>
            <p:spPr>
              <a:xfrm>
                <a:off x="1143312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1" name="Google Shape;9861;p59"/>
              <p:cNvSpPr/>
              <p:nvPr/>
            </p:nvSpPr>
            <p:spPr>
              <a:xfrm>
                <a:off x="1150620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2" name="Google Shape;9862;p59"/>
              <p:cNvSpPr/>
              <p:nvPr/>
            </p:nvSpPr>
            <p:spPr>
              <a:xfrm>
                <a:off x="1156890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3" name="Google Shape;9863;p59"/>
              <p:cNvSpPr/>
              <p:nvPr/>
            </p:nvSpPr>
            <p:spPr>
              <a:xfrm>
                <a:off x="1164208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4" name="Google Shape;9864;p59"/>
              <p:cNvSpPr/>
              <p:nvPr/>
            </p:nvSpPr>
            <p:spPr>
              <a:xfrm>
                <a:off x="1170478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5" name="Google Shape;9865;p59"/>
              <p:cNvSpPr/>
              <p:nvPr/>
            </p:nvSpPr>
            <p:spPr>
              <a:xfrm>
                <a:off x="1177796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6" name="Google Shape;9866;p59"/>
              <p:cNvSpPr/>
              <p:nvPr/>
            </p:nvSpPr>
            <p:spPr>
              <a:xfrm>
                <a:off x="1184066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7" name="Google Shape;9867;p59"/>
              <p:cNvSpPr/>
              <p:nvPr/>
            </p:nvSpPr>
            <p:spPr>
              <a:xfrm>
                <a:off x="1191374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8" name="Google Shape;9868;p59"/>
              <p:cNvSpPr/>
              <p:nvPr/>
            </p:nvSpPr>
            <p:spPr>
              <a:xfrm>
                <a:off x="1197653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9" name="Google Shape;9869;p59"/>
              <p:cNvSpPr/>
              <p:nvPr/>
            </p:nvSpPr>
            <p:spPr>
              <a:xfrm>
                <a:off x="1204962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0" name="Google Shape;9870;p59"/>
              <p:cNvSpPr/>
              <p:nvPr/>
            </p:nvSpPr>
            <p:spPr>
              <a:xfrm>
                <a:off x="12112318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1" name="Google Shape;9871;p59"/>
              <p:cNvSpPr/>
              <p:nvPr/>
            </p:nvSpPr>
            <p:spPr>
              <a:xfrm>
                <a:off x="12185498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2" name="Google Shape;9872;p59"/>
              <p:cNvSpPr/>
              <p:nvPr/>
            </p:nvSpPr>
            <p:spPr>
              <a:xfrm>
                <a:off x="1224819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3" name="Google Shape;9873;p59"/>
              <p:cNvSpPr/>
              <p:nvPr/>
            </p:nvSpPr>
            <p:spPr>
              <a:xfrm>
                <a:off x="1232137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4" name="Google Shape;9874;p59"/>
              <p:cNvSpPr/>
              <p:nvPr/>
            </p:nvSpPr>
            <p:spPr>
              <a:xfrm>
                <a:off x="1238407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5" name="Google Shape;9875;p59"/>
              <p:cNvSpPr/>
              <p:nvPr/>
            </p:nvSpPr>
            <p:spPr>
              <a:xfrm>
                <a:off x="12457156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6" name="Google Shape;9876;p59"/>
              <p:cNvSpPr/>
              <p:nvPr/>
            </p:nvSpPr>
            <p:spPr>
              <a:xfrm>
                <a:off x="1251995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7" name="Google Shape;9877;p59"/>
              <p:cNvSpPr/>
              <p:nvPr/>
            </p:nvSpPr>
            <p:spPr>
              <a:xfrm>
                <a:off x="12593034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8" name="Google Shape;9878;p59"/>
              <p:cNvSpPr/>
              <p:nvPr/>
            </p:nvSpPr>
            <p:spPr>
              <a:xfrm>
                <a:off x="12655732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9" name="Google Shape;9879;p59"/>
              <p:cNvSpPr/>
              <p:nvPr/>
            </p:nvSpPr>
            <p:spPr>
              <a:xfrm>
                <a:off x="1272891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0" name="Google Shape;9880;p59"/>
              <p:cNvSpPr/>
              <p:nvPr/>
            </p:nvSpPr>
            <p:spPr>
              <a:xfrm>
                <a:off x="1279161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1" name="Google Shape;9881;p59"/>
              <p:cNvSpPr/>
              <p:nvPr/>
            </p:nvSpPr>
            <p:spPr>
              <a:xfrm>
                <a:off x="1286479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2" name="Google Shape;9882;p59"/>
              <p:cNvSpPr/>
              <p:nvPr/>
            </p:nvSpPr>
            <p:spPr>
              <a:xfrm>
                <a:off x="1292748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634" y="0"/>
                    </a:moveTo>
                    <a:lnTo>
                      <a:pt x="0" y="740"/>
                    </a:lnTo>
                    <a:lnTo>
                      <a:pt x="106" y="74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3" name="Google Shape;9883;p59"/>
              <p:cNvSpPr/>
              <p:nvPr/>
            </p:nvSpPr>
            <p:spPr>
              <a:xfrm>
                <a:off x="13000570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4" name="Google Shape;9884;p59"/>
              <p:cNvSpPr/>
              <p:nvPr/>
            </p:nvSpPr>
            <p:spPr>
              <a:xfrm>
                <a:off x="13073751" y="612693"/>
                <a:ext cx="52413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530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529" y="0"/>
                    </a:lnTo>
                    <a:lnTo>
                      <a:pt x="52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5" name="Google Shape;9885;p59"/>
              <p:cNvSpPr/>
              <p:nvPr/>
            </p:nvSpPr>
            <p:spPr>
              <a:xfrm>
                <a:off x="13136449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6" name="Google Shape;9886;p59"/>
              <p:cNvSpPr/>
              <p:nvPr/>
            </p:nvSpPr>
            <p:spPr>
              <a:xfrm>
                <a:off x="1319914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7" name="Google Shape;9887;p59"/>
              <p:cNvSpPr/>
              <p:nvPr/>
            </p:nvSpPr>
            <p:spPr>
              <a:xfrm>
                <a:off x="13272327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8" name="Google Shape;9888;p59"/>
              <p:cNvSpPr/>
              <p:nvPr/>
            </p:nvSpPr>
            <p:spPr>
              <a:xfrm>
                <a:off x="1333502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9" name="Google Shape;9889;p59"/>
              <p:cNvSpPr/>
              <p:nvPr/>
            </p:nvSpPr>
            <p:spPr>
              <a:xfrm>
                <a:off x="1340820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0" name="Google Shape;9890;p59"/>
              <p:cNvSpPr/>
              <p:nvPr/>
            </p:nvSpPr>
            <p:spPr>
              <a:xfrm>
                <a:off x="13470903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1" name="Google Shape;9891;p59"/>
              <p:cNvSpPr/>
              <p:nvPr/>
            </p:nvSpPr>
            <p:spPr>
              <a:xfrm>
                <a:off x="13543985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1" y="740"/>
                    </a:moveTo>
                    <a:lnTo>
                      <a:pt x="1" y="740"/>
                    </a:lnTo>
                    <a:lnTo>
                      <a:pt x="635" y="0"/>
                    </a:lnTo>
                    <a:lnTo>
                      <a:pt x="63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2" name="Google Shape;9892;p59"/>
              <p:cNvSpPr/>
              <p:nvPr/>
            </p:nvSpPr>
            <p:spPr>
              <a:xfrm>
                <a:off x="13606781" y="612693"/>
                <a:ext cx="62797" cy="732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41" extrusionOk="0">
                    <a:moveTo>
                      <a:pt x="0" y="740"/>
                    </a:moveTo>
                    <a:lnTo>
                      <a:pt x="0" y="740"/>
                    </a:lnTo>
                    <a:lnTo>
                      <a:pt x="634" y="0"/>
                    </a:lnTo>
                    <a:lnTo>
                      <a:pt x="63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3" name="Google Shape;9893;p59"/>
              <p:cNvSpPr/>
              <p:nvPr/>
            </p:nvSpPr>
            <p:spPr>
              <a:xfrm>
                <a:off x="9562474" y="539512"/>
                <a:ext cx="4127971" cy="31448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318" extrusionOk="0">
                    <a:moveTo>
                      <a:pt x="212" y="1"/>
                    </a:moveTo>
                    <a:cubicBezTo>
                      <a:pt x="1" y="1"/>
                      <a:pt x="1" y="212"/>
                      <a:pt x="212" y="318"/>
                    </a:cubicBezTo>
                    <a:lnTo>
                      <a:pt x="41530" y="318"/>
                    </a:lnTo>
                    <a:cubicBezTo>
                      <a:pt x="41741" y="318"/>
                      <a:pt x="41741" y="1"/>
                      <a:pt x="4153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4" name="Google Shape;9894;p59"/>
              <p:cNvSpPr/>
              <p:nvPr/>
            </p:nvSpPr>
            <p:spPr>
              <a:xfrm>
                <a:off x="9562474" y="717222"/>
                <a:ext cx="4127971" cy="20965"/>
              </a:xfrm>
              <a:custGeom>
                <a:avLst/>
                <a:gdLst/>
                <a:ahLst/>
                <a:cxnLst/>
                <a:rect l="l" t="t" r="r" b="b"/>
                <a:pathLst>
                  <a:path w="41742" h="212" extrusionOk="0">
                    <a:moveTo>
                      <a:pt x="212" y="0"/>
                    </a:moveTo>
                    <a:cubicBezTo>
                      <a:pt x="1" y="0"/>
                      <a:pt x="1" y="211"/>
                      <a:pt x="212" y="211"/>
                    </a:cubicBezTo>
                    <a:lnTo>
                      <a:pt x="41530" y="211"/>
                    </a:lnTo>
                    <a:cubicBezTo>
                      <a:pt x="41741" y="211"/>
                      <a:pt x="41741" y="0"/>
                      <a:pt x="4153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95" name="Google Shape;9895;p59"/>
            <p:cNvSpPr/>
            <p:nvPr/>
          </p:nvSpPr>
          <p:spPr>
            <a:xfrm>
              <a:off x="7077077" y="361460"/>
              <a:ext cx="97607" cy="94146"/>
            </a:xfrm>
            <a:custGeom>
              <a:avLst/>
              <a:gdLst/>
              <a:ahLst/>
              <a:cxnLst/>
              <a:rect l="l" t="t" r="r" b="b"/>
              <a:pathLst>
                <a:path w="987" h="952" extrusionOk="0">
                  <a:moveTo>
                    <a:pt x="458" y="1"/>
                  </a:moveTo>
                  <a:cubicBezTo>
                    <a:pt x="170" y="1"/>
                    <a:pt x="209" y="196"/>
                    <a:pt x="337" y="361"/>
                  </a:cubicBezTo>
                  <a:lnTo>
                    <a:pt x="337" y="361"/>
                  </a:lnTo>
                  <a:cubicBezTo>
                    <a:pt x="441" y="249"/>
                    <a:pt x="570" y="155"/>
                    <a:pt x="687" y="120"/>
                  </a:cubicBezTo>
                  <a:lnTo>
                    <a:pt x="687" y="120"/>
                  </a:lnTo>
                  <a:cubicBezTo>
                    <a:pt x="634" y="48"/>
                    <a:pt x="558" y="1"/>
                    <a:pt x="458" y="1"/>
                  </a:cubicBezTo>
                  <a:close/>
                  <a:moveTo>
                    <a:pt x="780" y="104"/>
                  </a:moveTo>
                  <a:cubicBezTo>
                    <a:pt x="750" y="104"/>
                    <a:pt x="719" y="110"/>
                    <a:pt x="687" y="120"/>
                  </a:cubicBezTo>
                  <a:lnTo>
                    <a:pt x="687" y="120"/>
                  </a:lnTo>
                  <a:cubicBezTo>
                    <a:pt x="745" y="200"/>
                    <a:pt x="775" y="312"/>
                    <a:pt x="775" y="423"/>
                  </a:cubicBezTo>
                  <a:cubicBezTo>
                    <a:pt x="775" y="538"/>
                    <a:pt x="730" y="583"/>
                    <a:pt x="666" y="583"/>
                  </a:cubicBezTo>
                  <a:cubicBezTo>
                    <a:pt x="569" y="583"/>
                    <a:pt x="429" y="480"/>
                    <a:pt x="337" y="361"/>
                  </a:cubicBezTo>
                  <a:lnTo>
                    <a:pt x="337" y="361"/>
                  </a:lnTo>
                  <a:cubicBezTo>
                    <a:pt x="105" y="610"/>
                    <a:pt x="1" y="952"/>
                    <a:pt x="458" y="952"/>
                  </a:cubicBezTo>
                  <a:cubicBezTo>
                    <a:pt x="775" y="952"/>
                    <a:pt x="986" y="740"/>
                    <a:pt x="986" y="423"/>
                  </a:cubicBezTo>
                  <a:cubicBezTo>
                    <a:pt x="986" y="192"/>
                    <a:pt x="899" y="104"/>
                    <a:pt x="780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6" name="Google Shape;9896;p59"/>
            <p:cNvSpPr/>
            <p:nvPr/>
          </p:nvSpPr>
          <p:spPr>
            <a:xfrm>
              <a:off x="1971948" y="361460"/>
              <a:ext cx="102947" cy="94146"/>
            </a:xfrm>
            <a:custGeom>
              <a:avLst/>
              <a:gdLst/>
              <a:ahLst/>
              <a:cxnLst/>
              <a:rect l="l" t="t" r="r" b="b"/>
              <a:pathLst>
                <a:path w="1041" h="952" extrusionOk="0">
                  <a:moveTo>
                    <a:pt x="406" y="1"/>
                  </a:moveTo>
                  <a:cubicBezTo>
                    <a:pt x="166" y="1"/>
                    <a:pt x="232" y="197"/>
                    <a:pt x="374" y="362"/>
                  </a:cubicBezTo>
                  <a:lnTo>
                    <a:pt x="374" y="362"/>
                  </a:lnTo>
                  <a:cubicBezTo>
                    <a:pt x="473" y="262"/>
                    <a:pt x="590" y="176"/>
                    <a:pt x="698" y="134"/>
                  </a:cubicBezTo>
                  <a:lnTo>
                    <a:pt x="698" y="134"/>
                  </a:lnTo>
                  <a:cubicBezTo>
                    <a:pt x="618" y="54"/>
                    <a:pt x="512" y="1"/>
                    <a:pt x="406" y="1"/>
                  </a:cubicBezTo>
                  <a:close/>
                  <a:moveTo>
                    <a:pt x="832" y="104"/>
                  </a:moveTo>
                  <a:cubicBezTo>
                    <a:pt x="791" y="104"/>
                    <a:pt x="745" y="115"/>
                    <a:pt x="698" y="134"/>
                  </a:cubicBezTo>
                  <a:lnTo>
                    <a:pt x="698" y="134"/>
                  </a:lnTo>
                  <a:cubicBezTo>
                    <a:pt x="776" y="213"/>
                    <a:pt x="829" y="318"/>
                    <a:pt x="829" y="423"/>
                  </a:cubicBezTo>
                  <a:cubicBezTo>
                    <a:pt x="829" y="538"/>
                    <a:pt x="784" y="583"/>
                    <a:pt x="719" y="583"/>
                  </a:cubicBezTo>
                  <a:cubicBezTo>
                    <a:pt x="621" y="583"/>
                    <a:pt x="478" y="481"/>
                    <a:pt x="374" y="362"/>
                  </a:cubicBezTo>
                  <a:lnTo>
                    <a:pt x="374" y="362"/>
                  </a:lnTo>
                  <a:cubicBezTo>
                    <a:pt x="130" y="611"/>
                    <a:pt x="1" y="952"/>
                    <a:pt x="406" y="952"/>
                  </a:cubicBezTo>
                  <a:cubicBezTo>
                    <a:pt x="723" y="952"/>
                    <a:pt x="1040" y="740"/>
                    <a:pt x="1040" y="423"/>
                  </a:cubicBezTo>
                  <a:cubicBezTo>
                    <a:pt x="1040" y="192"/>
                    <a:pt x="953" y="104"/>
                    <a:pt x="832" y="1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97" name="Google Shape;9897;p59"/>
            <p:cNvGrpSpPr/>
            <p:nvPr/>
          </p:nvGrpSpPr>
          <p:grpSpPr>
            <a:xfrm>
              <a:off x="7027369" y="510392"/>
              <a:ext cx="198576" cy="4114917"/>
              <a:chOff x="13700828" y="751142"/>
              <a:chExt cx="198576" cy="4114917"/>
            </a:xfrm>
          </p:grpSpPr>
          <p:sp>
            <p:nvSpPr>
              <p:cNvPr id="9898" name="Google Shape;9898;p59"/>
              <p:cNvSpPr/>
              <p:nvPr/>
            </p:nvSpPr>
            <p:spPr>
              <a:xfrm>
                <a:off x="13763526" y="4771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9" name="Google Shape;9899;p59"/>
              <p:cNvSpPr/>
              <p:nvPr/>
            </p:nvSpPr>
            <p:spPr>
              <a:xfrm>
                <a:off x="13763526" y="4709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0" name="Google Shape;9900;p59"/>
              <p:cNvSpPr/>
              <p:nvPr/>
            </p:nvSpPr>
            <p:spPr>
              <a:xfrm>
                <a:off x="13763526" y="46360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1" name="Google Shape;9901;p59"/>
              <p:cNvSpPr/>
              <p:nvPr/>
            </p:nvSpPr>
            <p:spPr>
              <a:xfrm>
                <a:off x="13763526" y="45733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2" name="Google Shape;9902;p59"/>
              <p:cNvSpPr/>
              <p:nvPr/>
            </p:nvSpPr>
            <p:spPr>
              <a:xfrm>
                <a:off x="13763526" y="450015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3" name="Google Shape;9903;p59"/>
              <p:cNvSpPr/>
              <p:nvPr/>
            </p:nvSpPr>
            <p:spPr>
              <a:xfrm>
                <a:off x="13763526" y="44374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4" name="Google Shape;9904;p59"/>
              <p:cNvSpPr/>
              <p:nvPr/>
            </p:nvSpPr>
            <p:spPr>
              <a:xfrm>
                <a:off x="13763526" y="4364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5" name="Google Shape;9905;p59"/>
              <p:cNvSpPr/>
              <p:nvPr/>
            </p:nvSpPr>
            <p:spPr>
              <a:xfrm>
                <a:off x="13763526" y="4301581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6" name="Google Shape;9906;p59"/>
              <p:cNvSpPr/>
              <p:nvPr/>
            </p:nvSpPr>
            <p:spPr>
              <a:xfrm>
                <a:off x="13763526" y="422849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7" name="Google Shape;9907;p59"/>
              <p:cNvSpPr/>
              <p:nvPr/>
            </p:nvSpPr>
            <p:spPr>
              <a:xfrm>
                <a:off x="13763526" y="416580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8" name="Google Shape;9908;p59"/>
              <p:cNvSpPr/>
              <p:nvPr/>
            </p:nvSpPr>
            <p:spPr>
              <a:xfrm>
                <a:off x="13763526" y="409262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9" name="Google Shape;9909;p59"/>
              <p:cNvSpPr/>
              <p:nvPr/>
            </p:nvSpPr>
            <p:spPr>
              <a:xfrm>
                <a:off x="13763526" y="402992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0" name="Google Shape;9910;p59"/>
              <p:cNvSpPr/>
              <p:nvPr/>
            </p:nvSpPr>
            <p:spPr>
              <a:xfrm>
                <a:off x="13763526" y="395674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1" name="Google Shape;9911;p59"/>
              <p:cNvSpPr/>
              <p:nvPr/>
            </p:nvSpPr>
            <p:spPr>
              <a:xfrm>
                <a:off x="13763526" y="389404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2" name="Google Shape;9912;p59"/>
              <p:cNvSpPr/>
              <p:nvPr/>
            </p:nvSpPr>
            <p:spPr>
              <a:xfrm>
                <a:off x="13763526" y="382096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3" name="Google Shape;9913;p59"/>
              <p:cNvSpPr/>
              <p:nvPr/>
            </p:nvSpPr>
            <p:spPr>
              <a:xfrm>
                <a:off x="13763526" y="375816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4" name="Google Shape;9914;p59"/>
              <p:cNvSpPr/>
              <p:nvPr/>
            </p:nvSpPr>
            <p:spPr>
              <a:xfrm>
                <a:off x="13763526" y="368508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5" name="Google Shape;9915;p59"/>
              <p:cNvSpPr/>
              <p:nvPr/>
            </p:nvSpPr>
            <p:spPr>
              <a:xfrm>
                <a:off x="13763526" y="362238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6" name="Google Shape;9916;p59"/>
              <p:cNvSpPr/>
              <p:nvPr/>
            </p:nvSpPr>
            <p:spPr>
              <a:xfrm>
                <a:off x="13763526" y="354920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7" name="Google Shape;9917;p59"/>
              <p:cNvSpPr/>
              <p:nvPr/>
            </p:nvSpPr>
            <p:spPr>
              <a:xfrm>
                <a:off x="13763526" y="3486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8" name="Google Shape;9918;p59"/>
              <p:cNvSpPr/>
              <p:nvPr/>
            </p:nvSpPr>
            <p:spPr>
              <a:xfrm>
                <a:off x="13763526" y="34133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9" name="Google Shape;9919;p59"/>
              <p:cNvSpPr/>
              <p:nvPr/>
            </p:nvSpPr>
            <p:spPr>
              <a:xfrm>
                <a:off x="13763526" y="335063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0" name="Google Shape;9920;p59"/>
              <p:cNvSpPr/>
              <p:nvPr/>
            </p:nvSpPr>
            <p:spPr>
              <a:xfrm>
                <a:off x="13763526" y="327754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1" name="Google Shape;9921;p59"/>
              <p:cNvSpPr/>
              <p:nvPr/>
            </p:nvSpPr>
            <p:spPr>
              <a:xfrm>
                <a:off x="13763526" y="321475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2" name="Google Shape;9922;p59"/>
              <p:cNvSpPr/>
              <p:nvPr/>
            </p:nvSpPr>
            <p:spPr>
              <a:xfrm>
                <a:off x="13763526" y="3141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3" name="Google Shape;9923;p59"/>
              <p:cNvSpPr/>
              <p:nvPr/>
            </p:nvSpPr>
            <p:spPr>
              <a:xfrm>
                <a:off x="13763526" y="3078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4" name="Google Shape;9924;p59"/>
              <p:cNvSpPr/>
              <p:nvPr/>
            </p:nvSpPr>
            <p:spPr>
              <a:xfrm>
                <a:off x="13763526" y="300579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5" name="Google Shape;9925;p59"/>
              <p:cNvSpPr/>
              <p:nvPr/>
            </p:nvSpPr>
            <p:spPr>
              <a:xfrm>
                <a:off x="13763526" y="2943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6" name="Google Shape;9926;p59"/>
              <p:cNvSpPr/>
              <p:nvPr/>
            </p:nvSpPr>
            <p:spPr>
              <a:xfrm>
                <a:off x="13763526" y="28699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7" name="Google Shape;9927;p59"/>
              <p:cNvSpPr/>
              <p:nvPr/>
            </p:nvSpPr>
            <p:spPr>
              <a:xfrm>
                <a:off x="13763526" y="28072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8" name="Google Shape;9928;p59"/>
              <p:cNvSpPr/>
              <p:nvPr/>
            </p:nvSpPr>
            <p:spPr>
              <a:xfrm>
                <a:off x="13763526" y="2734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9" name="Google Shape;9929;p59"/>
              <p:cNvSpPr/>
              <p:nvPr/>
            </p:nvSpPr>
            <p:spPr>
              <a:xfrm>
                <a:off x="13763526" y="267133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0" name="Google Shape;9930;p59"/>
              <p:cNvSpPr/>
              <p:nvPr/>
            </p:nvSpPr>
            <p:spPr>
              <a:xfrm>
                <a:off x="13763526" y="259825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1" name="Google Shape;9931;p59"/>
              <p:cNvSpPr/>
              <p:nvPr/>
            </p:nvSpPr>
            <p:spPr>
              <a:xfrm>
                <a:off x="13763526" y="253555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2" name="Google Shape;9932;p59"/>
              <p:cNvSpPr/>
              <p:nvPr/>
            </p:nvSpPr>
            <p:spPr>
              <a:xfrm>
                <a:off x="13763526" y="246237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3" name="Google Shape;9933;p59"/>
              <p:cNvSpPr/>
              <p:nvPr/>
            </p:nvSpPr>
            <p:spPr>
              <a:xfrm>
                <a:off x="13763526" y="239968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4" name="Google Shape;9934;p59"/>
              <p:cNvSpPr/>
              <p:nvPr/>
            </p:nvSpPr>
            <p:spPr>
              <a:xfrm>
                <a:off x="13763526" y="232650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5" name="Google Shape;9935;p59"/>
              <p:cNvSpPr/>
              <p:nvPr/>
            </p:nvSpPr>
            <p:spPr>
              <a:xfrm>
                <a:off x="13763526" y="226380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6" name="Google Shape;9936;p59"/>
              <p:cNvSpPr/>
              <p:nvPr/>
            </p:nvSpPr>
            <p:spPr>
              <a:xfrm>
                <a:off x="13763526" y="2190622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7" name="Google Shape;9937;p59"/>
              <p:cNvSpPr/>
              <p:nvPr/>
            </p:nvSpPr>
            <p:spPr>
              <a:xfrm>
                <a:off x="13763526" y="212792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8" name="Google Shape;9938;p59"/>
              <p:cNvSpPr/>
              <p:nvPr/>
            </p:nvSpPr>
            <p:spPr>
              <a:xfrm>
                <a:off x="13763526" y="206522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9" name="Google Shape;9939;p59"/>
              <p:cNvSpPr/>
              <p:nvPr/>
            </p:nvSpPr>
            <p:spPr>
              <a:xfrm>
                <a:off x="13763526" y="199214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0" name="Google Shape;9940;p59"/>
              <p:cNvSpPr/>
              <p:nvPr/>
            </p:nvSpPr>
            <p:spPr>
              <a:xfrm>
                <a:off x="13763526" y="191896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1" name="Google Shape;9941;p59"/>
              <p:cNvSpPr/>
              <p:nvPr/>
            </p:nvSpPr>
            <p:spPr>
              <a:xfrm>
                <a:off x="13763526" y="185626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2" name="Google Shape;9942;p59"/>
              <p:cNvSpPr/>
              <p:nvPr/>
            </p:nvSpPr>
            <p:spPr>
              <a:xfrm>
                <a:off x="13763526" y="178308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3" name="Google Shape;9943;p59"/>
              <p:cNvSpPr/>
              <p:nvPr/>
            </p:nvSpPr>
            <p:spPr>
              <a:xfrm>
                <a:off x="13763526" y="172038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4" name="Google Shape;9944;p59"/>
              <p:cNvSpPr/>
              <p:nvPr/>
            </p:nvSpPr>
            <p:spPr>
              <a:xfrm>
                <a:off x="13763526" y="1647207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5" name="Google Shape;9945;p59"/>
              <p:cNvSpPr/>
              <p:nvPr/>
            </p:nvSpPr>
            <p:spPr>
              <a:xfrm>
                <a:off x="13763526" y="1584509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6" name="Google Shape;9946;p59"/>
              <p:cNvSpPr/>
              <p:nvPr/>
            </p:nvSpPr>
            <p:spPr>
              <a:xfrm>
                <a:off x="13763526" y="1511428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7" name="Google Shape;9947;p59"/>
              <p:cNvSpPr/>
              <p:nvPr/>
            </p:nvSpPr>
            <p:spPr>
              <a:xfrm>
                <a:off x="13763526" y="144873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8" name="Google Shape;9948;p59"/>
              <p:cNvSpPr/>
              <p:nvPr/>
            </p:nvSpPr>
            <p:spPr>
              <a:xfrm>
                <a:off x="13763526" y="1375550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9" name="Google Shape;9949;p59"/>
              <p:cNvSpPr/>
              <p:nvPr/>
            </p:nvSpPr>
            <p:spPr>
              <a:xfrm>
                <a:off x="13763526" y="1312852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0" name="Google Shape;9950;p59"/>
              <p:cNvSpPr/>
              <p:nvPr/>
            </p:nvSpPr>
            <p:spPr>
              <a:xfrm>
                <a:off x="13763526" y="1239671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1" name="Google Shape;9951;p59"/>
              <p:cNvSpPr/>
              <p:nvPr/>
            </p:nvSpPr>
            <p:spPr>
              <a:xfrm>
                <a:off x="13763526" y="1176973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2" name="Google Shape;9952;p59"/>
              <p:cNvSpPr/>
              <p:nvPr/>
            </p:nvSpPr>
            <p:spPr>
              <a:xfrm>
                <a:off x="13763526" y="1103793"/>
                <a:ext cx="73180" cy="62896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6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3" name="Google Shape;9953;p59"/>
              <p:cNvSpPr/>
              <p:nvPr/>
            </p:nvSpPr>
            <p:spPr>
              <a:xfrm>
                <a:off x="13763526" y="104109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4" name="Google Shape;9954;p59"/>
              <p:cNvSpPr/>
              <p:nvPr/>
            </p:nvSpPr>
            <p:spPr>
              <a:xfrm>
                <a:off x="13763526" y="968014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5" name="Google Shape;9955;p59"/>
              <p:cNvSpPr/>
              <p:nvPr/>
            </p:nvSpPr>
            <p:spPr>
              <a:xfrm>
                <a:off x="13763526" y="905316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6" name="Google Shape;9956;p59"/>
              <p:cNvSpPr/>
              <p:nvPr/>
            </p:nvSpPr>
            <p:spPr>
              <a:xfrm>
                <a:off x="13763526" y="832135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5"/>
                    </a:moveTo>
                    <a:lnTo>
                      <a:pt x="740" y="63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7" name="Google Shape;9957;p59"/>
              <p:cNvSpPr/>
              <p:nvPr/>
            </p:nvSpPr>
            <p:spPr>
              <a:xfrm>
                <a:off x="13763526" y="769437"/>
                <a:ext cx="73180" cy="62797"/>
              </a:xfrm>
              <a:custGeom>
                <a:avLst/>
                <a:gdLst/>
                <a:ahLst/>
                <a:cxnLst/>
                <a:rect l="l" t="t" r="r" b="b"/>
                <a:pathLst>
                  <a:path w="740" h="635" extrusionOk="0">
                    <a:moveTo>
                      <a:pt x="740" y="634"/>
                    </a:moveTo>
                    <a:lnTo>
                      <a:pt x="740" y="6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8" name="Google Shape;9958;p59"/>
              <p:cNvSpPr/>
              <p:nvPr/>
            </p:nvSpPr>
            <p:spPr>
              <a:xfrm>
                <a:off x="13700828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0" y="27"/>
                      <a:pt x="0" y="80"/>
                    </a:cubicBezTo>
                    <a:lnTo>
                      <a:pt x="0" y="41504"/>
                    </a:lnTo>
                    <a:cubicBezTo>
                      <a:pt x="0" y="41504"/>
                      <a:pt x="106" y="41609"/>
                      <a:pt x="106" y="41609"/>
                    </a:cubicBezTo>
                    <a:cubicBezTo>
                      <a:pt x="211" y="41609"/>
                      <a:pt x="211" y="41609"/>
                      <a:pt x="211" y="41504"/>
                    </a:cubicBezTo>
                    <a:lnTo>
                      <a:pt x="211" y="80"/>
                    </a:lnTo>
                    <a:cubicBezTo>
                      <a:pt x="211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9" name="Google Shape;9959;p59"/>
              <p:cNvSpPr/>
              <p:nvPr/>
            </p:nvSpPr>
            <p:spPr>
              <a:xfrm>
                <a:off x="13878439" y="751142"/>
                <a:ext cx="20965" cy="4114917"/>
              </a:xfrm>
              <a:custGeom>
                <a:avLst/>
                <a:gdLst/>
                <a:ahLst/>
                <a:cxnLst/>
                <a:rect l="l" t="t" r="r" b="b"/>
                <a:pathLst>
                  <a:path w="212" h="41610" extrusionOk="0">
                    <a:moveTo>
                      <a:pt x="106" y="1"/>
                    </a:moveTo>
                    <a:cubicBezTo>
                      <a:pt x="53" y="1"/>
                      <a:pt x="1" y="27"/>
                      <a:pt x="1" y="80"/>
                    </a:cubicBezTo>
                    <a:lnTo>
                      <a:pt x="1" y="41504"/>
                    </a:lnTo>
                    <a:cubicBezTo>
                      <a:pt x="1" y="41504"/>
                      <a:pt x="1" y="41609"/>
                      <a:pt x="106" y="41609"/>
                    </a:cubicBezTo>
                    <a:cubicBezTo>
                      <a:pt x="106" y="41609"/>
                      <a:pt x="212" y="41609"/>
                      <a:pt x="212" y="41504"/>
                    </a:cubicBezTo>
                    <a:lnTo>
                      <a:pt x="212" y="80"/>
                    </a:lnTo>
                    <a:cubicBezTo>
                      <a:pt x="212" y="27"/>
                      <a:pt x="159" y="1"/>
                      <a:pt x="1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24000">
                    <a:schemeClr val="lt2"/>
                  </a:gs>
                  <a:gs pos="45000">
                    <a:schemeClr val="lt2"/>
                  </a:gs>
                  <a:gs pos="76000">
                    <a:schemeClr val="lt2"/>
                  </a:gs>
                  <a:gs pos="100000">
                    <a:schemeClr val="dk1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61" name="Google Shape;9961;p59"/>
          <p:cNvGrpSpPr/>
          <p:nvPr/>
        </p:nvGrpSpPr>
        <p:grpSpPr>
          <a:xfrm flipH="1">
            <a:off x="6299671" y="2761856"/>
            <a:ext cx="2282464" cy="2191129"/>
            <a:chOff x="6498550" y="2733676"/>
            <a:chExt cx="2113784" cy="2029199"/>
          </a:xfrm>
        </p:grpSpPr>
        <p:sp>
          <p:nvSpPr>
            <p:cNvPr id="9962" name="Google Shape;9962;p59"/>
            <p:cNvSpPr/>
            <p:nvPr/>
          </p:nvSpPr>
          <p:spPr>
            <a:xfrm>
              <a:off x="6498550" y="2733676"/>
              <a:ext cx="2113784" cy="2029199"/>
            </a:xfrm>
            <a:custGeom>
              <a:avLst/>
              <a:gdLst/>
              <a:ahLst/>
              <a:cxnLst/>
              <a:rect l="l" t="t" r="r" b="b"/>
              <a:pathLst>
                <a:path w="43333" h="41599" extrusionOk="0">
                  <a:moveTo>
                    <a:pt x="33160" y="4188"/>
                  </a:moveTo>
                  <a:cubicBezTo>
                    <a:pt x="33512" y="4226"/>
                    <a:pt x="34266" y="4603"/>
                    <a:pt x="34996" y="5031"/>
                  </a:cubicBezTo>
                  <a:lnTo>
                    <a:pt x="34744" y="5005"/>
                  </a:lnTo>
                  <a:lnTo>
                    <a:pt x="34732" y="5005"/>
                  </a:lnTo>
                  <a:cubicBezTo>
                    <a:pt x="34254" y="4685"/>
                    <a:pt x="33704" y="4524"/>
                    <a:pt x="33154" y="4524"/>
                  </a:cubicBezTo>
                  <a:cubicBezTo>
                    <a:pt x="32603" y="4524"/>
                    <a:pt x="32053" y="4685"/>
                    <a:pt x="31575" y="5005"/>
                  </a:cubicBezTo>
                  <a:lnTo>
                    <a:pt x="31324" y="5031"/>
                  </a:lnTo>
                  <a:cubicBezTo>
                    <a:pt x="32053" y="4603"/>
                    <a:pt x="32808" y="4226"/>
                    <a:pt x="33160" y="4188"/>
                  </a:cubicBezTo>
                  <a:close/>
                  <a:moveTo>
                    <a:pt x="33147" y="1"/>
                  </a:moveTo>
                  <a:cubicBezTo>
                    <a:pt x="30695" y="1"/>
                    <a:pt x="27262" y="2729"/>
                    <a:pt x="27237" y="2755"/>
                  </a:cubicBezTo>
                  <a:cubicBezTo>
                    <a:pt x="26105" y="3698"/>
                    <a:pt x="25552" y="5244"/>
                    <a:pt x="25552" y="7470"/>
                  </a:cubicBezTo>
                  <a:cubicBezTo>
                    <a:pt x="25540" y="8325"/>
                    <a:pt x="25238" y="9143"/>
                    <a:pt x="24672" y="9784"/>
                  </a:cubicBezTo>
                  <a:lnTo>
                    <a:pt x="24634" y="9822"/>
                  </a:lnTo>
                  <a:cubicBezTo>
                    <a:pt x="23880" y="10765"/>
                    <a:pt x="23490" y="12940"/>
                    <a:pt x="23490" y="13657"/>
                  </a:cubicBezTo>
                  <a:cubicBezTo>
                    <a:pt x="23477" y="14399"/>
                    <a:pt x="23754" y="15103"/>
                    <a:pt x="24282" y="15631"/>
                  </a:cubicBezTo>
                  <a:cubicBezTo>
                    <a:pt x="24219" y="16260"/>
                    <a:pt x="24156" y="16964"/>
                    <a:pt x="24093" y="17706"/>
                  </a:cubicBezTo>
                  <a:lnTo>
                    <a:pt x="21415" y="17605"/>
                  </a:lnTo>
                  <a:lnTo>
                    <a:pt x="21226" y="17605"/>
                  </a:lnTo>
                  <a:lnTo>
                    <a:pt x="8098" y="18347"/>
                  </a:lnTo>
                  <a:cubicBezTo>
                    <a:pt x="7369" y="18385"/>
                    <a:pt x="6715" y="18825"/>
                    <a:pt x="6388" y="19479"/>
                  </a:cubicBezTo>
                  <a:cubicBezTo>
                    <a:pt x="6199" y="19856"/>
                    <a:pt x="6124" y="20271"/>
                    <a:pt x="6174" y="20686"/>
                  </a:cubicBezTo>
                  <a:cubicBezTo>
                    <a:pt x="6086" y="20711"/>
                    <a:pt x="6011" y="20749"/>
                    <a:pt x="5935" y="20787"/>
                  </a:cubicBezTo>
                  <a:cubicBezTo>
                    <a:pt x="4804" y="21340"/>
                    <a:pt x="4049" y="22610"/>
                    <a:pt x="3999" y="24044"/>
                  </a:cubicBezTo>
                  <a:cubicBezTo>
                    <a:pt x="3760" y="24094"/>
                    <a:pt x="3534" y="24182"/>
                    <a:pt x="3320" y="24295"/>
                  </a:cubicBezTo>
                  <a:cubicBezTo>
                    <a:pt x="2176" y="24962"/>
                    <a:pt x="1509" y="26357"/>
                    <a:pt x="1522" y="28017"/>
                  </a:cubicBezTo>
                  <a:cubicBezTo>
                    <a:pt x="1522" y="28244"/>
                    <a:pt x="1534" y="28470"/>
                    <a:pt x="1559" y="28684"/>
                  </a:cubicBezTo>
                  <a:cubicBezTo>
                    <a:pt x="943" y="28935"/>
                    <a:pt x="478" y="29451"/>
                    <a:pt x="289" y="30105"/>
                  </a:cubicBezTo>
                  <a:cubicBezTo>
                    <a:pt x="63" y="30859"/>
                    <a:pt x="201" y="31677"/>
                    <a:pt x="679" y="32330"/>
                  </a:cubicBezTo>
                  <a:cubicBezTo>
                    <a:pt x="855" y="32569"/>
                    <a:pt x="1081" y="32783"/>
                    <a:pt x="1346" y="32934"/>
                  </a:cubicBezTo>
                  <a:cubicBezTo>
                    <a:pt x="1371" y="33299"/>
                    <a:pt x="1371" y="33651"/>
                    <a:pt x="1346" y="34015"/>
                  </a:cubicBezTo>
                  <a:cubicBezTo>
                    <a:pt x="440" y="34594"/>
                    <a:pt x="0" y="35688"/>
                    <a:pt x="277" y="36732"/>
                  </a:cubicBezTo>
                  <a:cubicBezTo>
                    <a:pt x="440" y="37436"/>
                    <a:pt x="943" y="38002"/>
                    <a:pt x="1610" y="38266"/>
                  </a:cubicBezTo>
                  <a:cubicBezTo>
                    <a:pt x="1673" y="38291"/>
                    <a:pt x="7897" y="40642"/>
                    <a:pt x="12763" y="41560"/>
                  </a:cubicBezTo>
                  <a:cubicBezTo>
                    <a:pt x="12902" y="41573"/>
                    <a:pt x="13028" y="41585"/>
                    <a:pt x="13166" y="41598"/>
                  </a:cubicBezTo>
                  <a:lnTo>
                    <a:pt x="13216" y="41585"/>
                  </a:lnTo>
                  <a:cubicBezTo>
                    <a:pt x="13292" y="41585"/>
                    <a:pt x="13380" y="41573"/>
                    <a:pt x="13468" y="41560"/>
                  </a:cubicBezTo>
                  <a:lnTo>
                    <a:pt x="13556" y="41548"/>
                  </a:lnTo>
                  <a:cubicBezTo>
                    <a:pt x="13870" y="41485"/>
                    <a:pt x="20912" y="40177"/>
                    <a:pt x="26005" y="39196"/>
                  </a:cubicBezTo>
                  <a:cubicBezTo>
                    <a:pt x="27237" y="39900"/>
                    <a:pt x="29387" y="40165"/>
                    <a:pt x="33135" y="40165"/>
                  </a:cubicBezTo>
                  <a:cubicBezTo>
                    <a:pt x="36014" y="40165"/>
                    <a:pt x="37926" y="40001"/>
                    <a:pt x="39183" y="39636"/>
                  </a:cubicBezTo>
                  <a:cubicBezTo>
                    <a:pt x="41371" y="38995"/>
                    <a:pt x="41698" y="37599"/>
                    <a:pt x="41698" y="36820"/>
                  </a:cubicBezTo>
                  <a:cubicBezTo>
                    <a:pt x="41698" y="35826"/>
                    <a:pt x="41107" y="34984"/>
                    <a:pt x="40541" y="34418"/>
                  </a:cubicBezTo>
                  <a:lnTo>
                    <a:pt x="40541" y="33940"/>
                  </a:lnTo>
                  <a:cubicBezTo>
                    <a:pt x="41107" y="33613"/>
                    <a:pt x="41598" y="33186"/>
                    <a:pt x="42000" y="32670"/>
                  </a:cubicBezTo>
                  <a:cubicBezTo>
                    <a:pt x="42943" y="31463"/>
                    <a:pt x="43333" y="29866"/>
                    <a:pt x="43132" y="27942"/>
                  </a:cubicBezTo>
                  <a:cubicBezTo>
                    <a:pt x="42930" y="25829"/>
                    <a:pt x="42591" y="22032"/>
                    <a:pt x="42314" y="18989"/>
                  </a:cubicBezTo>
                  <a:cubicBezTo>
                    <a:pt x="42214" y="17769"/>
                    <a:pt x="42101" y="16587"/>
                    <a:pt x="42013" y="15631"/>
                  </a:cubicBezTo>
                  <a:cubicBezTo>
                    <a:pt x="42541" y="15103"/>
                    <a:pt x="42817" y="14399"/>
                    <a:pt x="42805" y="13657"/>
                  </a:cubicBezTo>
                  <a:cubicBezTo>
                    <a:pt x="42805" y="12940"/>
                    <a:pt x="42415" y="10765"/>
                    <a:pt x="41660" y="9822"/>
                  </a:cubicBezTo>
                  <a:lnTo>
                    <a:pt x="41623" y="9784"/>
                  </a:lnTo>
                  <a:cubicBezTo>
                    <a:pt x="41057" y="9143"/>
                    <a:pt x="40755" y="8325"/>
                    <a:pt x="40742" y="7470"/>
                  </a:cubicBezTo>
                  <a:cubicBezTo>
                    <a:pt x="40742" y="5244"/>
                    <a:pt x="40202" y="3698"/>
                    <a:pt x="39070" y="2755"/>
                  </a:cubicBezTo>
                  <a:cubicBezTo>
                    <a:pt x="39032" y="2729"/>
                    <a:pt x="35599" y="1"/>
                    <a:pt x="331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4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3" name="Google Shape;9963;p59"/>
            <p:cNvSpPr/>
            <p:nvPr/>
          </p:nvSpPr>
          <p:spPr>
            <a:xfrm>
              <a:off x="7722858" y="3722495"/>
              <a:ext cx="40536" cy="111657"/>
            </a:xfrm>
            <a:custGeom>
              <a:avLst/>
              <a:gdLst/>
              <a:ahLst/>
              <a:cxnLst/>
              <a:rect l="l" t="t" r="r" b="b"/>
              <a:pathLst>
                <a:path w="831" h="2289" extrusionOk="0">
                  <a:moveTo>
                    <a:pt x="239" y="0"/>
                  </a:moveTo>
                  <a:lnTo>
                    <a:pt x="0" y="25"/>
                  </a:lnTo>
                  <a:cubicBezTo>
                    <a:pt x="164" y="164"/>
                    <a:pt x="290" y="340"/>
                    <a:pt x="390" y="528"/>
                  </a:cubicBezTo>
                  <a:cubicBezTo>
                    <a:pt x="516" y="767"/>
                    <a:pt x="579" y="1031"/>
                    <a:pt x="579" y="1308"/>
                  </a:cubicBezTo>
                  <a:cubicBezTo>
                    <a:pt x="579" y="1572"/>
                    <a:pt x="516" y="1836"/>
                    <a:pt x="390" y="2088"/>
                  </a:cubicBezTo>
                  <a:cubicBezTo>
                    <a:pt x="352" y="2151"/>
                    <a:pt x="315" y="2213"/>
                    <a:pt x="277" y="2289"/>
                  </a:cubicBezTo>
                  <a:lnTo>
                    <a:pt x="541" y="2251"/>
                  </a:lnTo>
                  <a:cubicBezTo>
                    <a:pt x="705" y="1974"/>
                    <a:pt x="805" y="1660"/>
                    <a:pt x="818" y="1333"/>
                  </a:cubicBezTo>
                  <a:cubicBezTo>
                    <a:pt x="830" y="830"/>
                    <a:pt x="617" y="340"/>
                    <a:pt x="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4" name="Google Shape;9964;p59"/>
            <p:cNvSpPr/>
            <p:nvPr/>
          </p:nvSpPr>
          <p:spPr>
            <a:xfrm>
              <a:off x="7141362" y="4048833"/>
              <a:ext cx="58341" cy="174242"/>
            </a:xfrm>
            <a:custGeom>
              <a:avLst/>
              <a:gdLst/>
              <a:ahLst/>
              <a:cxnLst/>
              <a:rect l="l" t="t" r="r" b="b"/>
              <a:pathLst>
                <a:path w="1196" h="3572" extrusionOk="0">
                  <a:moveTo>
                    <a:pt x="931" y="0"/>
                  </a:moveTo>
                  <a:cubicBezTo>
                    <a:pt x="0" y="1182"/>
                    <a:pt x="164" y="2653"/>
                    <a:pt x="604" y="3534"/>
                  </a:cubicBezTo>
                  <a:lnTo>
                    <a:pt x="881" y="3571"/>
                  </a:lnTo>
                  <a:cubicBezTo>
                    <a:pt x="805" y="3445"/>
                    <a:pt x="742" y="3307"/>
                    <a:pt x="692" y="3169"/>
                  </a:cubicBezTo>
                  <a:cubicBezTo>
                    <a:pt x="554" y="2804"/>
                    <a:pt x="478" y="2402"/>
                    <a:pt x="478" y="1999"/>
                  </a:cubicBezTo>
                  <a:cubicBezTo>
                    <a:pt x="478" y="1610"/>
                    <a:pt x="554" y="1207"/>
                    <a:pt x="705" y="830"/>
                  </a:cubicBezTo>
                  <a:cubicBezTo>
                    <a:pt x="818" y="541"/>
                    <a:pt x="994" y="252"/>
                    <a:pt x="1195" y="13"/>
                  </a:cubicBezTo>
                  <a:lnTo>
                    <a:pt x="9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5" name="Google Shape;9965;p59"/>
            <p:cNvSpPr/>
            <p:nvPr/>
          </p:nvSpPr>
          <p:spPr>
            <a:xfrm>
              <a:off x="7610617" y="3731666"/>
              <a:ext cx="39268" cy="114779"/>
            </a:xfrm>
            <a:custGeom>
              <a:avLst/>
              <a:gdLst/>
              <a:ahLst/>
              <a:cxnLst/>
              <a:rect l="l" t="t" r="r" b="b"/>
              <a:pathLst>
                <a:path w="805" h="2353" extrusionOk="0">
                  <a:moveTo>
                    <a:pt x="239" y="1"/>
                  </a:moveTo>
                  <a:lnTo>
                    <a:pt x="0" y="13"/>
                  </a:lnTo>
                  <a:cubicBezTo>
                    <a:pt x="151" y="164"/>
                    <a:pt x="277" y="328"/>
                    <a:pt x="377" y="516"/>
                  </a:cubicBezTo>
                  <a:cubicBezTo>
                    <a:pt x="491" y="768"/>
                    <a:pt x="553" y="1045"/>
                    <a:pt x="553" y="1321"/>
                  </a:cubicBezTo>
                  <a:cubicBezTo>
                    <a:pt x="553" y="1598"/>
                    <a:pt x="491" y="1862"/>
                    <a:pt x="365" y="2113"/>
                  </a:cubicBezTo>
                  <a:cubicBezTo>
                    <a:pt x="327" y="2201"/>
                    <a:pt x="277" y="2277"/>
                    <a:pt x="227" y="2352"/>
                  </a:cubicBezTo>
                  <a:lnTo>
                    <a:pt x="491" y="2327"/>
                  </a:lnTo>
                  <a:cubicBezTo>
                    <a:pt x="679" y="2038"/>
                    <a:pt x="780" y="1698"/>
                    <a:pt x="792" y="1346"/>
                  </a:cubicBezTo>
                  <a:cubicBezTo>
                    <a:pt x="805" y="843"/>
                    <a:pt x="604" y="353"/>
                    <a:pt x="2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6" name="Google Shape;9966;p59"/>
            <p:cNvSpPr/>
            <p:nvPr/>
          </p:nvSpPr>
          <p:spPr>
            <a:xfrm>
              <a:off x="7634519" y="3723714"/>
              <a:ext cx="109218" cy="126389"/>
            </a:xfrm>
            <a:custGeom>
              <a:avLst/>
              <a:gdLst/>
              <a:ahLst/>
              <a:cxnLst/>
              <a:rect l="l" t="t" r="r" b="b"/>
              <a:pathLst>
                <a:path w="2239" h="2591" extrusionOk="0">
                  <a:moveTo>
                    <a:pt x="1761" y="0"/>
                  </a:moveTo>
                  <a:lnTo>
                    <a:pt x="1" y="139"/>
                  </a:lnTo>
                  <a:cubicBezTo>
                    <a:pt x="340" y="516"/>
                    <a:pt x="516" y="1006"/>
                    <a:pt x="504" y="1522"/>
                  </a:cubicBezTo>
                  <a:cubicBezTo>
                    <a:pt x="491" y="1849"/>
                    <a:pt x="403" y="2176"/>
                    <a:pt x="252" y="2465"/>
                  </a:cubicBezTo>
                  <a:lnTo>
                    <a:pt x="1786" y="2289"/>
                  </a:lnTo>
                  <a:lnTo>
                    <a:pt x="1749" y="2591"/>
                  </a:lnTo>
                  <a:cubicBezTo>
                    <a:pt x="1887" y="2415"/>
                    <a:pt x="2000" y="2226"/>
                    <a:pt x="2088" y="2012"/>
                  </a:cubicBezTo>
                  <a:cubicBezTo>
                    <a:pt x="2176" y="1773"/>
                    <a:pt x="2226" y="1535"/>
                    <a:pt x="2226" y="1283"/>
                  </a:cubicBezTo>
                  <a:cubicBezTo>
                    <a:pt x="2239" y="1032"/>
                    <a:pt x="2189" y="793"/>
                    <a:pt x="2088" y="554"/>
                  </a:cubicBezTo>
                  <a:cubicBezTo>
                    <a:pt x="2013" y="365"/>
                    <a:pt x="1899" y="176"/>
                    <a:pt x="17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7" name="Google Shape;9967;p59"/>
            <p:cNvSpPr/>
            <p:nvPr/>
          </p:nvSpPr>
          <p:spPr>
            <a:xfrm>
              <a:off x="7265895" y="3929810"/>
              <a:ext cx="30097" cy="82877"/>
            </a:xfrm>
            <a:custGeom>
              <a:avLst/>
              <a:gdLst/>
              <a:ahLst/>
              <a:cxnLst/>
              <a:rect l="l" t="t" r="r" b="b"/>
              <a:pathLst>
                <a:path w="617" h="1699" extrusionOk="0">
                  <a:moveTo>
                    <a:pt x="50" y="1"/>
                  </a:moveTo>
                  <a:cubicBezTo>
                    <a:pt x="13" y="177"/>
                    <a:pt x="0" y="353"/>
                    <a:pt x="0" y="541"/>
                  </a:cubicBezTo>
                  <a:cubicBezTo>
                    <a:pt x="13" y="944"/>
                    <a:pt x="138" y="1333"/>
                    <a:pt x="340" y="1673"/>
                  </a:cubicBezTo>
                  <a:lnTo>
                    <a:pt x="616" y="1698"/>
                  </a:lnTo>
                  <a:cubicBezTo>
                    <a:pt x="553" y="1610"/>
                    <a:pt x="491" y="1509"/>
                    <a:pt x="453" y="1396"/>
                  </a:cubicBezTo>
                  <a:cubicBezTo>
                    <a:pt x="315" y="1082"/>
                    <a:pt x="239" y="742"/>
                    <a:pt x="252" y="403"/>
                  </a:cubicBezTo>
                  <a:lnTo>
                    <a:pt x="264" y="151"/>
                  </a:lnTo>
                  <a:lnTo>
                    <a:pt x="289" y="51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8" name="Google Shape;9968;p59"/>
            <p:cNvSpPr/>
            <p:nvPr/>
          </p:nvSpPr>
          <p:spPr>
            <a:xfrm>
              <a:off x="7275065" y="3751324"/>
              <a:ext cx="118438" cy="135608"/>
            </a:xfrm>
            <a:custGeom>
              <a:avLst/>
              <a:gdLst/>
              <a:ahLst/>
              <a:cxnLst/>
              <a:rect l="l" t="t" r="r" b="b"/>
              <a:pathLst>
                <a:path w="2428" h="2780" extrusionOk="0">
                  <a:moveTo>
                    <a:pt x="1962" y="0"/>
                  </a:moveTo>
                  <a:lnTo>
                    <a:pt x="1" y="164"/>
                  </a:lnTo>
                  <a:cubicBezTo>
                    <a:pt x="604" y="830"/>
                    <a:pt x="868" y="1471"/>
                    <a:pt x="780" y="2075"/>
                  </a:cubicBezTo>
                  <a:cubicBezTo>
                    <a:pt x="743" y="2289"/>
                    <a:pt x="667" y="2503"/>
                    <a:pt x="541" y="2691"/>
                  </a:cubicBezTo>
                  <a:lnTo>
                    <a:pt x="2050" y="2515"/>
                  </a:lnTo>
                  <a:lnTo>
                    <a:pt x="1988" y="2779"/>
                  </a:lnTo>
                  <a:cubicBezTo>
                    <a:pt x="2264" y="2364"/>
                    <a:pt x="2415" y="1886"/>
                    <a:pt x="2428" y="1396"/>
                  </a:cubicBezTo>
                  <a:cubicBezTo>
                    <a:pt x="2428" y="1132"/>
                    <a:pt x="2377" y="868"/>
                    <a:pt x="2289" y="616"/>
                  </a:cubicBezTo>
                  <a:cubicBezTo>
                    <a:pt x="2201" y="403"/>
                    <a:pt x="2101" y="189"/>
                    <a:pt x="19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9" name="Google Shape;9969;p59"/>
            <p:cNvSpPr/>
            <p:nvPr/>
          </p:nvSpPr>
          <p:spPr>
            <a:xfrm>
              <a:off x="7816075" y="3715714"/>
              <a:ext cx="39951" cy="108048"/>
            </a:xfrm>
            <a:custGeom>
              <a:avLst/>
              <a:gdLst/>
              <a:ahLst/>
              <a:cxnLst/>
              <a:rect l="l" t="t" r="r" b="b"/>
              <a:pathLst>
                <a:path w="819" h="2215" extrusionOk="0">
                  <a:moveTo>
                    <a:pt x="240" y="1"/>
                  </a:moveTo>
                  <a:lnTo>
                    <a:pt x="1" y="13"/>
                  </a:lnTo>
                  <a:cubicBezTo>
                    <a:pt x="164" y="152"/>
                    <a:pt x="290" y="315"/>
                    <a:pt x="391" y="491"/>
                  </a:cubicBezTo>
                  <a:cubicBezTo>
                    <a:pt x="516" y="718"/>
                    <a:pt x="579" y="969"/>
                    <a:pt x="567" y="1233"/>
                  </a:cubicBezTo>
                  <a:cubicBezTo>
                    <a:pt x="567" y="1497"/>
                    <a:pt x="504" y="1749"/>
                    <a:pt x="378" y="1975"/>
                  </a:cubicBezTo>
                  <a:cubicBezTo>
                    <a:pt x="340" y="2063"/>
                    <a:pt x="290" y="2139"/>
                    <a:pt x="240" y="2214"/>
                  </a:cubicBezTo>
                  <a:lnTo>
                    <a:pt x="504" y="2176"/>
                  </a:lnTo>
                  <a:cubicBezTo>
                    <a:pt x="692" y="1912"/>
                    <a:pt x="806" y="1585"/>
                    <a:pt x="818" y="1258"/>
                  </a:cubicBezTo>
                  <a:cubicBezTo>
                    <a:pt x="818" y="768"/>
                    <a:pt x="617" y="315"/>
                    <a:pt x="2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0" name="Google Shape;9970;p59"/>
            <p:cNvSpPr/>
            <p:nvPr/>
          </p:nvSpPr>
          <p:spPr>
            <a:xfrm>
              <a:off x="7746760" y="3716349"/>
              <a:ext cx="89609" cy="120877"/>
            </a:xfrm>
            <a:custGeom>
              <a:avLst/>
              <a:gdLst/>
              <a:ahLst/>
              <a:cxnLst/>
              <a:rect l="l" t="t" r="r" b="b"/>
              <a:pathLst>
                <a:path w="1837" h="2478" extrusionOk="0">
                  <a:moveTo>
                    <a:pt x="1384" y="0"/>
                  </a:moveTo>
                  <a:lnTo>
                    <a:pt x="1" y="114"/>
                  </a:lnTo>
                  <a:cubicBezTo>
                    <a:pt x="353" y="478"/>
                    <a:pt x="542" y="969"/>
                    <a:pt x="529" y="1472"/>
                  </a:cubicBezTo>
                  <a:cubicBezTo>
                    <a:pt x="516" y="1774"/>
                    <a:pt x="441" y="2075"/>
                    <a:pt x="290" y="2352"/>
                  </a:cubicBezTo>
                  <a:lnTo>
                    <a:pt x="1409" y="2226"/>
                  </a:lnTo>
                  <a:lnTo>
                    <a:pt x="1409" y="2226"/>
                  </a:lnTo>
                  <a:lnTo>
                    <a:pt x="1346" y="2478"/>
                  </a:lnTo>
                  <a:cubicBezTo>
                    <a:pt x="1497" y="2302"/>
                    <a:pt x="1610" y="2113"/>
                    <a:pt x="1686" y="1912"/>
                  </a:cubicBezTo>
                  <a:cubicBezTo>
                    <a:pt x="1786" y="1698"/>
                    <a:pt x="1824" y="1459"/>
                    <a:pt x="1837" y="1220"/>
                  </a:cubicBezTo>
                  <a:cubicBezTo>
                    <a:pt x="1837" y="981"/>
                    <a:pt x="1786" y="742"/>
                    <a:pt x="1698" y="516"/>
                  </a:cubicBezTo>
                  <a:cubicBezTo>
                    <a:pt x="1610" y="340"/>
                    <a:pt x="1510" y="164"/>
                    <a:pt x="1384" y="0"/>
                  </a:cubicBezTo>
                  <a:close/>
                </a:path>
              </a:pathLst>
            </a:custGeom>
            <a:solidFill>
              <a:srgbClr val="8A77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1" name="Google Shape;9971;p59"/>
            <p:cNvSpPr/>
            <p:nvPr/>
          </p:nvSpPr>
          <p:spPr>
            <a:xfrm>
              <a:off x="7520425" y="3732300"/>
              <a:ext cx="109853" cy="128877"/>
            </a:xfrm>
            <a:custGeom>
              <a:avLst/>
              <a:gdLst/>
              <a:ahLst/>
              <a:cxnLst/>
              <a:rect l="l" t="t" r="r" b="b"/>
              <a:pathLst>
                <a:path w="2252" h="2642" extrusionOk="0">
                  <a:moveTo>
                    <a:pt x="1799" y="0"/>
                  </a:moveTo>
                  <a:lnTo>
                    <a:pt x="1" y="151"/>
                  </a:lnTo>
                  <a:cubicBezTo>
                    <a:pt x="353" y="541"/>
                    <a:pt x="541" y="1057"/>
                    <a:pt x="516" y="1585"/>
                  </a:cubicBezTo>
                  <a:cubicBezTo>
                    <a:pt x="504" y="1912"/>
                    <a:pt x="428" y="2239"/>
                    <a:pt x="277" y="2541"/>
                  </a:cubicBezTo>
                  <a:lnTo>
                    <a:pt x="1849" y="2364"/>
                  </a:lnTo>
                  <a:lnTo>
                    <a:pt x="1786" y="2641"/>
                  </a:lnTo>
                  <a:cubicBezTo>
                    <a:pt x="2076" y="2251"/>
                    <a:pt x="2239" y="1786"/>
                    <a:pt x="2252" y="1296"/>
                  </a:cubicBezTo>
                  <a:cubicBezTo>
                    <a:pt x="2252" y="1044"/>
                    <a:pt x="2214" y="793"/>
                    <a:pt x="2113" y="554"/>
                  </a:cubicBezTo>
                  <a:cubicBezTo>
                    <a:pt x="2038" y="353"/>
                    <a:pt x="1925" y="176"/>
                    <a:pt x="1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2" name="Google Shape;9972;p59"/>
            <p:cNvSpPr/>
            <p:nvPr/>
          </p:nvSpPr>
          <p:spPr>
            <a:xfrm>
              <a:off x="7289163" y="4059223"/>
              <a:ext cx="60195" cy="180388"/>
            </a:xfrm>
            <a:custGeom>
              <a:avLst/>
              <a:gdLst/>
              <a:ahLst/>
              <a:cxnLst/>
              <a:rect l="l" t="t" r="r" b="b"/>
              <a:pathLst>
                <a:path w="1234" h="3698" extrusionOk="0">
                  <a:moveTo>
                    <a:pt x="957" y="1"/>
                  </a:moveTo>
                  <a:cubicBezTo>
                    <a:pt x="1" y="1271"/>
                    <a:pt x="215" y="2780"/>
                    <a:pt x="630" y="3660"/>
                  </a:cubicBezTo>
                  <a:lnTo>
                    <a:pt x="919" y="3698"/>
                  </a:lnTo>
                  <a:cubicBezTo>
                    <a:pt x="844" y="3559"/>
                    <a:pt x="781" y="3421"/>
                    <a:pt x="730" y="3283"/>
                  </a:cubicBezTo>
                  <a:cubicBezTo>
                    <a:pt x="592" y="2906"/>
                    <a:pt x="517" y="2491"/>
                    <a:pt x="517" y="2088"/>
                  </a:cubicBezTo>
                  <a:cubicBezTo>
                    <a:pt x="504" y="1673"/>
                    <a:pt x="579" y="1271"/>
                    <a:pt x="730" y="881"/>
                  </a:cubicBezTo>
                  <a:cubicBezTo>
                    <a:pt x="856" y="567"/>
                    <a:pt x="1020" y="277"/>
                    <a:pt x="1233" y="26"/>
                  </a:cubicBezTo>
                  <a:lnTo>
                    <a:pt x="9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3" name="Google Shape;9973;p59"/>
            <p:cNvSpPr/>
            <p:nvPr/>
          </p:nvSpPr>
          <p:spPr>
            <a:xfrm>
              <a:off x="7288577" y="3911420"/>
              <a:ext cx="123316" cy="117218"/>
            </a:xfrm>
            <a:custGeom>
              <a:avLst/>
              <a:gdLst/>
              <a:ahLst/>
              <a:cxnLst/>
              <a:rect l="l" t="t" r="r" b="b"/>
              <a:pathLst>
                <a:path w="2528" h="2403" extrusionOk="0">
                  <a:moveTo>
                    <a:pt x="2465" y="0"/>
                  </a:moveTo>
                  <a:cubicBezTo>
                    <a:pt x="1629" y="268"/>
                    <a:pt x="960" y="516"/>
                    <a:pt x="451" y="516"/>
                  </a:cubicBezTo>
                  <a:cubicBezTo>
                    <a:pt x="387" y="516"/>
                    <a:pt x="324" y="512"/>
                    <a:pt x="264" y="503"/>
                  </a:cubicBezTo>
                  <a:cubicBezTo>
                    <a:pt x="202" y="503"/>
                    <a:pt x="126" y="478"/>
                    <a:pt x="26" y="466"/>
                  </a:cubicBezTo>
                  <a:cubicBezTo>
                    <a:pt x="13" y="566"/>
                    <a:pt x="0" y="679"/>
                    <a:pt x="0" y="792"/>
                  </a:cubicBezTo>
                  <a:lnTo>
                    <a:pt x="0" y="1019"/>
                  </a:lnTo>
                  <a:cubicBezTo>
                    <a:pt x="0" y="1094"/>
                    <a:pt x="26" y="1182"/>
                    <a:pt x="38" y="1258"/>
                  </a:cubicBezTo>
                  <a:lnTo>
                    <a:pt x="76" y="1484"/>
                  </a:lnTo>
                  <a:lnTo>
                    <a:pt x="139" y="1710"/>
                  </a:lnTo>
                  <a:cubicBezTo>
                    <a:pt x="214" y="1962"/>
                    <a:pt x="340" y="2188"/>
                    <a:pt x="478" y="2402"/>
                  </a:cubicBezTo>
                  <a:lnTo>
                    <a:pt x="428" y="2100"/>
                  </a:lnTo>
                  <a:lnTo>
                    <a:pt x="2528" y="2289"/>
                  </a:lnTo>
                  <a:cubicBezTo>
                    <a:pt x="2364" y="1937"/>
                    <a:pt x="2276" y="1547"/>
                    <a:pt x="2251" y="1157"/>
                  </a:cubicBezTo>
                  <a:cubicBezTo>
                    <a:pt x="2239" y="767"/>
                    <a:pt x="2314" y="365"/>
                    <a:pt x="24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4" name="Google Shape;9974;p59"/>
            <p:cNvSpPr/>
            <p:nvPr/>
          </p:nvSpPr>
          <p:spPr>
            <a:xfrm>
              <a:off x="7803831" y="4016297"/>
              <a:ext cx="113511" cy="16000"/>
            </a:xfrm>
            <a:custGeom>
              <a:avLst/>
              <a:gdLst/>
              <a:ahLst/>
              <a:cxnLst/>
              <a:rect l="l" t="t" r="r" b="b"/>
              <a:pathLst>
                <a:path w="2327" h="328" extrusionOk="0">
                  <a:moveTo>
                    <a:pt x="2327" y="1"/>
                  </a:moveTo>
                  <a:lnTo>
                    <a:pt x="1233" y="114"/>
                  </a:lnTo>
                  <a:lnTo>
                    <a:pt x="704" y="177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164" y="302"/>
                  </a:lnTo>
                  <a:lnTo>
                    <a:pt x="1245" y="151"/>
                  </a:lnTo>
                  <a:lnTo>
                    <a:pt x="2327" y="1"/>
                  </a:lnTo>
                  <a:close/>
                </a:path>
              </a:pathLst>
            </a:custGeom>
            <a:solidFill>
              <a:srgbClr val="7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5" name="Google Shape;9975;p59"/>
            <p:cNvSpPr/>
            <p:nvPr/>
          </p:nvSpPr>
          <p:spPr>
            <a:xfrm>
              <a:off x="7372624" y="3750104"/>
              <a:ext cx="41122" cy="122730"/>
            </a:xfrm>
            <a:custGeom>
              <a:avLst/>
              <a:gdLst/>
              <a:ahLst/>
              <a:cxnLst/>
              <a:rect l="l" t="t" r="r" b="b"/>
              <a:pathLst>
                <a:path w="843" h="2516" extrusionOk="0">
                  <a:moveTo>
                    <a:pt x="252" y="0"/>
                  </a:moveTo>
                  <a:lnTo>
                    <a:pt x="0" y="25"/>
                  </a:lnTo>
                  <a:cubicBezTo>
                    <a:pt x="377" y="390"/>
                    <a:pt x="591" y="905"/>
                    <a:pt x="591" y="1434"/>
                  </a:cubicBezTo>
                  <a:cubicBezTo>
                    <a:pt x="579" y="1723"/>
                    <a:pt x="516" y="1999"/>
                    <a:pt x="403" y="2264"/>
                  </a:cubicBezTo>
                  <a:cubicBezTo>
                    <a:pt x="365" y="2352"/>
                    <a:pt x="315" y="2440"/>
                    <a:pt x="264" y="2515"/>
                  </a:cubicBezTo>
                  <a:lnTo>
                    <a:pt x="541" y="2490"/>
                  </a:lnTo>
                  <a:cubicBezTo>
                    <a:pt x="717" y="2176"/>
                    <a:pt x="818" y="1836"/>
                    <a:pt x="830" y="1471"/>
                  </a:cubicBezTo>
                  <a:cubicBezTo>
                    <a:pt x="843" y="931"/>
                    <a:pt x="641" y="390"/>
                    <a:pt x="2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6" name="Google Shape;9976;p59"/>
            <p:cNvSpPr/>
            <p:nvPr/>
          </p:nvSpPr>
          <p:spPr>
            <a:xfrm>
              <a:off x="7495889" y="3740251"/>
              <a:ext cx="41170" cy="118438"/>
            </a:xfrm>
            <a:custGeom>
              <a:avLst/>
              <a:gdLst/>
              <a:ahLst/>
              <a:cxnLst/>
              <a:rect l="l" t="t" r="r" b="b"/>
              <a:pathLst>
                <a:path w="844" h="2428" extrusionOk="0">
                  <a:moveTo>
                    <a:pt x="252" y="1"/>
                  </a:moveTo>
                  <a:lnTo>
                    <a:pt x="1" y="13"/>
                  </a:lnTo>
                  <a:cubicBezTo>
                    <a:pt x="177" y="177"/>
                    <a:pt x="303" y="353"/>
                    <a:pt x="403" y="554"/>
                  </a:cubicBezTo>
                  <a:cubicBezTo>
                    <a:pt x="529" y="818"/>
                    <a:pt x="592" y="1095"/>
                    <a:pt x="592" y="1372"/>
                  </a:cubicBezTo>
                  <a:cubicBezTo>
                    <a:pt x="579" y="1661"/>
                    <a:pt x="516" y="1937"/>
                    <a:pt x="403" y="2189"/>
                  </a:cubicBezTo>
                  <a:cubicBezTo>
                    <a:pt x="365" y="2277"/>
                    <a:pt x="315" y="2352"/>
                    <a:pt x="265" y="2428"/>
                  </a:cubicBezTo>
                  <a:lnTo>
                    <a:pt x="529" y="2403"/>
                  </a:lnTo>
                  <a:cubicBezTo>
                    <a:pt x="717" y="2101"/>
                    <a:pt x="818" y="1761"/>
                    <a:pt x="831" y="1409"/>
                  </a:cubicBezTo>
                  <a:cubicBezTo>
                    <a:pt x="843" y="881"/>
                    <a:pt x="629" y="366"/>
                    <a:pt x="2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7" name="Google Shape;9977;p59"/>
            <p:cNvSpPr/>
            <p:nvPr/>
          </p:nvSpPr>
          <p:spPr>
            <a:xfrm>
              <a:off x="7396525" y="3741519"/>
              <a:ext cx="120291" cy="131316"/>
            </a:xfrm>
            <a:custGeom>
              <a:avLst/>
              <a:gdLst/>
              <a:ahLst/>
              <a:cxnLst/>
              <a:rect l="l" t="t" r="r" b="b"/>
              <a:pathLst>
                <a:path w="2466" h="2692" extrusionOk="0">
                  <a:moveTo>
                    <a:pt x="2000" y="0"/>
                  </a:moveTo>
                  <a:lnTo>
                    <a:pt x="1" y="164"/>
                  </a:lnTo>
                  <a:cubicBezTo>
                    <a:pt x="353" y="578"/>
                    <a:pt x="541" y="1107"/>
                    <a:pt x="529" y="1647"/>
                  </a:cubicBezTo>
                  <a:cubicBezTo>
                    <a:pt x="516" y="1999"/>
                    <a:pt x="428" y="2326"/>
                    <a:pt x="277" y="2641"/>
                  </a:cubicBezTo>
                  <a:lnTo>
                    <a:pt x="2075" y="2440"/>
                  </a:lnTo>
                  <a:lnTo>
                    <a:pt x="2025" y="2691"/>
                  </a:lnTo>
                  <a:cubicBezTo>
                    <a:pt x="2302" y="2301"/>
                    <a:pt x="2453" y="1836"/>
                    <a:pt x="2465" y="1358"/>
                  </a:cubicBezTo>
                  <a:cubicBezTo>
                    <a:pt x="2465" y="1094"/>
                    <a:pt x="2415" y="830"/>
                    <a:pt x="2327" y="591"/>
                  </a:cubicBezTo>
                  <a:cubicBezTo>
                    <a:pt x="2239" y="377"/>
                    <a:pt x="2138" y="189"/>
                    <a:pt x="20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8" name="Google Shape;9978;p59"/>
            <p:cNvSpPr/>
            <p:nvPr/>
          </p:nvSpPr>
          <p:spPr>
            <a:xfrm>
              <a:off x="7412476" y="3900981"/>
              <a:ext cx="30731" cy="125169"/>
            </a:xfrm>
            <a:custGeom>
              <a:avLst/>
              <a:gdLst/>
              <a:ahLst/>
              <a:cxnLst/>
              <a:rect l="l" t="t" r="r" b="b"/>
              <a:pathLst>
                <a:path w="630" h="2566" extrusionOk="0">
                  <a:moveTo>
                    <a:pt x="617" y="0"/>
                  </a:moveTo>
                  <a:lnTo>
                    <a:pt x="327" y="89"/>
                  </a:lnTo>
                  <a:cubicBezTo>
                    <a:pt x="114" y="478"/>
                    <a:pt x="1" y="918"/>
                    <a:pt x="13" y="1371"/>
                  </a:cubicBezTo>
                  <a:cubicBezTo>
                    <a:pt x="26" y="1774"/>
                    <a:pt x="139" y="2176"/>
                    <a:pt x="340" y="2541"/>
                  </a:cubicBezTo>
                  <a:lnTo>
                    <a:pt x="629" y="2566"/>
                  </a:lnTo>
                  <a:cubicBezTo>
                    <a:pt x="554" y="2465"/>
                    <a:pt x="504" y="2352"/>
                    <a:pt x="453" y="2251"/>
                  </a:cubicBezTo>
                  <a:cubicBezTo>
                    <a:pt x="315" y="1924"/>
                    <a:pt x="252" y="1572"/>
                    <a:pt x="252" y="1233"/>
                  </a:cubicBezTo>
                  <a:cubicBezTo>
                    <a:pt x="252" y="1145"/>
                    <a:pt x="265" y="1057"/>
                    <a:pt x="277" y="969"/>
                  </a:cubicBezTo>
                  <a:cubicBezTo>
                    <a:pt x="277" y="881"/>
                    <a:pt x="302" y="793"/>
                    <a:pt x="327" y="705"/>
                  </a:cubicBezTo>
                  <a:lnTo>
                    <a:pt x="403" y="453"/>
                  </a:lnTo>
                  <a:cubicBezTo>
                    <a:pt x="428" y="365"/>
                    <a:pt x="466" y="302"/>
                    <a:pt x="504" y="214"/>
                  </a:cubicBezTo>
                  <a:cubicBezTo>
                    <a:pt x="541" y="139"/>
                    <a:pt x="579" y="63"/>
                    <a:pt x="6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9" name="Google Shape;9979;p59"/>
            <p:cNvSpPr/>
            <p:nvPr/>
          </p:nvSpPr>
          <p:spPr>
            <a:xfrm>
              <a:off x="7435793" y="3883176"/>
              <a:ext cx="139267" cy="158340"/>
            </a:xfrm>
            <a:custGeom>
              <a:avLst/>
              <a:gdLst/>
              <a:ahLst/>
              <a:cxnLst/>
              <a:rect l="l" t="t" r="r" b="b"/>
              <a:pathLst>
                <a:path w="2855" h="3246" extrusionOk="0">
                  <a:moveTo>
                    <a:pt x="2063" y="1"/>
                  </a:moveTo>
                  <a:lnTo>
                    <a:pt x="1283" y="89"/>
                  </a:lnTo>
                  <a:cubicBezTo>
                    <a:pt x="956" y="152"/>
                    <a:pt x="642" y="227"/>
                    <a:pt x="327" y="315"/>
                  </a:cubicBezTo>
                  <a:cubicBezTo>
                    <a:pt x="277" y="416"/>
                    <a:pt x="227" y="529"/>
                    <a:pt x="176" y="642"/>
                  </a:cubicBezTo>
                  <a:cubicBezTo>
                    <a:pt x="63" y="944"/>
                    <a:pt x="0" y="1271"/>
                    <a:pt x="0" y="1585"/>
                  </a:cubicBezTo>
                  <a:lnTo>
                    <a:pt x="0" y="1824"/>
                  </a:lnTo>
                  <a:cubicBezTo>
                    <a:pt x="0" y="1912"/>
                    <a:pt x="13" y="1988"/>
                    <a:pt x="26" y="2076"/>
                  </a:cubicBezTo>
                  <a:cubicBezTo>
                    <a:pt x="38" y="2151"/>
                    <a:pt x="51" y="2227"/>
                    <a:pt x="76" y="2302"/>
                  </a:cubicBezTo>
                  <a:lnTo>
                    <a:pt x="139" y="2541"/>
                  </a:lnTo>
                  <a:cubicBezTo>
                    <a:pt x="214" y="2792"/>
                    <a:pt x="327" y="3031"/>
                    <a:pt x="466" y="3245"/>
                  </a:cubicBezTo>
                  <a:lnTo>
                    <a:pt x="403" y="2943"/>
                  </a:lnTo>
                  <a:lnTo>
                    <a:pt x="2188" y="3107"/>
                  </a:lnTo>
                  <a:cubicBezTo>
                    <a:pt x="2050" y="2893"/>
                    <a:pt x="1962" y="2654"/>
                    <a:pt x="1924" y="2403"/>
                  </a:cubicBezTo>
                  <a:cubicBezTo>
                    <a:pt x="1811" y="1673"/>
                    <a:pt x="2126" y="881"/>
                    <a:pt x="2855" y="51"/>
                  </a:cubicBezTo>
                  <a:lnTo>
                    <a:pt x="206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0" name="Google Shape;9980;p59"/>
            <p:cNvSpPr/>
            <p:nvPr/>
          </p:nvSpPr>
          <p:spPr>
            <a:xfrm>
              <a:off x="7431500" y="4073321"/>
              <a:ext cx="453947" cy="192681"/>
            </a:xfrm>
            <a:custGeom>
              <a:avLst/>
              <a:gdLst/>
              <a:ahLst/>
              <a:cxnLst/>
              <a:rect l="l" t="t" r="r" b="b"/>
              <a:pathLst>
                <a:path w="9306" h="3950" extrusionOk="0">
                  <a:moveTo>
                    <a:pt x="5822" y="341"/>
                  </a:moveTo>
                  <a:lnTo>
                    <a:pt x="5822" y="341"/>
                  </a:lnTo>
                  <a:cubicBezTo>
                    <a:pt x="5420" y="416"/>
                    <a:pt x="5005" y="479"/>
                    <a:pt x="4590" y="542"/>
                  </a:cubicBezTo>
                  <a:cubicBezTo>
                    <a:pt x="4175" y="605"/>
                    <a:pt x="3760" y="667"/>
                    <a:pt x="3358" y="730"/>
                  </a:cubicBezTo>
                  <a:cubicBezTo>
                    <a:pt x="2943" y="781"/>
                    <a:pt x="2528" y="831"/>
                    <a:pt x="2113" y="881"/>
                  </a:cubicBezTo>
                  <a:cubicBezTo>
                    <a:pt x="1698" y="932"/>
                    <a:pt x="1283" y="982"/>
                    <a:pt x="868" y="1020"/>
                  </a:cubicBezTo>
                  <a:cubicBezTo>
                    <a:pt x="1283" y="944"/>
                    <a:pt x="1698" y="881"/>
                    <a:pt x="2100" y="818"/>
                  </a:cubicBezTo>
                  <a:cubicBezTo>
                    <a:pt x="2515" y="755"/>
                    <a:pt x="2930" y="693"/>
                    <a:pt x="3345" y="642"/>
                  </a:cubicBezTo>
                  <a:cubicBezTo>
                    <a:pt x="3748" y="579"/>
                    <a:pt x="4163" y="529"/>
                    <a:pt x="4578" y="479"/>
                  </a:cubicBezTo>
                  <a:cubicBezTo>
                    <a:pt x="4993" y="429"/>
                    <a:pt x="5408" y="378"/>
                    <a:pt x="5822" y="341"/>
                  </a:cubicBezTo>
                  <a:close/>
                  <a:moveTo>
                    <a:pt x="7042" y="818"/>
                  </a:moveTo>
                  <a:lnTo>
                    <a:pt x="7042" y="818"/>
                  </a:lnTo>
                  <a:cubicBezTo>
                    <a:pt x="6527" y="919"/>
                    <a:pt x="5999" y="1007"/>
                    <a:pt x="5470" y="1082"/>
                  </a:cubicBezTo>
                  <a:lnTo>
                    <a:pt x="3899" y="1321"/>
                  </a:lnTo>
                  <a:lnTo>
                    <a:pt x="2327" y="1548"/>
                  </a:lnTo>
                  <a:cubicBezTo>
                    <a:pt x="1799" y="1611"/>
                    <a:pt x="1283" y="1686"/>
                    <a:pt x="755" y="1736"/>
                  </a:cubicBezTo>
                  <a:cubicBezTo>
                    <a:pt x="1283" y="1648"/>
                    <a:pt x="1799" y="1560"/>
                    <a:pt x="2327" y="1485"/>
                  </a:cubicBezTo>
                  <a:lnTo>
                    <a:pt x="3899" y="1246"/>
                  </a:lnTo>
                  <a:lnTo>
                    <a:pt x="5470" y="1020"/>
                  </a:lnTo>
                  <a:cubicBezTo>
                    <a:pt x="5999" y="957"/>
                    <a:pt x="6527" y="881"/>
                    <a:pt x="7042" y="818"/>
                  </a:cubicBezTo>
                  <a:close/>
                  <a:moveTo>
                    <a:pt x="8727" y="1196"/>
                  </a:moveTo>
                  <a:cubicBezTo>
                    <a:pt x="8438" y="1258"/>
                    <a:pt x="8149" y="1321"/>
                    <a:pt x="7860" y="1384"/>
                  </a:cubicBezTo>
                  <a:cubicBezTo>
                    <a:pt x="7570" y="1447"/>
                    <a:pt x="7281" y="1497"/>
                    <a:pt x="6992" y="1560"/>
                  </a:cubicBezTo>
                  <a:cubicBezTo>
                    <a:pt x="6703" y="1623"/>
                    <a:pt x="6401" y="1673"/>
                    <a:pt x="6112" y="1724"/>
                  </a:cubicBezTo>
                  <a:cubicBezTo>
                    <a:pt x="5822" y="1774"/>
                    <a:pt x="5533" y="1812"/>
                    <a:pt x="5231" y="1849"/>
                  </a:cubicBezTo>
                  <a:cubicBezTo>
                    <a:pt x="5533" y="1787"/>
                    <a:pt x="5822" y="1724"/>
                    <a:pt x="6112" y="1661"/>
                  </a:cubicBezTo>
                  <a:lnTo>
                    <a:pt x="6099" y="1661"/>
                  </a:lnTo>
                  <a:cubicBezTo>
                    <a:pt x="6388" y="1598"/>
                    <a:pt x="6678" y="1535"/>
                    <a:pt x="6967" y="1485"/>
                  </a:cubicBezTo>
                  <a:cubicBezTo>
                    <a:pt x="7256" y="1422"/>
                    <a:pt x="7558" y="1372"/>
                    <a:pt x="7847" y="1321"/>
                  </a:cubicBezTo>
                  <a:cubicBezTo>
                    <a:pt x="8136" y="1271"/>
                    <a:pt x="8425" y="1233"/>
                    <a:pt x="8727" y="1196"/>
                  </a:cubicBezTo>
                  <a:close/>
                  <a:moveTo>
                    <a:pt x="9079" y="1"/>
                  </a:moveTo>
                  <a:lnTo>
                    <a:pt x="9079" y="1"/>
                  </a:lnTo>
                  <a:cubicBezTo>
                    <a:pt x="8394" y="77"/>
                    <a:pt x="4860" y="473"/>
                    <a:pt x="3055" y="473"/>
                  </a:cubicBezTo>
                  <a:cubicBezTo>
                    <a:pt x="2772" y="473"/>
                    <a:pt x="2532" y="463"/>
                    <a:pt x="2352" y="441"/>
                  </a:cubicBezTo>
                  <a:cubicBezTo>
                    <a:pt x="2239" y="429"/>
                    <a:pt x="2151" y="416"/>
                    <a:pt x="2063" y="391"/>
                  </a:cubicBezTo>
                  <a:lnTo>
                    <a:pt x="1031" y="517"/>
                  </a:lnTo>
                  <a:lnTo>
                    <a:pt x="1987" y="378"/>
                  </a:lnTo>
                  <a:cubicBezTo>
                    <a:pt x="1811" y="353"/>
                    <a:pt x="1635" y="303"/>
                    <a:pt x="1459" y="227"/>
                  </a:cubicBezTo>
                  <a:lnTo>
                    <a:pt x="742" y="315"/>
                  </a:lnTo>
                  <a:cubicBezTo>
                    <a:pt x="352" y="856"/>
                    <a:pt x="114" y="1472"/>
                    <a:pt x="26" y="2126"/>
                  </a:cubicBezTo>
                  <a:lnTo>
                    <a:pt x="8727" y="844"/>
                  </a:lnTo>
                  <a:lnTo>
                    <a:pt x="13" y="2302"/>
                  </a:lnTo>
                  <a:cubicBezTo>
                    <a:pt x="0" y="2390"/>
                    <a:pt x="0" y="2491"/>
                    <a:pt x="13" y="2591"/>
                  </a:cubicBezTo>
                  <a:lnTo>
                    <a:pt x="4515" y="1950"/>
                  </a:lnTo>
                  <a:lnTo>
                    <a:pt x="26" y="2755"/>
                  </a:lnTo>
                  <a:lnTo>
                    <a:pt x="26" y="2805"/>
                  </a:lnTo>
                  <a:cubicBezTo>
                    <a:pt x="88" y="3145"/>
                    <a:pt x="214" y="3459"/>
                    <a:pt x="403" y="3748"/>
                  </a:cubicBezTo>
                  <a:lnTo>
                    <a:pt x="8715" y="2026"/>
                  </a:lnTo>
                  <a:lnTo>
                    <a:pt x="528" y="3874"/>
                  </a:lnTo>
                  <a:lnTo>
                    <a:pt x="579" y="3949"/>
                  </a:lnTo>
                  <a:cubicBezTo>
                    <a:pt x="4716" y="3195"/>
                    <a:pt x="8602" y="2151"/>
                    <a:pt x="9306" y="1950"/>
                  </a:cubicBezTo>
                  <a:lnTo>
                    <a:pt x="9281" y="1849"/>
                  </a:lnTo>
                  <a:cubicBezTo>
                    <a:pt x="9255" y="1787"/>
                    <a:pt x="9243" y="1711"/>
                    <a:pt x="9218" y="1648"/>
                  </a:cubicBezTo>
                  <a:lnTo>
                    <a:pt x="943" y="3145"/>
                  </a:lnTo>
                  <a:lnTo>
                    <a:pt x="943" y="3145"/>
                  </a:lnTo>
                  <a:lnTo>
                    <a:pt x="9180" y="1497"/>
                  </a:lnTo>
                  <a:cubicBezTo>
                    <a:pt x="9092" y="1108"/>
                    <a:pt x="9042" y="718"/>
                    <a:pt x="9067" y="328"/>
                  </a:cubicBezTo>
                  <a:lnTo>
                    <a:pt x="9067" y="328"/>
                  </a:lnTo>
                  <a:lnTo>
                    <a:pt x="4527" y="919"/>
                  </a:lnTo>
                  <a:lnTo>
                    <a:pt x="4527" y="919"/>
                  </a:lnTo>
                  <a:lnTo>
                    <a:pt x="9067" y="164"/>
                  </a:lnTo>
                  <a:cubicBezTo>
                    <a:pt x="9067" y="102"/>
                    <a:pt x="9067" y="51"/>
                    <a:pt x="90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1" name="Google Shape;9981;p59"/>
            <p:cNvSpPr/>
            <p:nvPr/>
          </p:nvSpPr>
          <p:spPr>
            <a:xfrm>
              <a:off x="6790493" y="4021224"/>
              <a:ext cx="105560" cy="177315"/>
            </a:xfrm>
            <a:custGeom>
              <a:avLst/>
              <a:gdLst/>
              <a:ahLst/>
              <a:cxnLst/>
              <a:rect l="l" t="t" r="r" b="b"/>
              <a:pathLst>
                <a:path w="2164" h="3635" extrusionOk="0">
                  <a:moveTo>
                    <a:pt x="529" y="0"/>
                  </a:moveTo>
                  <a:cubicBezTo>
                    <a:pt x="378" y="252"/>
                    <a:pt x="252" y="503"/>
                    <a:pt x="164" y="780"/>
                  </a:cubicBezTo>
                  <a:cubicBezTo>
                    <a:pt x="51" y="1107"/>
                    <a:pt x="1" y="1446"/>
                    <a:pt x="1" y="1786"/>
                  </a:cubicBezTo>
                  <a:lnTo>
                    <a:pt x="13" y="2037"/>
                  </a:lnTo>
                  <a:lnTo>
                    <a:pt x="51" y="2289"/>
                  </a:lnTo>
                  <a:lnTo>
                    <a:pt x="89" y="2540"/>
                  </a:lnTo>
                  <a:lnTo>
                    <a:pt x="164" y="2792"/>
                  </a:lnTo>
                  <a:cubicBezTo>
                    <a:pt x="252" y="3094"/>
                    <a:pt x="390" y="3370"/>
                    <a:pt x="567" y="3634"/>
                  </a:cubicBezTo>
                  <a:lnTo>
                    <a:pt x="491" y="3270"/>
                  </a:lnTo>
                  <a:lnTo>
                    <a:pt x="491" y="3270"/>
                  </a:lnTo>
                  <a:lnTo>
                    <a:pt x="1811" y="3420"/>
                  </a:lnTo>
                  <a:cubicBezTo>
                    <a:pt x="1321" y="2339"/>
                    <a:pt x="1459" y="1082"/>
                    <a:pt x="2164" y="126"/>
                  </a:cubicBezTo>
                  <a:lnTo>
                    <a:pt x="5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2" name="Google Shape;9982;p59"/>
            <p:cNvSpPr/>
            <p:nvPr/>
          </p:nvSpPr>
          <p:spPr>
            <a:xfrm>
              <a:off x="6814444" y="4224831"/>
              <a:ext cx="341070" cy="38731"/>
            </a:xfrm>
            <a:custGeom>
              <a:avLst/>
              <a:gdLst/>
              <a:ahLst/>
              <a:cxnLst/>
              <a:rect l="l" t="t" r="r" b="b"/>
              <a:pathLst>
                <a:path w="6992" h="794" extrusionOk="0">
                  <a:moveTo>
                    <a:pt x="629" y="1"/>
                  </a:moveTo>
                  <a:lnTo>
                    <a:pt x="0" y="64"/>
                  </a:lnTo>
                  <a:lnTo>
                    <a:pt x="6438" y="793"/>
                  </a:lnTo>
                  <a:lnTo>
                    <a:pt x="6992" y="730"/>
                  </a:lnTo>
                  <a:cubicBezTo>
                    <a:pt x="4728" y="466"/>
                    <a:pt x="2339" y="202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3" name="Google Shape;9983;p59"/>
            <p:cNvSpPr/>
            <p:nvPr/>
          </p:nvSpPr>
          <p:spPr>
            <a:xfrm>
              <a:off x="7018048" y="3875225"/>
              <a:ext cx="112340" cy="133169"/>
            </a:xfrm>
            <a:custGeom>
              <a:avLst/>
              <a:gdLst/>
              <a:ahLst/>
              <a:cxnLst/>
              <a:rect l="l" t="t" r="r" b="b"/>
              <a:pathLst>
                <a:path w="2303" h="2730" extrusionOk="0">
                  <a:moveTo>
                    <a:pt x="328" y="0"/>
                  </a:moveTo>
                  <a:cubicBezTo>
                    <a:pt x="278" y="88"/>
                    <a:pt x="227" y="176"/>
                    <a:pt x="190" y="277"/>
                  </a:cubicBezTo>
                  <a:cubicBezTo>
                    <a:pt x="76" y="541"/>
                    <a:pt x="14" y="843"/>
                    <a:pt x="14" y="1132"/>
                  </a:cubicBezTo>
                  <a:cubicBezTo>
                    <a:pt x="1" y="1434"/>
                    <a:pt x="51" y="1736"/>
                    <a:pt x="152" y="2012"/>
                  </a:cubicBezTo>
                  <a:cubicBezTo>
                    <a:pt x="252" y="2264"/>
                    <a:pt x="378" y="2515"/>
                    <a:pt x="554" y="2729"/>
                  </a:cubicBezTo>
                  <a:lnTo>
                    <a:pt x="504" y="2364"/>
                  </a:lnTo>
                  <a:lnTo>
                    <a:pt x="2302" y="2515"/>
                  </a:lnTo>
                  <a:cubicBezTo>
                    <a:pt x="2139" y="2188"/>
                    <a:pt x="2038" y="1824"/>
                    <a:pt x="2025" y="1446"/>
                  </a:cubicBezTo>
                  <a:cubicBezTo>
                    <a:pt x="2013" y="1082"/>
                    <a:pt x="2076" y="730"/>
                    <a:pt x="2214" y="390"/>
                  </a:cubicBezTo>
                  <a:lnTo>
                    <a:pt x="1623" y="239"/>
                  </a:lnTo>
                  <a:cubicBezTo>
                    <a:pt x="1170" y="151"/>
                    <a:pt x="730" y="76"/>
                    <a:pt x="3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4" name="Google Shape;9984;p59"/>
            <p:cNvSpPr/>
            <p:nvPr/>
          </p:nvSpPr>
          <p:spPr>
            <a:xfrm>
              <a:off x="6907661" y="3854981"/>
              <a:ext cx="93267" cy="139901"/>
            </a:xfrm>
            <a:custGeom>
              <a:avLst/>
              <a:gdLst/>
              <a:ahLst/>
              <a:cxnLst/>
              <a:rect l="l" t="t" r="r" b="b"/>
              <a:pathLst>
                <a:path w="1912" h="2868" extrusionOk="0">
                  <a:moveTo>
                    <a:pt x="478" y="0"/>
                  </a:moveTo>
                  <a:cubicBezTo>
                    <a:pt x="365" y="164"/>
                    <a:pt x="265" y="340"/>
                    <a:pt x="189" y="516"/>
                  </a:cubicBezTo>
                  <a:cubicBezTo>
                    <a:pt x="63" y="780"/>
                    <a:pt x="13" y="1069"/>
                    <a:pt x="0" y="1358"/>
                  </a:cubicBezTo>
                  <a:cubicBezTo>
                    <a:pt x="0" y="1635"/>
                    <a:pt x="51" y="1924"/>
                    <a:pt x="151" y="2188"/>
                  </a:cubicBezTo>
                  <a:cubicBezTo>
                    <a:pt x="239" y="2440"/>
                    <a:pt x="378" y="2666"/>
                    <a:pt x="541" y="2867"/>
                  </a:cubicBezTo>
                  <a:lnTo>
                    <a:pt x="478" y="2578"/>
                  </a:lnTo>
                  <a:lnTo>
                    <a:pt x="1774" y="2691"/>
                  </a:lnTo>
                  <a:cubicBezTo>
                    <a:pt x="1623" y="2377"/>
                    <a:pt x="1535" y="2037"/>
                    <a:pt x="1522" y="1685"/>
                  </a:cubicBezTo>
                  <a:cubicBezTo>
                    <a:pt x="1497" y="1195"/>
                    <a:pt x="1635" y="705"/>
                    <a:pt x="1912" y="290"/>
                  </a:cubicBezTo>
                  <a:cubicBezTo>
                    <a:pt x="1333" y="176"/>
                    <a:pt x="843" y="76"/>
                    <a:pt x="4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5" name="Google Shape;9985;p59"/>
            <p:cNvSpPr/>
            <p:nvPr/>
          </p:nvSpPr>
          <p:spPr>
            <a:xfrm>
              <a:off x="7176336" y="4050053"/>
              <a:ext cx="142974" cy="191413"/>
            </a:xfrm>
            <a:custGeom>
              <a:avLst/>
              <a:gdLst/>
              <a:ahLst/>
              <a:cxnLst/>
              <a:rect l="l" t="t" r="r" b="b"/>
              <a:pathLst>
                <a:path w="2931" h="3924" extrusionOk="0">
                  <a:moveTo>
                    <a:pt x="528" y="0"/>
                  </a:moveTo>
                  <a:cubicBezTo>
                    <a:pt x="377" y="277"/>
                    <a:pt x="252" y="566"/>
                    <a:pt x="164" y="868"/>
                  </a:cubicBezTo>
                  <a:cubicBezTo>
                    <a:pt x="51" y="1232"/>
                    <a:pt x="0" y="1597"/>
                    <a:pt x="0" y="1974"/>
                  </a:cubicBezTo>
                  <a:lnTo>
                    <a:pt x="13" y="2251"/>
                  </a:lnTo>
                  <a:lnTo>
                    <a:pt x="38" y="2528"/>
                  </a:lnTo>
                  <a:cubicBezTo>
                    <a:pt x="51" y="2628"/>
                    <a:pt x="76" y="2716"/>
                    <a:pt x="88" y="2804"/>
                  </a:cubicBezTo>
                  <a:lnTo>
                    <a:pt x="151" y="3081"/>
                  </a:lnTo>
                  <a:cubicBezTo>
                    <a:pt x="239" y="3370"/>
                    <a:pt x="352" y="3659"/>
                    <a:pt x="503" y="3923"/>
                  </a:cubicBezTo>
                  <a:lnTo>
                    <a:pt x="440" y="3571"/>
                  </a:lnTo>
                  <a:lnTo>
                    <a:pt x="440" y="3571"/>
                  </a:lnTo>
                  <a:lnTo>
                    <a:pt x="2591" y="3810"/>
                  </a:lnTo>
                  <a:cubicBezTo>
                    <a:pt x="2188" y="2817"/>
                    <a:pt x="2125" y="1371"/>
                    <a:pt x="2930" y="164"/>
                  </a:cubicBezTo>
                  <a:lnTo>
                    <a:pt x="5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6" name="Google Shape;9986;p59"/>
            <p:cNvSpPr/>
            <p:nvPr/>
          </p:nvSpPr>
          <p:spPr>
            <a:xfrm>
              <a:off x="7325991" y="4060443"/>
              <a:ext cx="140535" cy="198827"/>
            </a:xfrm>
            <a:custGeom>
              <a:avLst/>
              <a:gdLst/>
              <a:ahLst/>
              <a:cxnLst/>
              <a:rect l="l" t="t" r="r" b="b"/>
              <a:pathLst>
                <a:path w="2881" h="4076" extrusionOk="0">
                  <a:moveTo>
                    <a:pt x="541" y="1"/>
                  </a:moveTo>
                  <a:cubicBezTo>
                    <a:pt x="378" y="290"/>
                    <a:pt x="252" y="605"/>
                    <a:pt x="164" y="919"/>
                  </a:cubicBezTo>
                  <a:cubicBezTo>
                    <a:pt x="51" y="1296"/>
                    <a:pt x="0" y="1673"/>
                    <a:pt x="0" y="2063"/>
                  </a:cubicBezTo>
                  <a:lnTo>
                    <a:pt x="13" y="2352"/>
                  </a:lnTo>
                  <a:lnTo>
                    <a:pt x="38" y="2642"/>
                  </a:lnTo>
                  <a:cubicBezTo>
                    <a:pt x="51" y="2730"/>
                    <a:pt x="76" y="2830"/>
                    <a:pt x="89" y="2918"/>
                  </a:cubicBezTo>
                  <a:lnTo>
                    <a:pt x="151" y="3207"/>
                  </a:lnTo>
                  <a:cubicBezTo>
                    <a:pt x="227" y="3509"/>
                    <a:pt x="353" y="3799"/>
                    <a:pt x="503" y="4075"/>
                  </a:cubicBezTo>
                  <a:lnTo>
                    <a:pt x="428" y="3710"/>
                  </a:lnTo>
                  <a:lnTo>
                    <a:pt x="2226" y="3912"/>
                  </a:lnTo>
                  <a:cubicBezTo>
                    <a:pt x="2088" y="3660"/>
                    <a:pt x="2000" y="3384"/>
                    <a:pt x="1962" y="3107"/>
                  </a:cubicBezTo>
                  <a:cubicBezTo>
                    <a:pt x="1811" y="2214"/>
                    <a:pt x="2113" y="1221"/>
                    <a:pt x="2880" y="177"/>
                  </a:cubicBezTo>
                  <a:lnTo>
                    <a:pt x="5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7" name="Google Shape;9987;p59"/>
            <p:cNvSpPr/>
            <p:nvPr/>
          </p:nvSpPr>
          <p:spPr>
            <a:xfrm>
              <a:off x="7470133" y="4164149"/>
              <a:ext cx="455800" cy="117804"/>
            </a:xfrm>
            <a:custGeom>
              <a:avLst/>
              <a:gdLst/>
              <a:ahLst/>
              <a:cxnLst/>
              <a:rect l="l" t="t" r="r" b="b"/>
              <a:pathLst>
                <a:path w="9344" h="2415" extrusionOk="0">
                  <a:moveTo>
                    <a:pt x="8753" y="0"/>
                  </a:moveTo>
                  <a:lnTo>
                    <a:pt x="8790" y="151"/>
                  </a:lnTo>
                  <a:cubicBezTo>
                    <a:pt x="8816" y="214"/>
                    <a:pt x="8778" y="289"/>
                    <a:pt x="8702" y="302"/>
                  </a:cubicBezTo>
                  <a:cubicBezTo>
                    <a:pt x="8665" y="314"/>
                    <a:pt x="4502" y="1484"/>
                    <a:pt x="1" y="2314"/>
                  </a:cubicBezTo>
                  <a:cubicBezTo>
                    <a:pt x="51" y="2364"/>
                    <a:pt x="101" y="2402"/>
                    <a:pt x="126" y="2414"/>
                  </a:cubicBezTo>
                  <a:cubicBezTo>
                    <a:pt x="4175" y="1773"/>
                    <a:pt x="9256" y="277"/>
                    <a:pt x="9256" y="277"/>
                  </a:cubicBezTo>
                  <a:cubicBezTo>
                    <a:pt x="9344" y="50"/>
                    <a:pt x="9017" y="0"/>
                    <a:pt x="87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8" name="Google Shape;9988;p59"/>
            <p:cNvSpPr/>
            <p:nvPr/>
          </p:nvSpPr>
          <p:spPr>
            <a:xfrm>
              <a:off x="7577496" y="3960492"/>
              <a:ext cx="450874" cy="99414"/>
            </a:xfrm>
            <a:custGeom>
              <a:avLst/>
              <a:gdLst/>
              <a:ahLst/>
              <a:cxnLst/>
              <a:rect l="l" t="t" r="r" b="b"/>
              <a:pathLst>
                <a:path w="9243" h="2038" extrusionOk="0">
                  <a:moveTo>
                    <a:pt x="8652" y="0"/>
                  </a:moveTo>
                  <a:lnTo>
                    <a:pt x="8677" y="113"/>
                  </a:lnTo>
                  <a:cubicBezTo>
                    <a:pt x="8702" y="176"/>
                    <a:pt x="8664" y="239"/>
                    <a:pt x="8601" y="252"/>
                  </a:cubicBezTo>
                  <a:cubicBezTo>
                    <a:pt x="8564" y="264"/>
                    <a:pt x="4452" y="1233"/>
                    <a:pt x="0" y="1949"/>
                  </a:cubicBezTo>
                  <a:cubicBezTo>
                    <a:pt x="63" y="2000"/>
                    <a:pt x="101" y="2025"/>
                    <a:pt x="126" y="2037"/>
                  </a:cubicBezTo>
                  <a:cubicBezTo>
                    <a:pt x="4137" y="1471"/>
                    <a:pt x="9167" y="214"/>
                    <a:pt x="9167" y="214"/>
                  </a:cubicBezTo>
                  <a:cubicBezTo>
                    <a:pt x="9243" y="25"/>
                    <a:pt x="8941" y="0"/>
                    <a:pt x="86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9" name="Google Shape;9989;p59"/>
            <p:cNvSpPr/>
            <p:nvPr/>
          </p:nvSpPr>
          <p:spPr>
            <a:xfrm>
              <a:off x="6756153" y="4020589"/>
              <a:ext cx="57073" cy="158291"/>
            </a:xfrm>
            <a:custGeom>
              <a:avLst/>
              <a:gdLst/>
              <a:ahLst/>
              <a:cxnLst/>
              <a:rect l="l" t="t" r="r" b="b"/>
              <a:pathLst>
                <a:path w="1170" h="3245" extrusionOk="0">
                  <a:moveTo>
                    <a:pt x="906" y="1"/>
                  </a:moveTo>
                  <a:cubicBezTo>
                    <a:pt x="126" y="893"/>
                    <a:pt x="0" y="2189"/>
                    <a:pt x="592" y="3220"/>
                  </a:cubicBezTo>
                  <a:lnTo>
                    <a:pt x="881" y="3245"/>
                  </a:lnTo>
                  <a:cubicBezTo>
                    <a:pt x="793" y="3132"/>
                    <a:pt x="730" y="3006"/>
                    <a:pt x="680" y="2880"/>
                  </a:cubicBezTo>
                  <a:cubicBezTo>
                    <a:pt x="529" y="2528"/>
                    <a:pt x="453" y="2163"/>
                    <a:pt x="453" y="1799"/>
                  </a:cubicBezTo>
                  <a:cubicBezTo>
                    <a:pt x="453" y="1434"/>
                    <a:pt x="529" y="1069"/>
                    <a:pt x="680" y="730"/>
                  </a:cubicBezTo>
                  <a:cubicBezTo>
                    <a:pt x="793" y="466"/>
                    <a:pt x="956" y="227"/>
                    <a:pt x="1170" y="13"/>
                  </a:cubicBezTo>
                  <a:lnTo>
                    <a:pt x="9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0" name="Google Shape;9990;p59"/>
            <p:cNvSpPr/>
            <p:nvPr/>
          </p:nvSpPr>
          <p:spPr>
            <a:xfrm>
              <a:off x="6902734" y="4029175"/>
              <a:ext cx="129511" cy="186535"/>
            </a:xfrm>
            <a:custGeom>
              <a:avLst/>
              <a:gdLst/>
              <a:ahLst/>
              <a:cxnLst/>
              <a:rect l="l" t="t" r="r" b="b"/>
              <a:pathLst>
                <a:path w="2655" h="3824" extrusionOk="0">
                  <a:moveTo>
                    <a:pt x="554" y="1"/>
                  </a:moveTo>
                  <a:cubicBezTo>
                    <a:pt x="391" y="265"/>
                    <a:pt x="252" y="554"/>
                    <a:pt x="164" y="843"/>
                  </a:cubicBezTo>
                  <a:cubicBezTo>
                    <a:pt x="51" y="1183"/>
                    <a:pt x="1" y="1535"/>
                    <a:pt x="1" y="1887"/>
                  </a:cubicBezTo>
                  <a:lnTo>
                    <a:pt x="13" y="2151"/>
                  </a:lnTo>
                  <a:lnTo>
                    <a:pt x="39" y="2415"/>
                  </a:lnTo>
                  <a:lnTo>
                    <a:pt x="89" y="2679"/>
                  </a:lnTo>
                  <a:lnTo>
                    <a:pt x="152" y="2931"/>
                  </a:lnTo>
                  <a:cubicBezTo>
                    <a:pt x="252" y="3245"/>
                    <a:pt x="378" y="3547"/>
                    <a:pt x="567" y="3823"/>
                  </a:cubicBezTo>
                  <a:lnTo>
                    <a:pt x="516" y="3371"/>
                  </a:lnTo>
                  <a:lnTo>
                    <a:pt x="516" y="3371"/>
                  </a:lnTo>
                  <a:lnTo>
                    <a:pt x="2340" y="3572"/>
                  </a:lnTo>
                  <a:cubicBezTo>
                    <a:pt x="1849" y="2465"/>
                    <a:pt x="1963" y="1170"/>
                    <a:pt x="2654" y="164"/>
                  </a:cubicBezTo>
                  <a:lnTo>
                    <a:pt x="5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1" name="Google Shape;9991;p59"/>
            <p:cNvSpPr/>
            <p:nvPr/>
          </p:nvSpPr>
          <p:spPr>
            <a:xfrm>
              <a:off x="7039560" y="4039614"/>
              <a:ext cx="130047" cy="188974"/>
            </a:xfrm>
            <a:custGeom>
              <a:avLst/>
              <a:gdLst/>
              <a:ahLst/>
              <a:cxnLst/>
              <a:rect l="l" t="t" r="r" b="b"/>
              <a:pathLst>
                <a:path w="2666" h="3874" extrusionOk="0">
                  <a:moveTo>
                    <a:pt x="516" y="0"/>
                  </a:moveTo>
                  <a:cubicBezTo>
                    <a:pt x="365" y="264"/>
                    <a:pt x="252" y="541"/>
                    <a:pt x="164" y="830"/>
                  </a:cubicBezTo>
                  <a:cubicBezTo>
                    <a:pt x="50" y="1182"/>
                    <a:pt x="0" y="1535"/>
                    <a:pt x="0" y="1899"/>
                  </a:cubicBezTo>
                  <a:lnTo>
                    <a:pt x="13" y="2176"/>
                  </a:lnTo>
                  <a:lnTo>
                    <a:pt x="50" y="2452"/>
                  </a:lnTo>
                  <a:lnTo>
                    <a:pt x="88" y="2717"/>
                  </a:lnTo>
                  <a:lnTo>
                    <a:pt x="164" y="2981"/>
                  </a:lnTo>
                  <a:cubicBezTo>
                    <a:pt x="239" y="3295"/>
                    <a:pt x="377" y="3597"/>
                    <a:pt x="553" y="3873"/>
                  </a:cubicBezTo>
                  <a:lnTo>
                    <a:pt x="465" y="3471"/>
                  </a:lnTo>
                  <a:lnTo>
                    <a:pt x="2326" y="3685"/>
                  </a:lnTo>
                  <a:cubicBezTo>
                    <a:pt x="1823" y="2528"/>
                    <a:pt x="1949" y="1195"/>
                    <a:pt x="2666" y="164"/>
                  </a:cubicBezTo>
                  <a:lnTo>
                    <a:pt x="5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2" name="Google Shape;9992;p59"/>
            <p:cNvSpPr/>
            <p:nvPr/>
          </p:nvSpPr>
          <p:spPr>
            <a:xfrm>
              <a:off x="7003951" y="4038394"/>
              <a:ext cx="57707" cy="168730"/>
            </a:xfrm>
            <a:custGeom>
              <a:avLst/>
              <a:gdLst/>
              <a:ahLst/>
              <a:cxnLst/>
              <a:rect l="l" t="t" r="r" b="b"/>
              <a:pathLst>
                <a:path w="1183" h="3459" extrusionOk="0">
                  <a:moveTo>
                    <a:pt x="919" y="0"/>
                  </a:moveTo>
                  <a:cubicBezTo>
                    <a:pt x="1" y="1157"/>
                    <a:pt x="177" y="2591"/>
                    <a:pt x="617" y="3433"/>
                  </a:cubicBezTo>
                  <a:lnTo>
                    <a:pt x="894" y="3458"/>
                  </a:lnTo>
                  <a:cubicBezTo>
                    <a:pt x="818" y="3333"/>
                    <a:pt x="755" y="3207"/>
                    <a:pt x="705" y="3068"/>
                  </a:cubicBezTo>
                  <a:cubicBezTo>
                    <a:pt x="567" y="2704"/>
                    <a:pt x="491" y="2314"/>
                    <a:pt x="491" y="1924"/>
                  </a:cubicBezTo>
                  <a:cubicBezTo>
                    <a:pt x="479" y="1534"/>
                    <a:pt x="554" y="1145"/>
                    <a:pt x="705" y="780"/>
                  </a:cubicBezTo>
                  <a:cubicBezTo>
                    <a:pt x="818" y="503"/>
                    <a:pt x="982" y="239"/>
                    <a:pt x="1183" y="13"/>
                  </a:cubicBezTo>
                  <a:lnTo>
                    <a:pt x="9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3" name="Google Shape;9993;p59"/>
            <p:cNvSpPr/>
            <p:nvPr/>
          </p:nvSpPr>
          <p:spPr>
            <a:xfrm>
              <a:off x="6867808" y="4028589"/>
              <a:ext cx="58292" cy="163169"/>
            </a:xfrm>
            <a:custGeom>
              <a:avLst/>
              <a:gdLst/>
              <a:ahLst/>
              <a:cxnLst/>
              <a:rect l="l" t="t" r="r" b="b"/>
              <a:pathLst>
                <a:path w="1195" h="3345" extrusionOk="0">
                  <a:moveTo>
                    <a:pt x="931" y="0"/>
                  </a:moveTo>
                  <a:cubicBezTo>
                    <a:pt x="0" y="1107"/>
                    <a:pt x="151" y="2477"/>
                    <a:pt x="579" y="3307"/>
                  </a:cubicBezTo>
                  <a:lnTo>
                    <a:pt x="855" y="3345"/>
                  </a:lnTo>
                  <a:cubicBezTo>
                    <a:pt x="792" y="3232"/>
                    <a:pt x="742" y="3131"/>
                    <a:pt x="692" y="3018"/>
                  </a:cubicBezTo>
                  <a:cubicBezTo>
                    <a:pt x="553" y="2653"/>
                    <a:pt x="478" y="2276"/>
                    <a:pt x="478" y="1899"/>
                  </a:cubicBezTo>
                  <a:cubicBezTo>
                    <a:pt x="478" y="1522"/>
                    <a:pt x="553" y="1144"/>
                    <a:pt x="704" y="792"/>
                  </a:cubicBezTo>
                  <a:cubicBezTo>
                    <a:pt x="817" y="503"/>
                    <a:pt x="994" y="252"/>
                    <a:pt x="1195" y="25"/>
                  </a:cubicBezTo>
                  <a:lnTo>
                    <a:pt x="9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4" name="Google Shape;9994;p59"/>
            <p:cNvSpPr/>
            <p:nvPr/>
          </p:nvSpPr>
          <p:spPr>
            <a:xfrm>
              <a:off x="6874540" y="3851274"/>
              <a:ext cx="52195" cy="127657"/>
            </a:xfrm>
            <a:custGeom>
              <a:avLst/>
              <a:gdLst/>
              <a:ahLst/>
              <a:cxnLst/>
              <a:rect l="l" t="t" r="r" b="b"/>
              <a:pathLst>
                <a:path w="1070" h="2617" extrusionOk="0">
                  <a:moveTo>
                    <a:pt x="881" y="1"/>
                  </a:moveTo>
                  <a:cubicBezTo>
                    <a:pt x="126" y="667"/>
                    <a:pt x="0" y="1787"/>
                    <a:pt x="579" y="2591"/>
                  </a:cubicBezTo>
                  <a:lnTo>
                    <a:pt x="856" y="2616"/>
                  </a:lnTo>
                  <a:cubicBezTo>
                    <a:pt x="780" y="2528"/>
                    <a:pt x="730" y="2428"/>
                    <a:pt x="679" y="2327"/>
                  </a:cubicBezTo>
                  <a:cubicBezTo>
                    <a:pt x="642" y="2264"/>
                    <a:pt x="617" y="2189"/>
                    <a:pt x="579" y="2113"/>
                  </a:cubicBezTo>
                  <a:cubicBezTo>
                    <a:pt x="554" y="2051"/>
                    <a:pt x="541" y="1963"/>
                    <a:pt x="516" y="1887"/>
                  </a:cubicBezTo>
                  <a:cubicBezTo>
                    <a:pt x="491" y="1824"/>
                    <a:pt x="491" y="1736"/>
                    <a:pt x="478" y="1661"/>
                  </a:cubicBezTo>
                  <a:cubicBezTo>
                    <a:pt x="466" y="1585"/>
                    <a:pt x="466" y="1497"/>
                    <a:pt x="466" y="1422"/>
                  </a:cubicBezTo>
                  <a:cubicBezTo>
                    <a:pt x="466" y="1334"/>
                    <a:pt x="478" y="1258"/>
                    <a:pt x="478" y="1183"/>
                  </a:cubicBezTo>
                  <a:cubicBezTo>
                    <a:pt x="491" y="1108"/>
                    <a:pt x="503" y="1032"/>
                    <a:pt x="529" y="957"/>
                  </a:cubicBezTo>
                  <a:lnTo>
                    <a:pt x="604" y="730"/>
                  </a:lnTo>
                  <a:cubicBezTo>
                    <a:pt x="629" y="655"/>
                    <a:pt x="667" y="592"/>
                    <a:pt x="705" y="516"/>
                  </a:cubicBezTo>
                  <a:cubicBezTo>
                    <a:pt x="805" y="340"/>
                    <a:pt x="931" y="190"/>
                    <a:pt x="1069" y="51"/>
                  </a:cubicBezTo>
                  <a:lnTo>
                    <a:pt x="8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5" name="Google Shape;9995;p59"/>
            <p:cNvSpPr/>
            <p:nvPr/>
          </p:nvSpPr>
          <p:spPr>
            <a:xfrm>
              <a:off x="6995366" y="3872152"/>
              <a:ext cx="31317" cy="116584"/>
            </a:xfrm>
            <a:custGeom>
              <a:avLst/>
              <a:gdLst/>
              <a:ahLst/>
              <a:cxnLst/>
              <a:rect l="l" t="t" r="r" b="b"/>
              <a:pathLst>
                <a:path w="642" h="2390" extrusionOk="0">
                  <a:moveTo>
                    <a:pt x="441" y="0"/>
                  </a:moveTo>
                  <a:cubicBezTo>
                    <a:pt x="139" y="378"/>
                    <a:pt x="1" y="843"/>
                    <a:pt x="13" y="1321"/>
                  </a:cubicBezTo>
                  <a:cubicBezTo>
                    <a:pt x="26" y="1698"/>
                    <a:pt x="139" y="2050"/>
                    <a:pt x="328" y="2377"/>
                  </a:cubicBezTo>
                  <a:lnTo>
                    <a:pt x="604" y="2390"/>
                  </a:lnTo>
                  <a:cubicBezTo>
                    <a:pt x="554" y="2314"/>
                    <a:pt x="504" y="2226"/>
                    <a:pt x="466" y="2138"/>
                  </a:cubicBezTo>
                  <a:cubicBezTo>
                    <a:pt x="315" y="1849"/>
                    <a:pt x="252" y="1522"/>
                    <a:pt x="252" y="1195"/>
                  </a:cubicBezTo>
                  <a:cubicBezTo>
                    <a:pt x="252" y="1120"/>
                    <a:pt x="265" y="1044"/>
                    <a:pt x="277" y="956"/>
                  </a:cubicBezTo>
                  <a:cubicBezTo>
                    <a:pt x="277" y="868"/>
                    <a:pt x="302" y="793"/>
                    <a:pt x="315" y="717"/>
                  </a:cubicBezTo>
                  <a:lnTo>
                    <a:pt x="390" y="478"/>
                  </a:lnTo>
                  <a:cubicBezTo>
                    <a:pt x="416" y="403"/>
                    <a:pt x="466" y="340"/>
                    <a:pt x="504" y="265"/>
                  </a:cubicBezTo>
                  <a:cubicBezTo>
                    <a:pt x="541" y="189"/>
                    <a:pt x="592" y="101"/>
                    <a:pt x="642" y="38"/>
                  </a:cubicBezTo>
                  <a:lnTo>
                    <a:pt x="4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6" name="Google Shape;9996;p59"/>
            <p:cNvSpPr/>
            <p:nvPr/>
          </p:nvSpPr>
          <p:spPr>
            <a:xfrm>
              <a:off x="7153605" y="3902835"/>
              <a:ext cx="111072" cy="115365"/>
            </a:xfrm>
            <a:custGeom>
              <a:avLst/>
              <a:gdLst/>
              <a:ahLst/>
              <a:cxnLst/>
              <a:rect l="l" t="t" r="r" b="b"/>
              <a:pathLst>
                <a:path w="2277" h="2365" extrusionOk="0">
                  <a:moveTo>
                    <a:pt x="127" y="0"/>
                  </a:moveTo>
                  <a:cubicBezTo>
                    <a:pt x="51" y="239"/>
                    <a:pt x="1" y="491"/>
                    <a:pt x="1" y="742"/>
                  </a:cubicBezTo>
                  <a:lnTo>
                    <a:pt x="1" y="968"/>
                  </a:lnTo>
                  <a:cubicBezTo>
                    <a:pt x="1" y="1044"/>
                    <a:pt x="26" y="1132"/>
                    <a:pt x="26" y="1195"/>
                  </a:cubicBezTo>
                  <a:lnTo>
                    <a:pt x="76" y="1421"/>
                  </a:lnTo>
                  <a:cubicBezTo>
                    <a:pt x="102" y="1497"/>
                    <a:pt x="114" y="1572"/>
                    <a:pt x="139" y="1648"/>
                  </a:cubicBezTo>
                  <a:cubicBezTo>
                    <a:pt x="227" y="1899"/>
                    <a:pt x="353" y="2150"/>
                    <a:pt x="517" y="2364"/>
                  </a:cubicBezTo>
                  <a:lnTo>
                    <a:pt x="441" y="2037"/>
                  </a:lnTo>
                  <a:lnTo>
                    <a:pt x="441" y="2037"/>
                  </a:lnTo>
                  <a:lnTo>
                    <a:pt x="2277" y="2201"/>
                  </a:lnTo>
                  <a:cubicBezTo>
                    <a:pt x="2114" y="1849"/>
                    <a:pt x="2026" y="1471"/>
                    <a:pt x="2000" y="1094"/>
                  </a:cubicBezTo>
                  <a:cubicBezTo>
                    <a:pt x="2000" y="880"/>
                    <a:pt x="2013" y="667"/>
                    <a:pt x="2051" y="465"/>
                  </a:cubicBezTo>
                  <a:cubicBezTo>
                    <a:pt x="1510" y="352"/>
                    <a:pt x="793" y="176"/>
                    <a:pt x="1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7" name="Google Shape;9997;p59"/>
            <p:cNvSpPr/>
            <p:nvPr/>
          </p:nvSpPr>
          <p:spPr>
            <a:xfrm>
              <a:off x="7130338" y="3897908"/>
              <a:ext cx="30683" cy="103121"/>
            </a:xfrm>
            <a:custGeom>
              <a:avLst/>
              <a:gdLst/>
              <a:ahLst/>
              <a:cxnLst/>
              <a:rect l="l" t="t" r="r" b="b"/>
              <a:pathLst>
                <a:path w="629" h="2114" extrusionOk="0">
                  <a:moveTo>
                    <a:pt x="201" y="1"/>
                  </a:moveTo>
                  <a:cubicBezTo>
                    <a:pt x="63" y="302"/>
                    <a:pt x="0" y="642"/>
                    <a:pt x="13" y="969"/>
                  </a:cubicBezTo>
                  <a:cubicBezTo>
                    <a:pt x="25" y="1371"/>
                    <a:pt x="151" y="1749"/>
                    <a:pt x="352" y="2088"/>
                  </a:cubicBezTo>
                  <a:lnTo>
                    <a:pt x="629" y="2113"/>
                  </a:lnTo>
                  <a:cubicBezTo>
                    <a:pt x="566" y="2013"/>
                    <a:pt x="516" y="1912"/>
                    <a:pt x="465" y="1811"/>
                  </a:cubicBezTo>
                  <a:cubicBezTo>
                    <a:pt x="327" y="1510"/>
                    <a:pt x="252" y="1170"/>
                    <a:pt x="252" y="843"/>
                  </a:cubicBezTo>
                  <a:cubicBezTo>
                    <a:pt x="252" y="755"/>
                    <a:pt x="264" y="680"/>
                    <a:pt x="277" y="592"/>
                  </a:cubicBezTo>
                  <a:cubicBezTo>
                    <a:pt x="277" y="504"/>
                    <a:pt x="302" y="428"/>
                    <a:pt x="314" y="353"/>
                  </a:cubicBezTo>
                  <a:lnTo>
                    <a:pt x="390" y="114"/>
                  </a:lnTo>
                  <a:cubicBezTo>
                    <a:pt x="390" y="89"/>
                    <a:pt x="415" y="76"/>
                    <a:pt x="415" y="51"/>
                  </a:cubicBezTo>
                  <a:lnTo>
                    <a:pt x="2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8" name="Google Shape;9998;p59"/>
            <p:cNvSpPr/>
            <p:nvPr/>
          </p:nvSpPr>
          <p:spPr>
            <a:xfrm>
              <a:off x="6657375" y="4270245"/>
              <a:ext cx="529409" cy="360728"/>
            </a:xfrm>
            <a:custGeom>
              <a:avLst/>
              <a:gdLst/>
              <a:ahLst/>
              <a:cxnLst/>
              <a:rect l="l" t="t" r="r" b="b"/>
              <a:pathLst>
                <a:path w="10853" h="7395" extrusionOk="0">
                  <a:moveTo>
                    <a:pt x="4063" y="1610"/>
                  </a:moveTo>
                  <a:lnTo>
                    <a:pt x="4063" y="1610"/>
                  </a:lnTo>
                  <a:cubicBezTo>
                    <a:pt x="4553" y="1660"/>
                    <a:pt x="5031" y="1736"/>
                    <a:pt x="5521" y="1799"/>
                  </a:cubicBezTo>
                  <a:cubicBezTo>
                    <a:pt x="5999" y="1874"/>
                    <a:pt x="6477" y="1962"/>
                    <a:pt x="6967" y="2025"/>
                  </a:cubicBezTo>
                  <a:cubicBezTo>
                    <a:pt x="7445" y="2088"/>
                    <a:pt x="7923" y="2189"/>
                    <a:pt x="8401" y="2277"/>
                  </a:cubicBezTo>
                  <a:lnTo>
                    <a:pt x="9130" y="2402"/>
                  </a:lnTo>
                  <a:cubicBezTo>
                    <a:pt x="9369" y="2453"/>
                    <a:pt x="9608" y="2490"/>
                    <a:pt x="9847" y="2541"/>
                  </a:cubicBezTo>
                  <a:cubicBezTo>
                    <a:pt x="9608" y="2515"/>
                    <a:pt x="9357" y="2478"/>
                    <a:pt x="9118" y="2453"/>
                  </a:cubicBezTo>
                  <a:lnTo>
                    <a:pt x="8388" y="2352"/>
                  </a:lnTo>
                  <a:cubicBezTo>
                    <a:pt x="7910" y="2277"/>
                    <a:pt x="7433" y="2201"/>
                    <a:pt x="6942" y="2126"/>
                  </a:cubicBezTo>
                  <a:cubicBezTo>
                    <a:pt x="6464" y="2050"/>
                    <a:pt x="5987" y="1962"/>
                    <a:pt x="5509" y="1874"/>
                  </a:cubicBezTo>
                  <a:cubicBezTo>
                    <a:pt x="5018" y="1786"/>
                    <a:pt x="4540" y="1698"/>
                    <a:pt x="4063" y="1610"/>
                  </a:cubicBezTo>
                  <a:close/>
                  <a:moveTo>
                    <a:pt x="2642" y="2453"/>
                  </a:moveTo>
                  <a:lnTo>
                    <a:pt x="2642" y="2453"/>
                  </a:lnTo>
                  <a:cubicBezTo>
                    <a:pt x="3258" y="2541"/>
                    <a:pt x="3874" y="2641"/>
                    <a:pt x="4490" y="2729"/>
                  </a:cubicBezTo>
                  <a:cubicBezTo>
                    <a:pt x="5106" y="2830"/>
                    <a:pt x="5710" y="2943"/>
                    <a:pt x="6326" y="3044"/>
                  </a:cubicBezTo>
                  <a:cubicBezTo>
                    <a:pt x="6942" y="3144"/>
                    <a:pt x="7546" y="3257"/>
                    <a:pt x="8162" y="3371"/>
                  </a:cubicBezTo>
                  <a:lnTo>
                    <a:pt x="9080" y="3534"/>
                  </a:lnTo>
                  <a:cubicBezTo>
                    <a:pt x="9382" y="3597"/>
                    <a:pt x="9684" y="3660"/>
                    <a:pt x="9998" y="3723"/>
                  </a:cubicBezTo>
                  <a:cubicBezTo>
                    <a:pt x="9684" y="3685"/>
                    <a:pt x="9382" y="3635"/>
                    <a:pt x="9067" y="3584"/>
                  </a:cubicBezTo>
                  <a:lnTo>
                    <a:pt x="8149" y="3446"/>
                  </a:lnTo>
                  <a:cubicBezTo>
                    <a:pt x="7533" y="3345"/>
                    <a:pt x="6917" y="3232"/>
                    <a:pt x="6313" y="3132"/>
                  </a:cubicBezTo>
                  <a:cubicBezTo>
                    <a:pt x="5697" y="3031"/>
                    <a:pt x="5081" y="2918"/>
                    <a:pt x="4478" y="2805"/>
                  </a:cubicBezTo>
                  <a:cubicBezTo>
                    <a:pt x="3861" y="2691"/>
                    <a:pt x="3258" y="2578"/>
                    <a:pt x="2642" y="2453"/>
                  </a:cubicBezTo>
                  <a:close/>
                  <a:moveTo>
                    <a:pt x="680" y="3119"/>
                  </a:moveTo>
                  <a:lnTo>
                    <a:pt x="680" y="3119"/>
                  </a:lnTo>
                  <a:cubicBezTo>
                    <a:pt x="1020" y="3182"/>
                    <a:pt x="1359" y="3257"/>
                    <a:pt x="1699" y="3320"/>
                  </a:cubicBezTo>
                  <a:cubicBezTo>
                    <a:pt x="2038" y="3396"/>
                    <a:pt x="2378" y="3471"/>
                    <a:pt x="2717" y="3547"/>
                  </a:cubicBezTo>
                  <a:cubicBezTo>
                    <a:pt x="3057" y="3635"/>
                    <a:pt x="3396" y="3710"/>
                    <a:pt x="3736" y="3798"/>
                  </a:cubicBezTo>
                  <a:lnTo>
                    <a:pt x="4239" y="3936"/>
                  </a:lnTo>
                  <a:cubicBezTo>
                    <a:pt x="4415" y="3974"/>
                    <a:pt x="4578" y="4024"/>
                    <a:pt x="4742" y="4075"/>
                  </a:cubicBezTo>
                  <a:cubicBezTo>
                    <a:pt x="4578" y="4037"/>
                    <a:pt x="4402" y="4012"/>
                    <a:pt x="4226" y="3974"/>
                  </a:cubicBezTo>
                  <a:lnTo>
                    <a:pt x="3723" y="3874"/>
                  </a:lnTo>
                  <a:cubicBezTo>
                    <a:pt x="3384" y="3798"/>
                    <a:pt x="3044" y="3723"/>
                    <a:pt x="2705" y="3647"/>
                  </a:cubicBezTo>
                  <a:cubicBezTo>
                    <a:pt x="2365" y="3572"/>
                    <a:pt x="2025" y="3484"/>
                    <a:pt x="1686" y="3396"/>
                  </a:cubicBezTo>
                  <a:cubicBezTo>
                    <a:pt x="1346" y="3308"/>
                    <a:pt x="1020" y="3220"/>
                    <a:pt x="680" y="3119"/>
                  </a:cubicBezTo>
                  <a:close/>
                  <a:moveTo>
                    <a:pt x="139" y="0"/>
                  </a:moveTo>
                  <a:cubicBezTo>
                    <a:pt x="139" y="63"/>
                    <a:pt x="152" y="139"/>
                    <a:pt x="164" y="214"/>
                  </a:cubicBezTo>
                  <a:lnTo>
                    <a:pt x="9658" y="1723"/>
                  </a:lnTo>
                  <a:lnTo>
                    <a:pt x="9658" y="1723"/>
                  </a:lnTo>
                  <a:lnTo>
                    <a:pt x="202" y="415"/>
                  </a:lnTo>
                  <a:lnTo>
                    <a:pt x="202" y="415"/>
                  </a:lnTo>
                  <a:cubicBezTo>
                    <a:pt x="215" y="541"/>
                    <a:pt x="240" y="692"/>
                    <a:pt x="252" y="843"/>
                  </a:cubicBezTo>
                  <a:lnTo>
                    <a:pt x="2931" y="1396"/>
                  </a:lnTo>
                  <a:lnTo>
                    <a:pt x="265" y="1032"/>
                  </a:lnTo>
                  <a:lnTo>
                    <a:pt x="265" y="1032"/>
                  </a:lnTo>
                  <a:cubicBezTo>
                    <a:pt x="278" y="1170"/>
                    <a:pt x="278" y="1321"/>
                    <a:pt x="290" y="1472"/>
                  </a:cubicBezTo>
                  <a:lnTo>
                    <a:pt x="5584" y="2503"/>
                  </a:lnTo>
                  <a:lnTo>
                    <a:pt x="5584" y="2503"/>
                  </a:lnTo>
                  <a:lnTo>
                    <a:pt x="290" y="1673"/>
                  </a:lnTo>
                  <a:lnTo>
                    <a:pt x="290" y="1673"/>
                  </a:lnTo>
                  <a:cubicBezTo>
                    <a:pt x="315" y="2339"/>
                    <a:pt x="265" y="3006"/>
                    <a:pt x="152" y="3660"/>
                  </a:cubicBezTo>
                  <a:lnTo>
                    <a:pt x="9759" y="6036"/>
                  </a:lnTo>
                  <a:lnTo>
                    <a:pt x="9759" y="6036"/>
                  </a:lnTo>
                  <a:lnTo>
                    <a:pt x="114" y="3861"/>
                  </a:lnTo>
                  <a:cubicBezTo>
                    <a:pt x="102" y="3974"/>
                    <a:pt x="64" y="4087"/>
                    <a:pt x="39" y="4200"/>
                  </a:cubicBezTo>
                  <a:lnTo>
                    <a:pt x="1" y="4439"/>
                  </a:lnTo>
                  <a:cubicBezTo>
                    <a:pt x="3333" y="5609"/>
                    <a:pt x="6728" y="6590"/>
                    <a:pt x="10174" y="7394"/>
                  </a:cubicBezTo>
                  <a:cubicBezTo>
                    <a:pt x="10212" y="7332"/>
                    <a:pt x="10249" y="7269"/>
                    <a:pt x="10287" y="7193"/>
                  </a:cubicBezTo>
                  <a:lnTo>
                    <a:pt x="680" y="4490"/>
                  </a:lnTo>
                  <a:lnTo>
                    <a:pt x="680" y="4490"/>
                  </a:lnTo>
                  <a:lnTo>
                    <a:pt x="10363" y="7017"/>
                  </a:lnTo>
                  <a:cubicBezTo>
                    <a:pt x="10488" y="6728"/>
                    <a:pt x="10602" y="6426"/>
                    <a:pt x="10677" y="6124"/>
                  </a:cubicBezTo>
                  <a:cubicBezTo>
                    <a:pt x="10740" y="5860"/>
                    <a:pt x="10790" y="5584"/>
                    <a:pt x="10815" y="5307"/>
                  </a:cubicBezTo>
                  <a:lnTo>
                    <a:pt x="5584" y="4200"/>
                  </a:lnTo>
                  <a:lnTo>
                    <a:pt x="10840" y="5118"/>
                  </a:lnTo>
                  <a:cubicBezTo>
                    <a:pt x="10840" y="4942"/>
                    <a:pt x="10853" y="4754"/>
                    <a:pt x="10840" y="4553"/>
                  </a:cubicBezTo>
                  <a:lnTo>
                    <a:pt x="680" y="2541"/>
                  </a:lnTo>
                  <a:lnTo>
                    <a:pt x="10828" y="4351"/>
                  </a:lnTo>
                  <a:cubicBezTo>
                    <a:pt x="10740" y="3320"/>
                    <a:pt x="10463" y="2302"/>
                    <a:pt x="10010" y="1371"/>
                  </a:cubicBezTo>
                  <a:lnTo>
                    <a:pt x="1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9" name="Google Shape;9999;p59"/>
            <p:cNvSpPr/>
            <p:nvPr/>
          </p:nvSpPr>
          <p:spPr>
            <a:xfrm>
              <a:off x="7518571" y="4317464"/>
              <a:ext cx="125218" cy="234973"/>
            </a:xfrm>
            <a:custGeom>
              <a:avLst/>
              <a:gdLst/>
              <a:ahLst/>
              <a:cxnLst/>
              <a:rect l="l" t="t" r="r" b="b"/>
              <a:pathLst>
                <a:path w="2567" h="4817" extrusionOk="0">
                  <a:moveTo>
                    <a:pt x="2453" y="1"/>
                  </a:moveTo>
                  <a:cubicBezTo>
                    <a:pt x="1623" y="152"/>
                    <a:pt x="856" y="315"/>
                    <a:pt x="190" y="428"/>
                  </a:cubicBezTo>
                  <a:cubicBezTo>
                    <a:pt x="454" y="1786"/>
                    <a:pt x="391" y="3195"/>
                    <a:pt x="1" y="4528"/>
                  </a:cubicBezTo>
                  <a:lnTo>
                    <a:pt x="2013" y="4150"/>
                  </a:lnTo>
                  <a:lnTo>
                    <a:pt x="2013" y="4150"/>
                  </a:lnTo>
                  <a:lnTo>
                    <a:pt x="1925" y="4817"/>
                  </a:lnTo>
                  <a:cubicBezTo>
                    <a:pt x="2139" y="4326"/>
                    <a:pt x="2302" y="3823"/>
                    <a:pt x="2390" y="3320"/>
                  </a:cubicBezTo>
                  <a:lnTo>
                    <a:pt x="2466" y="2880"/>
                  </a:lnTo>
                  <a:cubicBezTo>
                    <a:pt x="2491" y="2742"/>
                    <a:pt x="2503" y="2591"/>
                    <a:pt x="2516" y="2453"/>
                  </a:cubicBezTo>
                  <a:lnTo>
                    <a:pt x="2554" y="2013"/>
                  </a:lnTo>
                  <a:lnTo>
                    <a:pt x="2566" y="1573"/>
                  </a:lnTo>
                  <a:lnTo>
                    <a:pt x="2566" y="1132"/>
                  </a:lnTo>
                  <a:cubicBezTo>
                    <a:pt x="2566" y="994"/>
                    <a:pt x="2541" y="843"/>
                    <a:pt x="2541" y="705"/>
                  </a:cubicBezTo>
                  <a:lnTo>
                    <a:pt x="2541" y="592"/>
                  </a:lnTo>
                  <a:lnTo>
                    <a:pt x="2516" y="479"/>
                  </a:lnTo>
                  <a:lnTo>
                    <a:pt x="2491" y="265"/>
                  </a:lnTo>
                  <a:cubicBezTo>
                    <a:pt x="2478" y="177"/>
                    <a:pt x="2466" y="89"/>
                    <a:pt x="2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0" name="Google Shape;10000;p59"/>
            <p:cNvSpPr/>
            <p:nvPr/>
          </p:nvSpPr>
          <p:spPr>
            <a:xfrm>
              <a:off x="7281212" y="4282489"/>
              <a:ext cx="65073" cy="297558"/>
            </a:xfrm>
            <a:custGeom>
              <a:avLst/>
              <a:gdLst/>
              <a:ahLst/>
              <a:cxnLst/>
              <a:rect l="l" t="t" r="r" b="b"/>
              <a:pathLst>
                <a:path w="1334" h="6100" extrusionOk="0">
                  <a:moveTo>
                    <a:pt x="189" y="1"/>
                  </a:moveTo>
                  <a:lnTo>
                    <a:pt x="1" y="39"/>
                  </a:lnTo>
                  <a:cubicBezTo>
                    <a:pt x="290" y="517"/>
                    <a:pt x="504" y="1032"/>
                    <a:pt x="642" y="1573"/>
                  </a:cubicBezTo>
                  <a:lnTo>
                    <a:pt x="705" y="1799"/>
                  </a:lnTo>
                  <a:cubicBezTo>
                    <a:pt x="730" y="1887"/>
                    <a:pt x="730" y="1963"/>
                    <a:pt x="742" y="2038"/>
                  </a:cubicBezTo>
                  <a:lnTo>
                    <a:pt x="793" y="2277"/>
                  </a:lnTo>
                  <a:lnTo>
                    <a:pt x="805" y="2390"/>
                  </a:lnTo>
                  <a:lnTo>
                    <a:pt x="818" y="2516"/>
                  </a:lnTo>
                  <a:cubicBezTo>
                    <a:pt x="843" y="2667"/>
                    <a:pt x="856" y="2830"/>
                    <a:pt x="868" y="2981"/>
                  </a:cubicBezTo>
                  <a:lnTo>
                    <a:pt x="881" y="3459"/>
                  </a:lnTo>
                  <a:cubicBezTo>
                    <a:pt x="868" y="4100"/>
                    <a:pt x="793" y="4742"/>
                    <a:pt x="642" y="5358"/>
                  </a:cubicBezTo>
                  <a:cubicBezTo>
                    <a:pt x="592" y="5521"/>
                    <a:pt x="554" y="5672"/>
                    <a:pt x="504" y="5823"/>
                  </a:cubicBezTo>
                  <a:cubicBezTo>
                    <a:pt x="466" y="5911"/>
                    <a:pt x="441" y="5999"/>
                    <a:pt x="403" y="6100"/>
                  </a:cubicBezTo>
                  <a:lnTo>
                    <a:pt x="579" y="6062"/>
                  </a:lnTo>
                  <a:cubicBezTo>
                    <a:pt x="1082" y="4591"/>
                    <a:pt x="1333" y="2076"/>
                    <a:pt x="1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1" name="Google Shape;10001;p59"/>
            <p:cNvSpPr/>
            <p:nvPr/>
          </p:nvSpPr>
          <p:spPr>
            <a:xfrm>
              <a:off x="7145020" y="4284343"/>
              <a:ext cx="164437" cy="328241"/>
            </a:xfrm>
            <a:custGeom>
              <a:avLst/>
              <a:gdLst/>
              <a:ahLst/>
              <a:cxnLst/>
              <a:rect l="l" t="t" r="r" b="b"/>
              <a:pathLst>
                <a:path w="3371" h="6729" extrusionOk="0">
                  <a:moveTo>
                    <a:pt x="2755" y="1"/>
                  </a:moveTo>
                  <a:lnTo>
                    <a:pt x="1" y="365"/>
                  </a:lnTo>
                  <a:cubicBezTo>
                    <a:pt x="1334" y="2868"/>
                    <a:pt x="1271" y="4767"/>
                    <a:pt x="969" y="5923"/>
                  </a:cubicBezTo>
                  <a:cubicBezTo>
                    <a:pt x="919" y="6125"/>
                    <a:pt x="856" y="6313"/>
                    <a:pt x="781" y="6514"/>
                  </a:cubicBezTo>
                  <a:lnTo>
                    <a:pt x="2881" y="6112"/>
                  </a:lnTo>
                  <a:lnTo>
                    <a:pt x="2805" y="6728"/>
                  </a:lnTo>
                  <a:cubicBezTo>
                    <a:pt x="2981" y="6250"/>
                    <a:pt x="3119" y="5773"/>
                    <a:pt x="3207" y="5282"/>
                  </a:cubicBezTo>
                  <a:lnTo>
                    <a:pt x="3283" y="4817"/>
                  </a:lnTo>
                  <a:cubicBezTo>
                    <a:pt x="3296" y="4666"/>
                    <a:pt x="3321" y="4502"/>
                    <a:pt x="3333" y="4364"/>
                  </a:cubicBezTo>
                  <a:lnTo>
                    <a:pt x="3358" y="3899"/>
                  </a:lnTo>
                  <a:lnTo>
                    <a:pt x="3371" y="3421"/>
                  </a:lnTo>
                  <a:lnTo>
                    <a:pt x="3371" y="2956"/>
                  </a:lnTo>
                  <a:cubicBezTo>
                    <a:pt x="3371" y="2792"/>
                    <a:pt x="3346" y="2641"/>
                    <a:pt x="3346" y="2491"/>
                  </a:cubicBezTo>
                  <a:lnTo>
                    <a:pt x="3346" y="2377"/>
                  </a:lnTo>
                  <a:lnTo>
                    <a:pt x="3333" y="2252"/>
                  </a:lnTo>
                  <a:lnTo>
                    <a:pt x="3296" y="2025"/>
                  </a:lnTo>
                  <a:cubicBezTo>
                    <a:pt x="3283" y="1874"/>
                    <a:pt x="3245" y="1723"/>
                    <a:pt x="3220" y="1573"/>
                  </a:cubicBezTo>
                  <a:cubicBezTo>
                    <a:pt x="3119" y="1032"/>
                    <a:pt x="2956" y="504"/>
                    <a:pt x="2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2" name="Google Shape;10002;p59"/>
            <p:cNvSpPr/>
            <p:nvPr/>
          </p:nvSpPr>
          <p:spPr>
            <a:xfrm>
              <a:off x="7475060" y="4344489"/>
              <a:ext cx="35609" cy="203071"/>
            </a:xfrm>
            <a:custGeom>
              <a:avLst/>
              <a:gdLst/>
              <a:ahLst/>
              <a:cxnLst/>
              <a:rect l="l" t="t" r="r" b="b"/>
              <a:pathLst>
                <a:path w="730" h="4163" extrusionOk="0">
                  <a:moveTo>
                    <a:pt x="302" y="0"/>
                  </a:moveTo>
                  <a:cubicBezTo>
                    <a:pt x="327" y="75"/>
                    <a:pt x="327" y="138"/>
                    <a:pt x="352" y="214"/>
                  </a:cubicBezTo>
                  <a:lnTo>
                    <a:pt x="390" y="440"/>
                  </a:lnTo>
                  <a:lnTo>
                    <a:pt x="403" y="553"/>
                  </a:lnTo>
                  <a:lnTo>
                    <a:pt x="415" y="667"/>
                  </a:lnTo>
                  <a:cubicBezTo>
                    <a:pt x="440" y="830"/>
                    <a:pt x="453" y="981"/>
                    <a:pt x="465" y="1144"/>
                  </a:cubicBezTo>
                  <a:cubicBezTo>
                    <a:pt x="465" y="1295"/>
                    <a:pt x="478" y="1459"/>
                    <a:pt x="478" y="1610"/>
                  </a:cubicBezTo>
                  <a:cubicBezTo>
                    <a:pt x="478" y="2238"/>
                    <a:pt x="390" y="2855"/>
                    <a:pt x="239" y="3458"/>
                  </a:cubicBezTo>
                  <a:cubicBezTo>
                    <a:pt x="189" y="3609"/>
                    <a:pt x="151" y="3747"/>
                    <a:pt x="101" y="3898"/>
                  </a:cubicBezTo>
                  <a:cubicBezTo>
                    <a:pt x="63" y="3986"/>
                    <a:pt x="38" y="4074"/>
                    <a:pt x="0" y="4162"/>
                  </a:cubicBezTo>
                  <a:lnTo>
                    <a:pt x="189" y="4125"/>
                  </a:lnTo>
                  <a:cubicBezTo>
                    <a:pt x="641" y="2792"/>
                    <a:pt x="730" y="1371"/>
                    <a:pt x="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3" name="Google Shape;10003;p59"/>
            <p:cNvSpPr/>
            <p:nvPr/>
          </p:nvSpPr>
          <p:spPr>
            <a:xfrm>
              <a:off x="7326625" y="4285562"/>
              <a:ext cx="157072" cy="293265"/>
            </a:xfrm>
            <a:custGeom>
              <a:avLst/>
              <a:gdLst/>
              <a:ahLst/>
              <a:cxnLst/>
              <a:rect l="l" t="t" r="r" b="b"/>
              <a:pathLst>
                <a:path w="3220" h="6012" extrusionOk="0">
                  <a:moveTo>
                    <a:pt x="0" y="1"/>
                  </a:moveTo>
                  <a:lnTo>
                    <a:pt x="0" y="1"/>
                  </a:lnTo>
                  <a:cubicBezTo>
                    <a:pt x="968" y="2025"/>
                    <a:pt x="805" y="4314"/>
                    <a:pt x="365" y="5861"/>
                  </a:cubicBezTo>
                  <a:lnTo>
                    <a:pt x="2716" y="5408"/>
                  </a:lnTo>
                  <a:lnTo>
                    <a:pt x="2716" y="5408"/>
                  </a:lnTo>
                  <a:lnTo>
                    <a:pt x="2641" y="6012"/>
                  </a:lnTo>
                  <a:cubicBezTo>
                    <a:pt x="2829" y="5546"/>
                    <a:pt x="2968" y="5081"/>
                    <a:pt x="3056" y="4591"/>
                  </a:cubicBezTo>
                  <a:lnTo>
                    <a:pt x="3131" y="4151"/>
                  </a:lnTo>
                  <a:cubicBezTo>
                    <a:pt x="3144" y="4000"/>
                    <a:pt x="3169" y="3849"/>
                    <a:pt x="3181" y="3698"/>
                  </a:cubicBezTo>
                  <a:lnTo>
                    <a:pt x="3207" y="3258"/>
                  </a:lnTo>
                  <a:lnTo>
                    <a:pt x="3219" y="2805"/>
                  </a:lnTo>
                  <a:lnTo>
                    <a:pt x="3219" y="2352"/>
                  </a:lnTo>
                  <a:cubicBezTo>
                    <a:pt x="3219" y="2201"/>
                    <a:pt x="3194" y="2051"/>
                    <a:pt x="3194" y="1912"/>
                  </a:cubicBezTo>
                  <a:lnTo>
                    <a:pt x="3194" y="1799"/>
                  </a:lnTo>
                  <a:lnTo>
                    <a:pt x="3181" y="1686"/>
                  </a:lnTo>
                  <a:lnTo>
                    <a:pt x="3144" y="1460"/>
                  </a:lnTo>
                  <a:cubicBezTo>
                    <a:pt x="3144" y="1384"/>
                    <a:pt x="3131" y="1321"/>
                    <a:pt x="3119" y="1246"/>
                  </a:cubicBezTo>
                  <a:cubicBezTo>
                    <a:pt x="2917" y="1283"/>
                    <a:pt x="2729" y="1309"/>
                    <a:pt x="2578" y="1334"/>
                  </a:cubicBezTo>
                  <a:cubicBezTo>
                    <a:pt x="2533" y="1339"/>
                    <a:pt x="2487" y="1342"/>
                    <a:pt x="2442" y="1342"/>
                  </a:cubicBezTo>
                  <a:cubicBezTo>
                    <a:pt x="2187" y="1342"/>
                    <a:pt x="1940" y="1251"/>
                    <a:pt x="1748" y="1070"/>
                  </a:cubicBezTo>
                  <a:cubicBezTo>
                    <a:pt x="1232" y="617"/>
                    <a:pt x="641" y="25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4" name="Google Shape;10004;p59"/>
            <p:cNvSpPr/>
            <p:nvPr/>
          </p:nvSpPr>
          <p:spPr>
            <a:xfrm>
              <a:off x="6676399" y="4013858"/>
              <a:ext cx="106779" cy="171169"/>
            </a:xfrm>
            <a:custGeom>
              <a:avLst/>
              <a:gdLst/>
              <a:ahLst/>
              <a:cxnLst/>
              <a:rect l="l" t="t" r="r" b="b"/>
              <a:pathLst>
                <a:path w="2189" h="3509" extrusionOk="0">
                  <a:moveTo>
                    <a:pt x="617" y="0"/>
                  </a:moveTo>
                  <a:cubicBezTo>
                    <a:pt x="215" y="327"/>
                    <a:pt x="1" y="1044"/>
                    <a:pt x="1" y="1761"/>
                  </a:cubicBezTo>
                  <a:cubicBezTo>
                    <a:pt x="1" y="2427"/>
                    <a:pt x="215" y="3119"/>
                    <a:pt x="655" y="3509"/>
                  </a:cubicBezTo>
                  <a:lnTo>
                    <a:pt x="453" y="3157"/>
                  </a:lnTo>
                  <a:lnTo>
                    <a:pt x="1862" y="3320"/>
                  </a:lnTo>
                  <a:cubicBezTo>
                    <a:pt x="1359" y="2276"/>
                    <a:pt x="1485" y="1031"/>
                    <a:pt x="2189" y="113"/>
                  </a:cubicBezTo>
                  <a:lnTo>
                    <a:pt x="6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5" name="Google Shape;10005;p59"/>
            <p:cNvSpPr/>
            <p:nvPr/>
          </p:nvSpPr>
          <p:spPr>
            <a:xfrm>
              <a:off x="6620595" y="4236490"/>
              <a:ext cx="492629" cy="69999"/>
            </a:xfrm>
            <a:custGeom>
              <a:avLst/>
              <a:gdLst/>
              <a:ahLst/>
              <a:cxnLst/>
              <a:rect l="l" t="t" r="r" b="b"/>
              <a:pathLst>
                <a:path w="10099" h="1435" extrusionOk="0">
                  <a:moveTo>
                    <a:pt x="0" y="1"/>
                  </a:moveTo>
                  <a:lnTo>
                    <a:pt x="0" y="1"/>
                  </a:lnTo>
                  <a:cubicBezTo>
                    <a:pt x="843" y="139"/>
                    <a:pt x="1673" y="278"/>
                    <a:pt x="2515" y="403"/>
                  </a:cubicBezTo>
                  <a:lnTo>
                    <a:pt x="5043" y="768"/>
                  </a:lnTo>
                  <a:lnTo>
                    <a:pt x="7570" y="1107"/>
                  </a:lnTo>
                  <a:lnTo>
                    <a:pt x="8828" y="1284"/>
                  </a:lnTo>
                  <a:lnTo>
                    <a:pt x="10098" y="1434"/>
                  </a:lnTo>
                  <a:lnTo>
                    <a:pt x="8841" y="1233"/>
                  </a:lnTo>
                  <a:lnTo>
                    <a:pt x="7583" y="1045"/>
                  </a:lnTo>
                  <a:lnTo>
                    <a:pt x="5056" y="667"/>
                  </a:lnTo>
                  <a:lnTo>
                    <a:pt x="2528" y="315"/>
                  </a:lnTo>
                  <a:cubicBezTo>
                    <a:pt x="1685" y="202"/>
                    <a:pt x="843" y="101"/>
                    <a:pt x="0" y="1"/>
                  </a:cubicBezTo>
                  <a:close/>
                </a:path>
              </a:pathLst>
            </a:custGeom>
            <a:solidFill>
              <a:srgbClr val="7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6" name="Google Shape;10006;p59"/>
            <p:cNvSpPr/>
            <p:nvPr/>
          </p:nvSpPr>
          <p:spPr>
            <a:xfrm>
              <a:off x="6665960" y="4216246"/>
              <a:ext cx="597506" cy="73658"/>
            </a:xfrm>
            <a:custGeom>
              <a:avLst/>
              <a:gdLst/>
              <a:ahLst/>
              <a:cxnLst/>
              <a:rect l="l" t="t" r="r" b="b"/>
              <a:pathLst>
                <a:path w="12249" h="1510" extrusionOk="0">
                  <a:moveTo>
                    <a:pt x="2164" y="1"/>
                  </a:moveTo>
                  <a:lnTo>
                    <a:pt x="1" y="215"/>
                  </a:lnTo>
                  <a:lnTo>
                    <a:pt x="9583" y="1510"/>
                  </a:lnTo>
                  <a:lnTo>
                    <a:pt x="12249" y="1145"/>
                  </a:lnTo>
                  <a:lnTo>
                    <a:pt x="10979" y="1007"/>
                  </a:lnTo>
                  <a:lnTo>
                    <a:pt x="9482" y="1196"/>
                  </a:lnTo>
                  <a:lnTo>
                    <a:pt x="1309" y="240"/>
                  </a:lnTo>
                  <a:lnTo>
                    <a:pt x="2830" y="76"/>
                  </a:lnTo>
                  <a:lnTo>
                    <a:pt x="21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7" name="Google Shape;10007;p59"/>
            <p:cNvSpPr/>
            <p:nvPr/>
          </p:nvSpPr>
          <p:spPr>
            <a:xfrm>
              <a:off x="6762299" y="4000346"/>
              <a:ext cx="343558" cy="30097"/>
            </a:xfrm>
            <a:custGeom>
              <a:avLst/>
              <a:gdLst/>
              <a:ahLst/>
              <a:cxnLst/>
              <a:rect l="l" t="t" r="r" b="b"/>
              <a:pathLst>
                <a:path w="7043" h="617" extrusionOk="0">
                  <a:moveTo>
                    <a:pt x="1434" y="1"/>
                  </a:moveTo>
                  <a:lnTo>
                    <a:pt x="0" y="101"/>
                  </a:lnTo>
                  <a:lnTo>
                    <a:pt x="7042" y="617"/>
                  </a:lnTo>
                  <a:cubicBezTo>
                    <a:pt x="5030" y="441"/>
                    <a:pt x="3257" y="277"/>
                    <a:pt x="2377" y="189"/>
                  </a:cubicBezTo>
                  <a:lnTo>
                    <a:pt x="1119" y="101"/>
                  </a:lnTo>
                  <a:lnTo>
                    <a:pt x="1610" y="63"/>
                  </a:lnTo>
                  <a:cubicBezTo>
                    <a:pt x="1547" y="51"/>
                    <a:pt x="1484" y="26"/>
                    <a:pt x="14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8" name="Google Shape;10008;p59"/>
            <p:cNvSpPr/>
            <p:nvPr/>
          </p:nvSpPr>
          <p:spPr>
            <a:xfrm>
              <a:off x="7933243" y="4172100"/>
              <a:ext cx="48487" cy="9854"/>
            </a:xfrm>
            <a:custGeom>
              <a:avLst/>
              <a:gdLst/>
              <a:ahLst/>
              <a:cxnLst/>
              <a:rect l="l" t="t" r="r" b="b"/>
              <a:pathLst>
                <a:path w="994" h="202" extrusionOk="0">
                  <a:moveTo>
                    <a:pt x="26" y="1"/>
                  </a:moveTo>
                  <a:cubicBezTo>
                    <a:pt x="26" y="63"/>
                    <a:pt x="26" y="139"/>
                    <a:pt x="1" y="189"/>
                  </a:cubicBezTo>
                  <a:lnTo>
                    <a:pt x="1" y="202"/>
                  </a:lnTo>
                  <a:lnTo>
                    <a:pt x="994" y="76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9" name="Google Shape;10009;p59"/>
            <p:cNvSpPr/>
            <p:nvPr/>
          </p:nvSpPr>
          <p:spPr>
            <a:xfrm>
              <a:off x="7838806" y="4258002"/>
              <a:ext cx="89560" cy="235559"/>
            </a:xfrm>
            <a:custGeom>
              <a:avLst/>
              <a:gdLst/>
              <a:ahLst/>
              <a:cxnLst/>
              <a:rect l="l" t="t" r="r" b="b"/>
              <a:pathLst>
                <a:path w="1836" h="4829" extrusionOk="0">
                  <a:moveTo>
                    <a:pt x="1748" y="0"/>
                  </a:moveTo>
                  <a:lnTo>
                    <a:pt x="63" y="365"/>
                  </a:lnTo>
                  <a:cubicBezTo>
                    <a:pt x="428" y="1723"/>
                    <a:pt x="402" y="3144"/>
                    <a:pt x="0" y="4489"/>
                  </a:cubicBezTo>
                  <a:lnTo>
                    <a:pt x="1396" y="4225"/>
                  </a:lnTo>
                  <a:lnTo>
                    <a:pt x="1320" y="4829"/>
                  </a:lnTo>
                  <a:cubicBezTo>
                    <a:pt x="1534" y="4389"/>
                    <a:pt x="1685" y="3911"/>
                    <a:pt x="1786" y="3420"/>
                  </a:cubicBezTo>
                  <a:lnTo>
                    <a:pt x="1836" y="3156"/>
                  </a:lnTo>
                  <a:lnTo>
                    <a:pt x="1836" y="365"/>
                  </a:lnTo>
                  <a:cubicBezTo>
                    <a:pt x="1823" y="302"/>
                    <a:pt x="1811" y="239"/>
                    <a:pt x="1798" y="176"/>
                  </a:cubicBezTo>
                  <a:cubicBezTo>
                    <a:pt x="1786" y="113"/>
                    <a:pt x="1761" y="63"/>
                    <a:pt x="1748" y="0"/>
                  </a:cubicBezTo>
                  <a:close/>
                </a:path>
              </a:pathLst>
            </a:custGeom>
            <a:solidFill>
              <a:srgbClr val="7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0" name="Google Shape;10010;p59"/>
            <p:cNvSpPr/>
            <p:nvPr/>
          </p:nvSpPr>
          <p:spPr>
            <a:xfrm>
              <a:off x="7634519" y="4313172"/>
              <a:ext cx="36244" cy="203071"/>
            </a:xfrm>
            <a:custGeom>
              <a:avLst/>
              <a:gdLst/>
              <a:ahLst/>
              <a:cxnLst/>
              <a:rect l="l" t="t" r="r" b="b"/>
              <a:pathLst>
                <a:path w="743" h="4163" extrusionOk="0">
                  <a:moveTo>
                    <a:pt x="453" y="1"/>
                  </a:moveTo>
                  <a:lnTo>
                    <a:pt x="290" y="38"/>
                  </a:lnTo>
                  <a:lnTo>
                    <a:pt x="302" y="89"/>
                  </a:lnTo>
                  <a:cubicBezTo>
                    <a:pt x="328" y="164"/>
                    <a:pt x="340" y="240"/>
                    <a:pt x="353" y="315"/>
                  </a:cubicBezTo>
                  <a:lnTo>
                    <a:pt x="390" y="529"/>
                  </a:lnTo>
                  <a:lnTo>
                    <a:pt x="416" y="642"/>
                  </a:lnTo>
                  <a:lnTo>
                    <a:pt x="428" y="755"/>
                  </a:lnTo>
                  <a:cubicBezTo>
                    <a:pt x="441" y="919"/>
                    <a:pt x="453" y="1057"/>
                    <a:pt x="466" y="1208"/>
                  </a:cubicBezTo>
                  <a:cubicBezTo>
                    <a:pt x="478" y="1359"/>
                    <a:pt x="478" y="1510"/>
                    <a:pt x="478" y="1661"/>
                  </a:cubicBezTo>
                  <a:cubicBezTo>
                    <a:pt x="478" y="2264"/>
                    <a:pt x="390" y="2868"/>
                    <a:pt x="240" y="3459"/>
                  </a:cubicBezTo>
                  <a:cubicBezTo>
                    <a:pt x="189" y="3597"/>
                    <a:pt x="152" y="3748"/>
                    <a:pt x="101" y="3886"/>
                  </a:cubicBezTo>
                  <a:cubicBezTo>
                    <a:pt x="63" y="3974"/>
                    <a:pt x="38" y="4075"/>
                    <a:pt x="1" y="4163"/>
                  </a:cubicBezTo>
                  <a:lnTo>
                    <a:pt x="189" y="4125"/>
                  </a:lnTo>
                  <a:cubicBezTo>
                    <a:pt x="655" y="2805"/>
                    <a:pt x="743" y="1371"/>
                    <a:pt x="4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1" name="Google Shape;10011;p59"/>
            <p:cNvSpPr/>
            <p:nvPr/>
          </p:nvSpPr>
          <p:spPr>
            <a:xfrm>
              <a:off x="7951047" y="4183759"/>
              <a:ext cx="116584" cy="282826"/>
            </a:xfrm>
            <a:custGeom>
              <a:avLst/>
              <a:gdLst/>
              <a:ahLst/>
              <a:cxnLst/>
              <a:rect l="l" t="t" r="r" b="b"/>
              <a:pathLst>
                <a:path w="2390" h="5798" extrusionOk="0">
                  <a:moveTo>
                    <a:pt x="1635" y="0"/>
                  </a:moveTo>
                  <a:lnTo>
                    <a:pt x="214" y="189"/>
                  </a:lnTo>
                  <a:cubicBezTo>
                    <a:pt x="616" y="503"/>
                    <a:pt x="843" y="1220"/>
                    <a:pt x="679" y="1258"/>
                  </a:cubicBezTo>
                  <a:lnTo>
                    <a:pt x="113" y="1384"/>
                  </a:lnTo>
                  <a:cubicBezTo>
                    <a:pt x="528" y="2754"/>
                    <a:pt x="491" y="4226"/>
                    <a:pt x="0" y="5571"/>
                  </a:cubicBezTo>
                  <a:lnTo>
                    <a:pt x="1861" y="5219"/>
                  </a:lnTo>
                  <a:lnTo>
                    <a:pt x="1622" y="5797"/>
                  </a:lnTo>
                  <a:cubicBezTo>
                    <a:pt x="2138" y="5144"/>
                    <a:pt x="2377" y="4024"/>
                    <a:pt x="2389" y="2918"/>
                  </a:cubicBezTo>
                  <a:cubicBezTo>
                    <a:pt x="2389" y="1698"/>
                    <a:pt x="2113" y="503"/>
                    <a:pt x="16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2" name="Google Shape;10012;p59"/>
            <p:cNvSpPr/>
            <p:nvPr/>
          </p:nvSpPr>
          <p:spPr>
            <a:xfrm>
              <a:off x="7677445" y="4285562"/>
              <a:ext cx="125804" cy="240534"/>
            </a:xfrm>
            <a:custGeom>
              <a:avLst/>
              <a:gdLst/>
              <a:ahLst/>
              <a:cxnLst/>
              <a:rect l="l" t="t" r="r" b="b"/>
              <a:pathLst>
                <a:path w="2579" h="4931" extrusionOk="0">
                  <a:moveTo>
                    <a:pt x="2403" y="1"/>
                  </a:moveTo>
                  <a:cubicBezTo>
                    <a:pt x="1673" y="152"/>
                    <a:pt x="906" y="303"/>
                    <a:pt x="152" y="454"/>
                  </a:cubicBezTo>
                  <a:cubicBezTo>
                    <a:pt x="454" y="1812"/>
                    <a:pt x="403" y="3233"/>
                    <a:pt x="1" y="4566"/>
                  </a:cubicBezTo>
                  <a:lnTo>
                    <a:pt x="1988" y="4188"/>
                  </a:lnTo>
                  <a:lnTo>
                    <a:pt x="1925" y="4930"/>
                  </a:lnTo>
                  <a:cubicBezTo>
                    <a:pt x="2139" y="4452"/>
                    <a:pt x="2289" y="3949"/>
                    <a:pt x="2390" y="3446"/>
                  </a:cubicBezTo>
                  <a:lnTo>
                    <a:pt x="2466" y="3019"/>
                  </a:lnTo>
                  <a:cubicBezTo>
                    <a:pt x="2503" y="2868"/>
                    <a:pt x="2528" y="2730"/>
                    <a:pt x="2541" y="2591"/>
                  </a:cubicBezTo>
                  <a:lnTo>
                    <a:pt x="2566" y="2164"/>
                  </a:lnTo>
                  <a:lnTo>
                    <a:pt x="2579" y="1749"/>
                  </a:lnTo>
                  <a:lnTo>
                    <a:pt x="2579" y="1321"/>
                  </a:lnTo>
                  <a:cubicBezTo>
                    <a:pt x="2579" y="1183"/>
                    <a:pt x="2554" y="1032"/>
                    <a:pt x="2554" y="894"/>
                  </a:cubicBezTo>
                  <a:lnTo>
                    <a:pt x="2554" y="793"/>
                  </a:lnTo>
                  <a:lnTo>
                    <a:pt x="2541" y="680"/>
                  </a:lnTo>
                  <a:lnTo>
                    <a:pt x="2503" y="479"/>
                  </a:lnTo>
                  <a:cubicBezTo>
                    <a:pt x="2491" y="328"/>
                    <a:pt x="2466" y="202"/>
                    <a:pt x="2428" y="51"/>
                  </a:cubicBezTo>
                  <a:lnTo>
                    <a:pt x="2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3" name="Google Shape;10013;p59"/>
            <p:cNvSpPr/>
            <p:nvPr/>
          </p:nvSpPr>
          <p:spPr>
            <a:xfrm>
              <a:off x="7795832" y="4281270"/>
              <a:ext cx="35024" cy="204339"/>
            </a:xfrm>
            <a:custGeom>
              <a:avLst/>
              <a:gdLst/>
              <a:ahLst/>
              <a:cxnLst/>
              <a:rect l="l" t="t" r="r" b="b"/>
              <a:pathLst>
                <a:path w="718" h="4189" extrusionOk="0">
                  <a:moveTo>
                    <a:pt x="353" y="1"/>
                  </a:moveTo>
                  <a:lnTo>
                    <a:pt x="202" y="39"/>
                  </a:lnTo>
                  <a:lnTo>
                    <a:pt x="215" y="89"/>
                  </a:lnTo>
                  <a:lnTo>
                    <a:pt x="277" y="303"/>
                  </a:lnTo>
                  <a:cubicBezTo>
                    <a:pt x="303" y="378"/>
                    <a:pt x="303" y="441"/>
                    <a:pt x="315" y="516"/>
                  </a:cubicBezTo>
                  <a:lnTo>
                    <a:pt x="365" y="730"/>
                  </a:lnTo>
                  <a:lnTo>
                    <a:pt x="378" y="843"/>
                  </a:lnTo>
                  <a:lnTo>
                    <a:pt x="391" y="957"/>
                  </a:lnTo>
                  <a:cubicBezTo>
                    <a:pt x="416" y="1095"/>
                    <a:pt x="428" y="1246"/>
                    <a:pt x="441" y="1397"/>
                  </a:cubicBezTo>
                  <a:cubicBezTo>
                    <a:pt x="441" y="1535"/>
                    <a:pt x="453" y="1686"/>
                    <a:pt x="453" y="1837"/>
                  </a:cubicBezTo>
                  <a:cubicBezTo>
                    <a:pt x="441" y="2428"/>
                    <a:pt x="365" y="3006"/>
                    <a:pt x="202" y="3572"/>
                  </a:cubicBezTo>
                  <a:cubicBezTo>
                    <a:pt x="164" y="3723"/>
                    <a:pt x="127" y="3861"/>
                    <a:pt x="76" y="4000"/>
                  </a:cubicBezTo>
                  <a:cubicBezTo>
                    <a:pt x="51" y="4062"/>
                    <a:pt x="26" y="4125"/>
                    <a:pt x="1" y="4188"/>
                  </a:cubicBezTo>
                  <a:lnTo>
                    <a:pt x="189" y="4151"/>
                  </a:lnTo>
                  <a:cubicBezTo>
                    <a:pt x="655" y="2818"/>
                    <a:pt x="718" y="1371"/>
                    <a:pt x="3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4" name="Google Shape;10014;p59"/>
            <p:cNvSpPr/>
            <p:nvPr/>
          </p:nvSpPr>
          <p:spPr>
            <a:xfrm>
              <a:off x="7924657" y="4451805"/>
              <a:ext cx="3707" cy="8634"/>
            </a:xfrm>
            <a:custGeom>
              <a:avLst/>
              <a:gdLst/>
              <a:ahLst/>
              <a:cxnLst/>
              <a:rect l="l" t="t" r="r" b="b"/>
              <a:pathLst>
                <a:path w="76" h="177" extrusionOk="0">
                  <a:moveTo>
                    <a:pt x="76" y="1"/>
                  </a:moveTo>
                  <a:cubicBezTo>
                    <a:pt x="51" y="64"/>
                    <a:pt x="26" y="126"/>
                    <a:pt x="1" y="177"/>
                  </a:cubicBezTo>
                  <a:lnTo>
                    <a:pt x="76" y="164"/>
                  </a:lnTo>
                  <a:lnTo>
                    <a:pt x="76" y="1"/>
                  </a:lnTo>
                  <a:close/>
                </a:path>
              </a:pathLst>
            </a:custGeom>
            <a:solidFill>
              <a:srgbClr val="7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5" name="Google Shape;10015;p59"/>
            <p:cNvSpPr/>
            <p:nvPr/>
          </p:nvSpPr>
          <p:spPr>
            <a:xfrm>
              <a:off x="6610791" y="4476975"/>
              <a:ext cx="534921" cy="177901"/>
            </a:xfrm>
            <a:custGeom>
              <a:avLst/>
              <a:gdLst/>
              <a:ahLst/>
              <a:cxnLst/>
              <a:rect l="l" t="t" r="r" b="b"/>
              <a:pathLst>
                <a:path w="10966" h="3647" extrusionOk="0">
                  <a:moveTo>
                    <a:pt x="692" y="0"/>
                  </a:moveTo>
                  <a:cubicBezTo>
                    <a:pt x="390" y="0"/>
                    <a:pt x="0" y="88"/>
                    <a:pt x="88" y="478"/>
                  </a:cubicBezTo>
                  <a:cubicBezTo>
                    <a:pt x="88" y="478"/>
                    <a:pt x="6049" y="2741"/>
                    <a:pt x="10777" y="3647"/>
                  </a:cubicBezTo>
                  <a:cubicBezTo>
                    <a:pt x="10827" y="3584"/>
                    <a:pt x="10890" y="3509"/>
                    <a:pt x="10965" y="3408"/>
                  </a:cubicBezTo>
                  <a:cubicBezTo>
                    <a:pt x="7507" y="2603"/>
                    <a:pt x="4087" y="1610"/>
                    <a:pt x="742" y="440"/>
                  </a:cubicBezTo>
                  <a:cubicBezTo>
                    <a:pt x="667" y="415"/>
                    <a:pt x="629" y="352"/>
                    <a:pt x="629" y="277"/>
                  </a:cubicBezTo>
                  <a:lnTo>
                    <a:pt x="692" y="0"/>
                  </a:lnTo>
                  <a:close/>
                </a:path>
              </a:pathLst>
            </a:custGeom>
            <a:solidFill>
              <a:srgbClr val="E5C2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6" name="Google Shape;10016;p59"/>
            <p:cNvSpPr/>
            <p:nvPr/>
          </p:nvSpPr>
          <p:spPr>
            <a:xfrm>
              <a:off x="7050584" y="3697959"/>
              <a:ext cx="687652" cy="42975"/>
            </a:xfrm>
            <a:custGeom>
              <a:avLst/>
              <a:gdLst/>
              <a:ahLst/>
              <a:cxnLst/>
              <a:rect l="l" t="t" r="r" b="b"/>
              <a:pathLst>
                <a:path w="14097" h="881" extrusionOk="0">
                  <a:moveTo>
                    <a:pt x="10010" y="0"/>
                  </a:moveTo>
                  <a:lnTo>
                    <a:pt x="0" y="591"/>
                  </a:lnTo>
                  <a:lnTo>
                    <a:pt x="4364" y="880"/>
                  </a:lnTo>
                  <a:lnTo>
                    <a:pt x="14097" y="189"/>
                  </a:lnTo>
                  <a:lnTo>
                    <a:pt x="100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7" name="Google Shape;10017;p59"/>
            <p:cNvSpPr/>
            <p:nvPr/>
          </p:nvSpPr>
          <p:spPr>
            <a:xfrm>
              <a:off x="6942635" y="3691812"/>
              <a:ext cx="918284" cy="59560"/>
            </a:xfrm>
            <a:custGeom>
              <a:avLst/>
              <a:gdLst/>
              <a:ahLst/>
              <a:cxnLst/>
              <a:rect l="l" t="t" r="r" b="b"/>
              <a:pathLst>
                <a:path w="18825" h="1221" extrusionOk="0">
                  <a:moveTo>
                    <a:pt x="12223" y="38"/>
                  </a:moveTo>
                  <a:lnTo>
                    <a:pt x="17856" y="290"/>
                  </a:lnTo>
                  <a:lnTo>
                    <a:pt x="6577" y="1120"/>
                  </a:lnTo>
                  <a:lnTo>
                    <a:pt x="792" y="717"/>
                  </a:lnTo>
                  <a:lnTo>
                    <a:pt x="12223" y="38"/>
                  </a:lnTo>
                  <a:close/>
                  <a:moveTo>
                    <a:pt x="12223" y="0"/>
                  </a:moveTo>
                  <a:lnTo>
                    <a:pt x="0" y="692"/>
                  </a:lnTo>
                  <a:lnTo>
                    <a:pt x="6652" y="1220"/>
                  </a:lnTo>
                  <a:lnTo>
                    <a:pt x="18825" y="265"/>
                  </a:lnTo>
                  <a:lnTo>
                    <a:pt x="122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8" name="Google Shape;10018;p59"/>
            <p:cNvSpPr/>
            <p:nvPr/>
          </p:nvSpPr>
          <p:spPr>
            <a:xfrm>
              <a:off x="7901341" y="3832884"/>
              <a:ext cx="68146" cy="7415"/>
            </a:xfrm>
            <a:custGeom>
              <a:avLst/>
              <a:gdLst/>
              <a:ahLst/>
              <a:cxnLst/>
              <a:rect l="l" t="t" r="r" b="b"/>
              <a:pathLst>
                <a:path w="1397" h="152" extrusionOk="0">
                  <a:moveTo>
                    <a:pt x="114" y="1"/>
                  </a:moveTo>
                  <a:cubicBezTo>
                    <a:pt x="76" y="26"/>
                    <a:pt x="38" y="51"/>
                    <a:pt x="1" y="64"/>
                  </a:cubicBezTo>
                  <a:lnTo>
                    <a:pt x="567" y="89"/>
                  </a:lnTo>
                  <a:lnTo>
                    <a:pt x="177" y="126"/>
                  </a:lnTo>
                  <a:lnTo>
                    <a:pt x="328" y="152"/>
                  </a:lnTo>
                  <a:lnTo>
                    <a:pt x="1396" y="38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rgbClr val="7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9" name="Google Shape;10019;p59"/>
            <p:cNvSpPr/>
            <p:nvPr/>
          </p:nvSpPr>
          <p:spPr>
            <a:xfrm>
              <a:off x="6903368" y="3730446"/>
              <a:ext cx="349704" cy="28878"/>
            </a:xfrm>
            <a:custGeom>
              <a:avLst/>
              <a:gdLst/>
              <a:ahLst/>
              <a:cxnLst/>
              <a:rect l="l" t="t" r="r" b="b"/>
              <a:pathLst>
                <a:path w="7169" h="592" extrusionOk="0">
                  <a:moveTo>
                    <a:pt x="0" y="1"/>
                  </a:moveTo>
                  <a:cubicBezTo>
                    <a:pt x="604" y="51"/>
                    <a:pt x="1195" y="114"/>
                    <a:pt x="1786" y="164"/>
                  </a:cubicBezTo>
                  <a:lnTo>
                    <a:pt x="3584" y="328"/>
                  </a:lnTo>
                  <a:lnTo>
                    <a:pt x="5370" y="466"/>
                  </a:lnTo>
                  <a:cubicBezTo>
                    <a:pt x="5973" y="516"/>
                    <a:pt x="6564" y="554"/>
                    <a:pt x="7168" y="592"/>
                  </a:cubicBezTo>
                  <a:cubicBezTo>
                    <a:pt x="6564" y="529"/>
                    <a:pt x="5973" y="479"/>
                    <a:pt x="5370" y="428"/>
                  </a:cubicBezTo>
                  <a:lnTo>
                    <a:pt x="3584" y="265"/>
                  </a:lnTo>
                  <a:lnTo>
                    <a:pt x="1799" y="126"/>
                  </a:lnTo>
                  <a:cubicBezTo>
                    <a:pt x="1195" y="76"/>
                    <a:pt x="604" y="38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0" name="Google Shape;10020;p59"/>
            <p:cNvSpPr/>
            <p:nvPr/>
          </p:nvSpPr>
          <p:spPr>
            <a:xfrm>
              <a:off x="7540083" y="3857420"/>
              <a:ext cx="449020" cy="188974"/>
            </a:xfrm>
            <a:custGeom>
              <a:avLst/>
              <a:gdLst/>
              <a:ahLst/>
              <a:cxnLst/>
              <a:rect l="l" t="t" r="r" b="b"/>
              <a:pathLst>
                <a:path w="9205" h="3874" extrusionOk="0">
                  <a:moveTo>
                    <a:pt x="5772" y="881"/>
                  </a:moveTo>
                  <a:lnTo>
                    <a:pt x="5772" y="881"/>
                  </a:lnTo>
                  <a:cubicBezTo>
                    <a:pt x="5370" y="944"/>
                    <a:pt x="4967" y="1007"/>
                    <a:pt x="4552" y="1057"/>
                  </a:cubicBezTo>
                  <a:lnTo>
                    <a:pt x="3332" y="1220"/>
                  </a:lnTo>
                  <a:lnTo>
                    <a:pt x="2113" y="1359"/>
                  </a:lnTo>
                  <a:cubicBezTo>
                    <a:pt x="1698" y="1396"/>
                    <a:pt x="1283" y="1447"/>
                    <a:pt x="880" y="1472"/>
                  </a:cubicBezTo>
                  <a:cubicBezTo>
                    <a:pt x="1283" y="1409"/>
                    <a:pt x="1685" y="1359"/>
                    <a:pt x="2100" y="1296"/>
                  </a:cubicBezTo>
                  <a:lnTo>
                    <a:pt x="3320" y="1145"/>
                  </a:lnTo>
                  <a:lnTo>
                    <a:pt x="4552" y="1007"/>
                  </a:lnTo>
                  <a:cubicBezTo>
                    <a:pt x="4955" y="956"/>
                    <a:pt x="5370" y="919"/>
                    <a:pt x="5772" y="881"/>
                  </a:cubicBezTo>
                  <a:close/>
                  <a:moveTo>
                    <a:pt x="6979" y="1271"/>
                  </a:moveTo>
                  <a:lnTo>
                    <a:pt x="6979" y="1271"/>
                  </a:lnTo>
                  <a:cubicBezTo>
                    <a:pt x="6464" y="1359"/>
                    <a:pt x="5935" y="1434"/>
                    <a:pt x="5420" y="1497"/>
                  </a:cubicBezTo>
                  <a:lnTo>
                    <a:pt x="3861" y="1711"/>
                  </a:lnTo>
                  <a:lnTo>
                    <a:pt x="2314" y="1899"/>
                  </a:lnTo>
                  <a:cubicBezTo>
                    <a:pt x="1786" y="1962"/>
                    <a:pt x="1270" y="2013"/>
                    <a:pt x="742" y="2063"/>
                  </a:cubicBezTo>
                  <a:cubicBezTo>
                    <a:pt x="1270" y="1987"/>
                    <a:pt x="1786" y="1912"/>
                    <a:pt x="2301" y="1837"/>
                  </a:cubicBezTo>
                  <a:lnTo>
                    <a:pt x="3861" y="1635"/>
                  </a:lnTo>
                  <a:lnTo>
                    <a:pt x="5420" y="1447"/>
                  </a:lnTo>
                  <a:cubicBezTo>
                    <a:pt x="5935" y="1384"/>
                    <a:pt x="6451" y="1321"/>
                    <a:pt x="6979" y="1271"/>
                  </a:cubicBezTo>
                  <a:close/>
                  <a:moveTo>
                    <a:pt x="8639" y="1573"/>
                  </a:moveTo>
                  <a:lnTo>
                    <a:pt x="8639" y="1573"/>
                  </a:lnTo>
                  <a:cubicBezTo>
                    <a:pt x="8362" y="1635"/>
                    <a:pt x="8073" y="1686"/>
                    <a:pt x="7784" y="1736"/>
                  </a:cubicBezTo>
                  <a:cubicBezTo>
                    <a:pt x="7495" y="1786"/>
                    <a:pt x="7205" y="1837"/>
                    <a:pt x="6916" y="1887"/>
                  </a:cubicBezTo>
                  <a:cubicBezTo>
                    <a:pt x="6627" y="1937"/>
                    <a:pt x="6350" y="1975"/>
                    <a:pt x="6061" y="2013"/>
                  </a:cubicBezTo>
                  <a:cubicBezTo>
                    <a:pt x="5772" y="2063"/>
                    <a:pt x="5483" y="2101"/>
                    <a:pt x="5193" y="2126"/>
                  </a:cubicBezTo>
                  <a:cubicBezTo>
                    <a:pt x="5470" y="2063"/>
                    <a:pt x="5759" y="2013"/>
                    <a:pt x="6049" y="1962"/>
                  </a:cubicBezTo>
                  <a:cubicBezTo>
                    <a:pt x="6338" y="1912"/>
                    <a:pt x="6627" y="1862"/>
                    <a:pt x="6916" y="1811"/>
                  </a:cubicBezTo>
                  <a:cubicBezTo>
                    <a:pt x="7205" y="1761"/>
                    <a:pt x="7482" y="1723"/>
                    <a:pt x="7771" y="1673"/>
                  </a:cubicBezTo>
                  <a:cubicBezTo>
                    <a:pt x="8061" y="1635"/>
                    <a:pt x="8350" y="1598"/>
                    <a:pt x="8639" y="1573"/>
                  </a:cubicBezTo>
                  <a:close/>
                  <a:moveTo>
                    <a:pt x="9117" y="1"/>
                  </a:moveTo>
                  <a:lnTo>
                    <a:pt x="755" y="893"/>
                  </a:lnTo>
                  <a:cubicBezTo>
                    <a:pt x="327" y="1422"/>
                    <a:pt x="88" y="1925"/>
                    <a:pt x="25" y="2390"/>
                  </a:cubicBezTo>
                  <a:lnTo>
                    <a:pt x="8639" y="1283"/>
                  </a:lnTo>
                  <a:lnTo>
                    <a:pt x="8639" y="1283"/>
                  </a:lnTo>
                  <a:lnTo>
                    <a:pt x="0" y="2541"/>
                  </a:lnTo>
                  <a:cubicBezTo>
                    <a:pt x="0" y="2616"/>
                    <a:pt x="0" y="2692"/>
                    <a:pt x="0" y="2780"/>
                  </a:cubicBezTo>
                  <a:lnTo>
                    <a:pt x="4477" y="2226"/>
                  </a:lnTo>
                  <a:lnTo>
                    <a:pt x="25" y="2905"/>
                  </a:lnTo>
                  <a:cubicBezTo>
                    <a:pt x="76" y="3195"/>
                    <a:pt x="201" y="3471"/>
                    <a:pt x="390" y="3710"/>
                  </a:cubicBezTo>
                  <a:lnTo>
                    <a:pt x="8626" y="2252"/>
                  </a:lnTo>
                  <a:lnTo>
                    <a:pt x="8626" y="2252"/>
                  </a:lnTo>
                  <a:lnTo>
                    <a:pt x="503" y="3836"/>
                  </a:lnTo>
                  <a:lnTo>
                    <a:pt x="541" y="3874"/>
                  </a:lnTo>
                  <a:cubicBezTo>
                    <a:pt x="4640" y="3232"/>
                    <a:pt x="8488" y="2340"/>
                    <a:pt x="9205" y="2176"/>
                  </a:cubicBezTo>
                  <a:lnTo>
                    <a:pt x="9180" y="2126"/>
                  </a:lnTo>
                  <a:cubicBezTo>
                    <a:pt x="9155" y="2063"/>
                    <a:pt x="9142" y="2013"/>
                    <a:pt x="9117" y="1950"/>
                  </a:cubicBezTo>
                  <a:lnTo>
                    <a:pt x="931" y="3220"/>
                  </a:lnTo>
                  <a:lnTo>
                    <a:pt x="931" y="3220"/>
                  </a:lnTo>
                  <a:lnTo>
                    <a:pt x="9067" y="1811"/>
                  </a:lnTo>
                  <a:cubicBezTo>
                    <a:pt x="8991" y="1497"/>
                    <a:pt x="8953" y="1183"/>
                    <a:pt x="8966" y="868"/>
                  </a:cubicBezTo>
                  <a:lnTo>
                    <a:pt x="8966" y="868"/>
                  </a:lnTo>
                  <a:lnTo>
                    <a:pt x="4489" y="1371"/>
                  </a:lnTo>
                  <a:lnTo>
                    <a:pt x="8991" y="705"/>
                  </a:lnTo>
                  <a:cubicBezTo>
                    <a:pt x="8991" y="655"/>
                    <a:pt x="8991" y="592"/>
                    <a:pt x="9004" y="541"/>
                  </a:cubicBezTo>
                  <a:lnTo>
                    <a:pt x="9004" y="541"/>
                  </a:lnTo>
                  <a:lnTo>
                    <a:pt x="6740" y="755"/>
                  </a:lnTo>
                  <a:lnTo>
                    <a:pt x="9029" y="403"/>
                  </a:lnTo>
                  <a:cubicBezTo>
                    <a:pt x="9029" y="340"/>
                    <a:pt x="9041" y="290"/>
                    <a:pt x="9054" y="227"/>
                  </a:cubicBezTo>
                  <a:lnTo>
                    <a:pt x="9054" y="227"/>
                  </a:lnTo>
                  <a:lnTo>
                    <a:pt x="1044" y="1057"/>
                  </a:lnTo>
                  <a:lnTo>
                    <a:pt x="1044" y="1057"/>
                  </a:lnTo>
                  <a:lnTo>
                    <a:pt x="9104" y="76"/>
                  </a:lnTo>
                  <a:lnTo>
                    <a:pt x="91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1" name="Google Shape;10021;p59"/>
            <p:cNvSpPr/>
            <p:nvPr/>
          </p:nvSpPr>
          <p:spPr>
            <a:xfrm>
              <a:off x="7947340" y="3839030"/>
              <a:ext cx="74292" cy="8634"/>
            </a:xfrm>
            <a:custGeom>
              <a:avLst/>
              <a:gdLst/>
              <a:ahLst/>
              <a:cxnLst/>
              <a:rect l="l" t="t" r="r" b="b"/>
              <a:pathLst>
                <a:path w="1523" h="177" extrusionOk="0">
                  <a:moveTo>
                    <a:pt x="1522" y="0"/>
                  </a:moveTo>
                  <a:lnTo>
                    <a:pt x="453" y="101"/>
                  </a:lnTo>
                  <a:lnTo>
                    <a:pt x="1" y="151"/>
                  </a:lnTo>
                  <a:lnTo>
                    <a:pt x="152" y="176"/>
                  </a:lnTo>
                  <a:lnTo>
                    <a:pt x="453" y="139"/>
                  </a:lnTo>
                  <a:lnTo>
                    <a:pt x="1522" y="0"/>
                  </a:lnTo>
                  <a:close/>
                </a:path>
              </a:pathLst>
            </a:custGeom>
            <a:solidFill>
              <a:srgbClr val="7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2" name="Google Shape;10022;p59"/>
            <p:cNvSpPr/>
            <p:nvPr/>
          </p:nvSpPr>
          <p:spPr>
            <a:xfrm>
              <a:off x="7840026" y="3708983"/>
              <a:ext cx="89609" cy="116584"/>
            </a:xfrm>
            <a:custGeom>
              <a:avLst/>
              <a:gdLst/>
              <a:ahLst/>
              <a:cxnLst/>
              <a:rect l="l" t="t" r="r" b="b"/>
              <a:pathLst>
                <a:path w="1837" h="2390" extrusionOk="0">
                  <a:moveTo>
                    <a:pt x="1321" y="1"/>
                  </a:moveTo>
                  <a:lnTo>
                    <a:pt x="0" y="101"/>
                  </a:lnTo>
                  <a:cubicBezTo>
                    <a:pt x="352" y="453"/>
                    <a:pt x="528" y="919"/>
                    <a:pt x="516" y="1396"/>
                  </a:cubicBezTo>
                  <a:cubicBezTo>
                    <a:pt x="503" y="1711"/>
                    <a:pt x="415" y="2013"/>
                    <a:pt x="264" y="2289"/>
                  </a:cubicBezTo>
                  <a:lnTo>
                    <a:pt x="1459" y="2151"/>
                  </a:lnTo>
                  <a:lnTo>
                    <a:pt x="1283" y="2390"/>
                  </a:lnTo>
                  <a:cubicBezTo>
                    <a:pt x="1647" y="2101"/>
                    <a:pt x="1836" y="1648"/>
                    <a:pt x="1824" y="1195"/>
                  </a:cubicBezTo>
                  <a:cubicBezTo>
                    <a:pt x="1824" y="705"/>
                    <a:pt x="1647" y="227"/>
                    <a:pt x="13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3" name="Google Shape;10023;p59"/>
            <p:cNvSpPr/>
            <p:nvPr/>
          </p:nvSpPr>
          <p:spPr>
            <a:xfrm>
              <a:off x="6896003" y="3830445"/>
              <a:ext cx="378533" cy="73658"/>
            </a:xfrm>
            <a:custGeom>
              <a:avLst/>
              <a:gdLst/>
              <a:ahLst/>
              <a:cxnLst/>
              <a:rect l="l" t="t" r="r" b="b"/>
              <a:pathLst>
                <a:path w="7760" h="1510" extrusionOk="0">
                  <a:moveTo>
                    <a:pt x="516" y="0"/>
                  </a:moveTo>
                  <a:cubicBezTo>
                    <a:pt x="302" y="0"/>
                    <a:pt x="1" y="26"/>
                    <a:pt x="76" y="202"/>
                  </a:cubicBezTo>
                  <a:cubicBezTo>
                    <a:pt x="76" y="202"/>
                    <a:pt x="4289" y="1132"/>
                    <a:pt x="7646" y="1509"/>
                  </a:cubicBezTo>
                  <a:cubicBezTo>
                    <a:pt x="7671" y="1497"/>
                    <a:pt x="7709" y="1472"/>
                    <a:pt x="7759" y="1434"/>
                  </a:cubicBezTo>
                  <a:cubicBezTo>
                    <a:pt x="4024" y="931"/>
                    <a:pt x="579" y="202"/>
                    <a:pt x="541" y="202"/>
                  </a:cubicBezTo>
                  <a:cubicBezTo>
                    <a:pt x="491" y="189"/>
                    <a:pt x="466" y="139"/>
                    <a:pt x="478" y="101"/>
                  </a:cubicBezTo>
                  <a:lnTo>
                    <a:pt x="516" y="0"/>
                  </a:lnTo>
                  <a:close/>
                </a:path>
              </a:pathLst>
            </a:custGeom>
            <a:solidFill>
              <a:srgbClr val="E5C2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4" name="Google Shape;10024;p59"/>
            <p:cNvSpPr/>
            <p:nvPr/>
          </p:nvSpPr>
          <p:spPr>
            <a:xfrm>
              <a:off x="6884978" y="3836591"/>
              <a:ext cx="6146" cy="49"/>
            </a:xfrm>
            <a:custGeom>
              <a:avLst/>
              <a:gdLst/>
              <a:ahLst/>
              <a:cxnLst/>
              <a:rect l="l" t="t" r="r" b="b"/>
              <a:pathLst>
                <a:path w="126" h="1" extrusionOk="0">
                  <a:moveTo>
                    <a:pt x="126" y="0"/>
                  </a:moveTo>
                  <a:lnTo>
                    <a:pt x="0" y="0"/>
                  </a:lnTo>
                  <a:lnTo>
                    <a:pt x="126" y="0"/>
                  </a:lnTo>
                  <a:cubicBezTo>
                    <a:pt x="126" y="0"/>
                    <a:pt x="126" y="0"/>
                    <a:pt x="126" y="0"/>
                  </a:cubicBezTo>
                  <a:close/>
                </a:path>
              </a:pathLst>
            </a:custGeom>
            <a:solidFill>
              <a:srgbClr val="7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5" name="Google Shape;10025;p59"/>
            <p:cNvSpPr/>
            <p:nvPr/>
          </p:nvSpPr>
          <p:spPr>
            <a:xfrm>
              <a:off x="6927904" y="3744543"/>
              <a:ext cx="377899" cy="148535"/>
            </a:xfrm>
            <a:custGeom>
              <a:avLst/>
              <a:gdLst/>
              <a:ahLst/>
              <a:cxnLst/>
              <a:rect l="l" t="t" r="r" b="b"/>
              <a:pathLst>
                <a:path w="7747" h="3045" extrusionOk="0">
                  <a:moveTo>
                    <a:pt x="2905" y="667"/>
                  </a:moveTo>
                  <a:lnTo>
                    <a:pt x="2905" y="667"/>
                  </a:lnTo>
                  <a:cubicBezTo>
                    <a:pt x="3245" y="680"/>
                    <a:pt x="3597" y="718"/>
                    <a:pt x="3936" y="743"/>
                  </a:cubicBezTo>
                  <a:lnTo>
                    <a:pt x="4955" y="831"/>
                  </a:lnTo>
                  <a:lnTo>
                    <a:pt x="5986" y="931"/>
                  </a:lnTo>
                  <a:cubicBezTo>
                    <a:pt x="6326" y="969"/>
                    <a:pt x="6665" y="1007"/>
                    <a:pt x="7005" y="1057"/>
                  </a:cubicBezTo>
                  <a:cubicBezTo>
                    <a:pt x="6665" y="1032"/>
                    <a:pt x="6326" y="1007"/>
                    <a:pt x="5973" y="982"/>
                  </a:cubicBezTo>
                  <a:lnTo>
                    <a:pt x="4955" y="881"/>
                  </a:lnTo>
                  <a:lnTo>
                    <a:pt x="3936" y="781"/>
                  </a:lnTo>
                  <a:cubicBezTo>
                    <a:pt x="3584" y="743"/>
                    <a:pt x="3245" y="705"/>
                    <a:pt x="2905" y="667"/>
                  </a:cubicBezTo>
                  <a:close/>
                  <a:moveTo>
                    <a:pt x="1899" y="1019"/>
                  </a:moveTo>
                  <a:lnTo>
                    <a:pt x="1899" y="1019"/>
                  </a:lnTo>
                  <a:cubicBezTo>
                    <a:pt x="2339" y="1045"/>
                    <a:pt x="2779" y="1082"/>
                    <a:pt x="3207" y="1133"/>
                  </a:cubicBezTo>
                  <a:lnTo>
                    <a:pt x="4502" y="1258"/>
                  </a:lnTo>
                  <a:lnTo>
                    <a:pt x="5810" y="1384"/>
                  </a:lnTo>
                  <a:cubicBezTo>
                    <a:pt x="6238" y="1434"/>
                    <a:pt x="6678" y="1485"/>
                    <a:pt x="7105" y="1548"/>
                  </a:cubicBezTo>
                  <a:cubicBezTo>
                    <a:pt x="6678" y="1510"/>
                    <a:pt x="6238" y="1472"/>
                    <a:pt x="5810" y="1434"/>
                  </a:cubicBezTo>
                  <a:lnTo>
                    <a:pt x="4502" y="1309"/>
                  </a:lnTo>
                  <a:lnTo>
                    <a:pt x="3194" y="1170"/>
                  </a:lnTo>
                  <a:cubicBezTo>
                    <a:pt x="2767" y="1120"/>
                    <a:pt x="2327" y="1070"/>
                    <a:pt x="1899" y="1019"/>
                  </a:cubicBezTo>
                  <a:close/>
                  <a:moveTo>
                    <a:pt x="516" y="1296"/>
                  </a:moveTo>
                  <a:cubicBezTo>
                    <a:pt x="755" y="1309"/>
                    <a:pt x="994" y="1346"/>
                    <a:pt x="1233" y="1372"/>
                  </a:cubicBezTo>
                  <a:lnTo>
                    <a:pt x="1962" y="1460"/>
                  </a:lnTo>
                  <a:lnTo>
                    <a:pt x="2679" y="1573"/>
                  </a:lnTo>
                  <a:cubicBezTo>
                    <a:pt x="2918" y="1610"/>
                    <a:pt x="3144" y="1648"/>
                    <a:pt x="3396" y="1686"/>
                  </a:cubicBezTo>
                  <a:cubicBezTo>
                    <a:pt x="3157" y="1661"/>
                    <a:pt x="2918" y="1636"/>
                    <a:pt x="2679" y="1610"/>
                  </a:cubicBezTo>
                  <a:lnTo>
                    <a:pt x="1950" y="1510"/>
                  </a:lnTo>
                  <a:lnTo>
                    <a:pt x="1233" y="1409"/>
                  </a:lnTo>
                  <a:cubicBezTo>
                    <a:pt x="994" y="1372"/>
                    <a:pt x="755" y="1334"/>
                    <a:pt x="516" y="1296"/>
                  </a:cubicBezTo>
                  <a:close/>
                  <a:moveTo>
                    <a:pt x="126" y="1"/>
                  </a:moveTo>
                  <a:lnTo>
                    <a:pt x="151" y="76"/>
                  </a:lnTo>
                  <a:lnTo>
                    <a:pt x="6879" y="718"/>
                  </a:lnTo>
                  <a:lnTo>
                    <a:pt x="176" y="190"/>
                  </a:lnTo>
                  <a:lnTo>
                    <a:pt x="176" y="190"/>
                  </a:lnTo>
                  <a:cubicBezTo>
                    <a:pt x="189" y="240"/>
                    <a:pt x="189" y="290"/>
                    <a:pt x="202" y="340"/>
                  </a:cubicBezTo>
                  <a:lnTo>
                    <a:pt x="2113" y="592"/>
                  </a:lnTo>
                  <a:lnTo>
                    <a:pt x="227" y="441"/>
                  </a:lnTo>
                  <a:lnTo>
                    <a:pt x="227" y="441"/>
                  </a:lnTo>
                  <a:cubicBezTo>
                    <a:pt x="227" y="491"/>
                    <a:pt x="239" y="554"/>
                    <a:pt x="239" y="605"/>
                  </a:cubicBezTo>
                  <a:lnTo>
                    <a:pt x="3987" y="1032"/>
                  </a:lnTo>
                  <a:lnTo>
                    <a:pt x="3987" y="1032"/>
                  </a:lnTo>
                  <a:lnTo>
                    <a:pt x="239" y="693"/>
                  </a:lnTo>
                  <a:lnTo>
                    <a:pt x="239" y="693"/>
                  </a:lnTo>
                  <a:cubicBezTo>
                    <a:pt x="252" y="969"/>
                    <a:pt x="214" y="1246"/>
                    <a:pt x="139" y="1497"/>
                  </a:cubicBezTo>
                  <a:lnTo>
                    <a:pt x="6954" y="2491"/>
                  </a:lnTo>
                  <a:lnTo>
                    <a:pt x="6954" y="2491"/>
                  </a:lnTo>
                  <a:lnTo>
                    <a:pt x="114" y="1598"/>
                  </a:lnTo>
                  <a:cubicBezTo>
                    <a:pt x="88" y="1661"/>
                    <a:pt x="76" y="1711"/>
                    <a:pt x="51" y="1761"/>
                  </a:cubicBezTo>
                  <a:lnTo>
                    <a:pt x="26" y="1761"/>
                  </a:lnTo>
                  <a:lnTo>
                    <a:pt x="0" y="1812"/>
                  </a:lnTo>
                  <a:cubicBezTo>
                    <a:pt x="566" y="1937"/>
                    <a:pt x="3811" y="2591"/>
                    <a:pt x="7256" y="3044"/>
                  </a:cubicBezTo>
                  <a:lnTo>
                    <a:pt x="7319" y="2994"/>
                  </a:lnTo>
                  <a:lnTo>
                    <a:pt x="516" y="1862"/>
                  </a:lnTo>
                  <a:lnTo>
                    <a:pt x="7394" y="2906"/>
                  </a:lnTo>
                  <a:cubicBezTo>
                    <a:pt x="7570" y="2704"/>
                    <a:pt x="7684" y="2466"/>
                    <a:pt x="7721" y="2214"/>
                  </a:cubicBezTo>
                  <a:lnTo>
                    <a:pt x="3987" y="1749"/>
                  </a:lnTo>
                  <a:lnTo>
                    <a:pt x="3987" y="1749"/>
                  </a:lnTo>
                  <a:lnTo>
                    <a:pt x="7747" y="2113"/>
                  </a:lnTo>
                  <a:cubicBezTo>
                    <a:pt x="7747" y="2051"/>
                    <a:pt x="7747" y="1975"/>
                    <a:pt x="7747" y="1912"/>
                  </a:cubicBezTo>
                  <a:lnTo>
                    <a:pt x="516" y="1057"/>
                  </a:lnTo>
                  <a:lnTo>
                    <a:pt x="7747" y="1799"/>
                  </a:lnTo>
                  <a:cubicBezTo>
                    <a:pt x="7658" y="1346"/>
                    <a:pt x="7457" y="919"/>
                    <a:pt x="7156" y="579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6" name="Google Shape;10026;p59"/>
            <p:cNvSpPr/>
            <p:nvPr/>
          </p:nvSpPr>
          <p:spPr>
            <a:xfrm>
              <a:off x="6796005" y="3844542"/>
              <a:ext cx="104340" cy="139901"/>
            </a:xfrm>
            <a:custGeom>
              <a:avLst/>
              <a:gdLst/>
              <a:ahLst/>
              <a:cxnLst/>
              <a:rect l="l" t="t" r="r" b="b"/>
              <a:pathLst>
                <a:path w="2139" h="2868" extrusionOk="0">
                  <a:moveTo>
                    <a:pt x="617" y="1"/>
                  </a:moveTo>
                  <a:cubicBezTo>
                    <a:pt x="227" y="277"/>
                    <a:pt x="13" y="856"/>
                    <a:pt x="1" y="1434"/>
                  </a:cubicBezTo>
                  <a:cubicBezTo>
                    <a:pt x="1" y="2000"/>
                    <a:pt x="189" y="2553"/>
                    <a:pt x="630" y="2868"/>
                  </a:cubicBezTo>
                  <a:lnTo>
                    <a:pt x="428" y="2591"/>
                  </a:lnTo>
                  <a:lnTo>
                    <a:pt x="1824" y="2704"/>
                  </a:lnTo>
                  <a:cubicBezTo>
                    <a:pt x="1648" y="2390"/>
                    <a:pt x="1548" y="2050"/>
                    <a:pt x="1535" y="1686"/>
                  </a:cubicBezTo>
                  <a:cubicBezTo>
                    <a:pt x="1510" y="1095"/>
                    <a:pt x="1736" y="516"/>
                    <a:pt x="2139" y="76"/>
                  </a:cubicBezTo>
                  <a:lnTo>
                    <a:pt x="6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7" name="Google Shape;10027;p59"/>
            <p:cNvSpPr/>
            <p:nvPr/>
          </p:nvSpPr>
          <p:spPr>
            <a:xfrm>
              <a:off x="6598498" y="3683861"/>
              <a:ext cx="1483253" cy="986380"/>
            </a:xfrm>
            <a:custGeom>
              <a:avLst/>
              <a:gdLst/>
              <a:ahLst/>
              <a:cxnLst/>
              <a:rect l="l" t="t" r="r" b="b"/>
              <a:pathLst>
                <a:path w="30407" h="20221" extrusionOk="0">
                  <a:moveTo>
                    <a:pt x="19278" y="163"/>
                  </a:moveTo>
                  <a:lnTo>
                    <a:pt x="25880" y="428"/>
                  </a:lnTo>
                  <a:lnTo>
                    <a:pt x="13707" y="1383"/>
                  </a:lnTo>
                  <a:lnTo>
                    <a:pt x="7055" y="855"/>
                  </a:lnTo>
                  <a:lnTo>
                    <a:pt x="19278" y="163"/>
                  </a:lnTo>
                  <a:close/>
                  <a:moveTo>
                    <a:pt x="6250" y="943"/>
                  </a:moveTo>
                  <a:cubicBezTo>
                    <a:pt x="6841" y="981"/>
                    <a:pt x="7445" y="1031"/>
                    <a:pt x="8036" y="1069"/>
                  </a:cubicBezTo>
                  <a:lnTo>
                    <a:pt x="9834" y="1220"/>
                  </a:lnTo>
                  <a:lnTo>
                    <a:pt x="11620" y="1371"/>
                  </a:lnTo>
                  <a:cubicBezTo>
                    <a:pt x="12223" y="1434"/>
                    <a:pt x="12814" y="1484"/>
                    <a:pt x="13406" y="1547"/>
                  </a:cubicBezTo>
                  <a:cubicBezTo>
                    <a:pt x="12814" y="1509"/>
                    <a:pt x="12211" y="1459"/>
                    <a:pt x="11620" y="1421"/>
                  </a:cubicBezTo>
                  <a:lnTo>
                    <a:pt x="9834" y="1270"/>
                  </a:lnTo>
                  <a:lnTo>
                    <a:pt x="8036" y="1119"/>
                  </a:lnTo>
                  <a:cubicBezTo>
                    <a:pt x="7445" y="1069"/>
                    <a:pt x="6854" y="1019"/>
                    <a:pt x="6250" y="956"/>
                  </a:cubicBezTo>
                  <a:lnTo>
                    <a:pt x="6250" y="943"/>
                  </a:lnTo>
                  <a:close/>
                  <a:moveTo>
                    <a:pt x="25201" y="654"/>
                  </a:moveTo>
                  <a:cubicBezTo>
                    <a:pt x="25565" y="968"/>
                    <a:pt x="25779" y="1421"/>
                    <a:pt x="25767" y="1911"/>
                  </a:cubicBezTo>
                  <a:cubicBezTo>
                    <a:pt x="25754" y="2238"/>
                    <a:pt x="25653" y="2565"/>
                    <a:pt x="25452" y="2829"/>
                  </a:cubicBezTo>
                  <a:lnTo>
                    <a:pt x="25188" y="2867"/>
                  </a:lnTo>
                  <a:cubicBezTo>
                    <a:pt x="25251" y="2792"/>
                    <a:pt x="25301" y="2716"/>
                    <a:pt x="25339" y="2628"/>
                  </a:cubicBezTo>
                  <a:cubicBezTo>
                    <a:pt x="25465" y="2402"/>
                    <a:pt x="25528" y="2150"/>
                    <a:pt x="25528" y="1886"/>
                  </a:cubicBezTo>
                  <a:cubicBezTo>
                    <a:pt x="25528" y="1622"/>
                    <a:pt x="25465" y="1358"/>
                    <a:pt x="25339" y="1132"/>
                  </a:cubicBezTo>
                  <a:cubicBezTo>
                    <a:pt x="25251" y="956"/>
                    <a:pt x="25113" y="792"/>
                    <a:pt x="24962" y="666"/>
                  </a:cubicBezTo>
                  <a:lnTo>
                    <a:pt x="25201" y="654"/>
                  </a:lnTo>
                  <a:close/>
                  <a:moveTo>
                    <a:pt x="26773" y="516"/>
                  </a:moveTo>
                  <a:cubicBezTo>
                    <a:pt x="27099" y="742"/>
                    <a:pt x="27276" y="1220"/>
                    <a:pt x="27276" y="1710"/>
                  </a:cubicBezTo>
                  <a:cubicBezTo>
                    <a:pt x="27288" y="2175"/>
                    <a:pt x="27087" y="2616"/>
                    <a:pt x="26735" y="2905"/>
                  </a:cubicBezTo>
                  <a:lnTo>
                    <a:pt x="26911" y="2666"/>
                  </a:lnTo>
                  <a:lnTo>
                    <a:pt x="25716" y="2804"/>
                  </a:lnTo>
                  <a:cubicBezTo>
                    <a:pt x="25867" y="2528"/>
                    <a:pt x="25955" y="2226"/>
                    <a:pt x="25968" y="1911"/>
                  </a:cubicBezTo>
                  <a:cubicBezTo>
                    <a:pt x="25980" y="1434"/>
                    <a:pt x="25792" y="968"/>
                    <a:pt x="25452" y="629"/>
                  </a:cubicBezTo>
                  <a:lnTo>
                    <a:pt x="26773" y="516"/>
                  </a:lnTo>
                  <a:close/>
                  <a:moveTo>
                    <a:pt x="23277" y="805"/>
                  </a:moveTo>
                  <a:cubicBezTo>
                    <a:pt x="23667" y="1132"/>
                    <a:pt x="23880" y="1622"/>
                    <a:pt x="23868" y="2125"/>
                  </a:cubicBezTo>
                  <a:lnTo>
                    <a:pt x="23868" y="2138"/>
                  </a:lnTo>
                  <a:cubicBezTo>
                    <a:pt x="23855" y="2452"/>
                    <a:pt x="23755" y="2779"/>
                    <a:pt x="23579" y="3056"/>
                  </a:cubicBezTo>
                  <a:lnTo>
                    <a:pt x="23314" y="3081"/>
                  </a:lnTo>
                  <a:cubicBezTo>
                    <a:pt x="23365" y="3018"/>
                    <a:pt x="23402" y="2943"/>
                    <a:pt x="23428" y="2880"/>
                  </a:cubicBezTo>
                  <a:cubicBezTo>
                    <a:pt x="23553" y="2641"/>
                    <a:pt x="23616" y="2377"/>
                    <a:pt x="23629" y="2100"/>
                  </a:cubicBezTo>
                  <a:cubicBezTo>
                    <a:pt x="23629" y="1836"/>
                    <a:pt x="23566" y="1559"/>
                    <a:pt x="23440" y="1320"/>
                  </a:cubicBezTo>
                  <a:cubicBezTo>
                    <a:pt x="23340" y="1132"/>
                    <a:pt x="23201" y="968"/>
                    <a:pt x="23038" y="817"/>
                  </a:cubicBezTo>
                  <a:lnTo>
                    <a:pt x="23277" y="805"/>
                  </a:lnTo>
                  <a:close/>
                  <a:moveTo>
                    <a:pt x="5999" y="3119"/>
                  </a:moveTo>
                  <a:lnTo>
                    <a:pt x="5999" y="3144"/>
                  </a:lnTo>
                  <a:lnTo>
                    <a:pt x="5873" y="3144"/>
                  </a:lnTo>
                  <a:lnTo>
                    <a:pt x="5999" y="3119"/>
                  </a:lnTo>
                  <a:close/>
                  <a:moveTo>
                    <a:pt x="24911" y="679"/>
                  </a:moveTo>
                  <a:cubicBezTo>
                    <a:pt x="25050" y="830"/>
                    <a:pt x="25150" y="1006"/>
                    <a:pt x="25238" y="1182"/>
                  </a:cubicBezTo>
                  <a:lnTo>
                    <a:pt x="25238" y="1195"/>
                  </a:lnTo>
                  <a:cubicBezTo>
                    <a:pt x="25326" y="1408"/>
                    <a:pt x="25377" y="1647"/>
                    <a:pt x="25377" y="1886"/>
                  </a:cubicBezTo>
                  <a:cubicBezTo>
                    <a:pt x="25364" y="2125"/>
                    <a:pt x="25326" y="2364"/>
                    <a:pt x="25226" y="2590"/>
                  </a:cubicBezTo>
                  <a:cubicBezTo>
                    <a:pt x="25150" y="2792"/>
                    <a:pt x="25037" y="2980"/>
                    <a:pt x="24886" y="3144"/>
                  </a:cubicBezTo>
                  <a:lnTo>
                    <a:pt x="24949" y="2892"/>
                  </a:lnTo>
                  <a:lnTo>
                    <a:pt x="24949" y="2892"/>
                  </a:lnTo>
                  <a:lnTo>
                    <a:pt x="23830" y="3018"/>
                  </a:lnTo>
                  <a:cubicBezTo>
                    <a:pt x="23981" y="2754"/>
                    <a:pt x="24056" y="2452"/>
                    <a:pt x="24069" y="2138"/>
                  </a:cubicBezTo>
                  <a:cubicBezTo>
                    <a:pt x="24082" y="1635"/>
                    <a:pt x="23893" y="1144"/>
                    <a:pt x="23541" y="780"/>
                  </a:cubicBezTo>
                  <a:lnTo>
                    <a:pt x="24911" y="679"/>
                  </a:lnTo>
                  <a:close/>
                  <a:moveTo>
                    <a:pt x="26810" y="3043"/>
                  </a:moveTo>
                  <a:lnTo>
                    <a:pt x="28105" y="3093"/>
                  </a:lnTo>
                  <a:lnTo>
                    <a:pt x="27024" y="3207"/>
                  </a:lnTo>
                  <a:lnTo>
                    <a:pt x="26886" y="3181"/>
                  </a:lnTo>
                  <a:lnTo>
                    <a:pt x="27276" y="3144"/>
                  </a:lnTo>
                  <a:lnTo>
                    <a:pt x="26710" y="3119"/>
                  </a:lnTo>
                  <a:cubicBezTo>
                    <a:pt x="26747" y="3093"/>
                    <a:pt x="26785" y="3068"/>
                    <a:pt x="26810" y="3043"/>
                  </a:cubicBezTo>
                  <a:close/>
                  <a:moveTo>
                    <a:pt x="20976" y="981"/>
                  </a:moveTo>
                  <a:cubicBezTo>
                    <a:pt x="21353" y="1333"/>
                    <a:pt x="21554" y="1823"/>
                    <a:pt x="21541" y="2326"/>
                  </a:cubicBezTo>
                  <a:lnTo>
                    <a:pt x="21541" y="2339"/>
                  </a:lnTo>
                  <a:cubicBezTo>
                    <a:pt x="21529" y="2678"/>
                    <a:pt x="21428" y="3018"/>
                    <a:pt x="21240" y="3307"/>
                  </a:cubicBezTo>
                  <a:lnTo>
                    <a:pt x="20976" y="3345"/>
                  </a:lnTo>
                  <a:cubicBezTo>
                    <a:pt x="21026" y="3269"/>
                    <a:pt x="21076" y="3181"/>
                    <a:pt x="21114" y="3093"/>
                  </a:cubicBezTo>
                  <a:cubicBezTo>
                    <a:pt x="21227" y="2854"/>
                    <a:pt x="21290" y="2578"/>
                    <a:pt x="21302" y="2301"/>
                  </a:cubicBezTo>
                  <a:cubicBezTo>
                    <a:pt x="21302" y="2025"/>
                    <a:pt x="21240" y="1748"/>
                    <a:pt x="21114" y="1509"/>
                  </a:cubicBezTo>
                  <a:cubicBezTo>
                    <a:pt x="21026" y="1320"/>
                    <a:pt x="20888" y="1144"/>
                    <a:pt x="20737" y="1006"/>
                  </a:cubicBezTo>
                  <a:lnTo>
                    <a:pt x="20976" y="981"/>
                  </a:lnTo>
                  <a:close/>
                  <a:moveTo>
                    <a:pt x="29174" y="3181"/>
                  </a:moveTo>
                  <a:lnTo>
                    <a:pt x="28105" y="3320"/>
                  </a:lnTo>
                  <a:lnTo>
                    <a:pt x="27804" y="3345"/>
                  </a:lnTo>
                  <a:lnTo>
                    <a:pt x="27653" y="3320"/>
                  </a:lnTo>
                  <a:lnTo>
                    <a:pt x="28105" y="3282"/>
                  </a:lnTo>
                  <a:lnTo>
                    <a:pt x="29174" y="3181"/>
                  </a:lnTo>
                  <a:close/>
                  <a:moveTo>
                    <a:pt x="23000" y="817"/>
                  </a:moveTo>
                  <a:cubicBezTo>
                    <a:pt x="23138" y="993"/>
                    <a:pt x="23239" y="1169"/>
                    <a:pt x="23327" y="1371"/>
                  </a:cubicBezTo>
                  <a:lnTo>
                    <a:pt x="23327" y="1383"/>
                  </a:lnTo>
                  <a:cubicBezTo>
                    <a:pt x="23415" y="1610"/>
                    <a:pt x="23465" y="1849"/>
                    <a:pt x="23465" y="2100"/>
                  </a:cubicBezTo>
                  <a:cubicBezTo>
                    <a:pt x="23453" y="2352"/>
                    <a:pt x="23415" y="2590"/>
                    <a:pt x="23314" y="2829"/>
                  </a:cubicBezTo>
                  <a:cubicBezTo>
                    <a:pt x="23239" y="3043"/>
                    <a:pt x="23126" y="3244"/>
                    <a:pt x="22975" y="3420"/>
                  </a:cubicBezTo>
                  <a:lnTo>
                    <a:pt x="23025" y="3106"/>
                  </a:lnTo>
                  <a:lnTo>
                    <a:pt x="23025" y="3106"/>
                  </a:lnTo>
                  <a:lnTo>
                    <a:pt x="21479" y="3282"/>
                  </a:lnTo>
                  <a:cubicBezTo>
                    <a:pt x="21642" y="2993"/>
                    <a:pt x="21730" y="2666"/>
                    <a:pt x="21743" y="2339"/>
                  </a:cubicBezTo>
                  <a:cubicBezTo>
                    <a:pt x="21755" y="1836"/>
                    <a:pt x="21567" y="1333"/>
                    <a:pt x="21227" y="956"/>
                  </a:cubicBezTo>
                  <a:lnTo>
                    <a:pt x="23000" y="817"/>
                  </a:lnTo>
                  <a:close/>
                  <a:moveTo>
                    <a:pt x="18649" y="1157"/>
                  </a:moveTo>
                  <a:cubicBezTo>
                    <a:pt x="19026" y="1534"/>
                    <a:pt x="19240" y="2037"/>
                    <a:pt x="19228" y="2578"/>
                  </a:cubicBezTo>
                  <a:lnTo>
                    <a:pt x="19215" y="2578"/>
                  </a:lnTo>
                  <a:cubicBezTo>
                    <a:pt x="19202" y="2917"/>
                    <a:pt x="19102" y="3269"/>
                    <a:pt x="18926" y="3559"/>
                  </a:cubicBezTo>
                  <a:lnTo>
                    <a:pt x="18662" y="3596"/>
                  </a:lnTo>
                  <a:cubicBezTo>
                    <a:pt x="18712" y="3521"/>
                    <a:pt x="18750" y="3433"/>
                    <a:pt x="18788" y="3345"/>
                  </a:cubicBezTo>
                  <a:cubicBezTo>
                    <a:pt x="18913" y="3093"/>
                    <a:pt x="18976" y="2817"/>
                    <a:pt x="18976" y="2540"/>
                  </a:cubicBezTo>
                  <a:cubicBezTo>
                    <a:pt x="18976" y="2251"/>
                    <a:pt x="18913" y="1974"/>
                    <a:pt x="18800" y="1723"/>
                  </a:cubicBezTo>
                  <a:cubicBezTo>
                    <a:pt x="18700" y="1522"/>
                    <a:pt x="18561" y="1333"/>
                    <a:pt x="18398" y="1182"/>
                  </a:cubicBezTo>
                  <a:lnTo>
                    <a:pt x="18649" y="1157"/>
                  </a:lnTo>
                  <a:close/>
                  <a:moveTo>
                    <a:pt x="20699" y="993"/>
                  </a:moveTo>
                  <a:cubicBezTo>
                    <a:pt x="20825" y="1169"/>
                    <a:pt x="20925" y="1358"/>
                    <a:pt x="21013" y="1547"/>
                  </a:cubicBezTo>
                  <a:lnTo>
                    <a:pt x="21001" y="1547"/>
                  </a:lnTo>
                  <a:cubicBezTo>
                    <a:pt x="21101" y="1786"/>
                    <a:pt x="21139" y="2037"/>
                    <a:pt x="21139" y="2301"/>
                  </a:cubicBezTo>
                  <a:cubicBezTo>
                    <a:pt x="21126" y="2779"/>
                    <a:pt x="20963" y="3257"/>
                    <a:pt x="20674" y="3634"/>
                  </a:cubicBezTo>
                  <a:lnTo>
                    <a:pt x="20737" y="3357"/>
                  </a:lnTo>
                  <a:lnTo>
                    <a:pt x="19177" y="3534"/>
                  </a:lnTo>
                  <a:cubicBezTo>
                    <a:pt x="19316" y="3232"/>
                    <a:pt x="19404" y="2905"/>
                    <a:pt x="19416" y="2578"/>
                  </a:cubicBezTo>
                  <a:cubicBezTo>
                    <a:pt x="19429" y="2050"/>
                    <a:pt x="19253" y="1534"/>
                    <a:pt x="18901" y="1132"/>
                  </a:cubicBezTo>
                  <a:lnTo>
                    <a:pt x="20699" y="993"/>
                  </a:lnTo>
                  <a:close/>
                  <a:moveTo>
                    <a:pt x="16109" y="1358"/>
                  </a:moveTo>
                  <a:cubicBezTo>
                    <a:pt x="16499" y="1748"/>
                    <a:pt x="16700" y="2276"/>
                    <a:pt x="16688" y="2829"/>
                  </a:cubicBezTo>
                  <a:cubicBezTo>
                    <a:pt x="16675" y="3194"/>
                    <a:pt x="16574" y="3534"/>
                    <a:pt x="16398" y="3848"/>
                  </a:cubicBezTo>
                  <a:lnTo>
                    <a:pt x="16122" y="3873"/>
                  </a:lnTo>
                  <a:cubicBezTo>
                    <a:pt x="16172" y="3798"/>
                    <a:pt x="16222" y="3710"/>
                    <a:pt x="16260" y="3622"/>
                  </a:cubicBezTo>
                  <a:cubicBezTo>
                    <a:pt x="16373" y="3357"/>
                    <a:pt x="16436" y="3081"/>
                    <a:pt x="16449" y="2792"/>
                  </a:cubicBezTo>
                  <a:cubicBezTo>
                    <a:pt x="16449" y="2263"/>
                    <a:pt x="16235" y="1748"/>
                    <a:pt x="15858" y="1383"/>
                  </a:cubicBezTo>
                  <a:lnTo>
                    <a:pt x="16109" y="1358"/>
                  </a:lnTo>
                  <a:close/>
                  <a:moveTo>
                    <a:pt x="18360" y="1182"/>
                  </a:moveTo>
                  <a:cubicBezTo>
                    <a:pt x="18498" y="1371"/>
                    <a:pt x="18599" y="1559"/>
                    <a:pt x="18687" y="1773"/>
                  </a:cubicBezTo>
                  <a:cubicBezTo>
                    <a:pt x="18775" y="2012"/>
                    <a:pt x="18825" y="2276"/>
                    <a:pt x="18813" y="2540"/>
                  </a:cubicBezTo>
                  <a:cubicBezTo>
                    <a:pt x="18813" y="3018"/>
                    <a:pt x="18662" y="3483"/>
                    <a:pt x="18385" y="3873"/>
                  </a:cubicBezTo>
                  <a:lnTo>
                    <a:pt x="18435" y="3622"/>
                  </a:lnTo>
                  <a:lnTo>
                    <a:pt x="16637" y="3823"/>
                  </a:lnTo>
                  <a:cubicBezTo>
                    <a:pt x="16788" y="3521"/>
                    <a:pt x="16876" y="3181"/>
                    <a:pt x="16889" y="2829"/>
                  </a:cubicBezTo>
                  <a:cubicBezTo>
                    <a:pt x="16901" y="2289"/>
                    <a:pt x="16713" y="1760"/>
                    <a:pt x="16361" y="1346"/>
                  </a:cubicBezTo>
                  <a:lnTo>
                    <a:pt x="18360" y="1182"/>
                  </a:lnTo>
                  <a:close/>
                  <a:moveTo>
                    <a:pt x="15832" y="1383"/>
                  </a:moveTo>
                  <a:cubicBezTo>
                    <a:pt x="15958" y="1572"/>
                    <a:pt x="16071" y="1786"/>
                    <a:pt x="16159" y="1999"/>
                  </a:cubicBezTo>
                  <a:cubicBezTo>
                    <a:pt x="16247" y="2251"/>
                    <a:pt x="16298" y="2515"/>
                    <a:pt x="16298" y="2792"/>
                  </a:cubicBezTo>
                  <a:cubicBezTo>
                    <a:pt x="16285" y="3269"/>
                    <a:pt x="16134" y="3747"/>
                    <a:pt x="15858" y="4162"/>
                  </a:cubicBezTo>
                  <a:lnTo>
                    <a:pt x="15920" y="3898"/>
                  </a:lnTo>
                  <a:lnTo>
                    <a:pt x="14411" y="4074"/>
                  </a:lnTo>
                  <a:cubicBezTo>
                    <a:pt x="14525" y="3886"/>
                    <a:pt x="14613" y="3672"/>
                    <a:pt x="14650" y="3446"/>
                  </a:cubicBezTo>
                  <a:cubicBezTo>
                    <a:pt x="14738" y="2858"/>
                    <a:pt x="14477" y="2221"/>
                    <a:pt x="13881" y="1546"/>
                  </a:cubicBezTo>
                  <a:lnTo>
                    <a:pt x="13881" y="1546"/>
                  </a:lnTo>
                  <a:lnTo>
                    <a:pt x="15832" y="1383"/>
                  </a:lnTo>
                  <a:close/>
                  <a:moveTo>
                    <a:pt x="6879" y="1245"/>
                  </a:moveTo>
                  <a:lnTo>
                    <a:pt x="13896" y="1823"/>
                  </a:lnTo>
                  <a:cubicBezTo>
                    <a:pt x="14210" y="2163"/>
                    <a:pt x="14411" y="2590"/>
                    <a:pt x="14487" y="3043"/>
                  </a:cubicBezTo>
                  <a:lnTo>
                    <a:pt x="7256" y="2301"/>
                  </a:lnTo>
                  <a:lnTo>
                    <a:pt x="14487" y="3156"/>
                  </a:lnTo>
                  <a:cubicBezTo>
                    <a:pt x="14500" y="3219"/>
                    <a:pt x="14500" y="3295"/>
                    <a:pt x="14487" y="3357"/>
                  </a:cubicBezTo>
                  <a:lnTo>
                    <a:pt x="10740" y="2993"/>
                  </a:lnTo>
                  <a:lnTo>
                    <a:pt x="10740" y="2993"/>
                  </a:lnTo>
                  <a:lnTo>
                    <a:pt x="14474" y="3458"/>
                  </a:lnTo>
                  <a:cubicBezTo>
                    <a:pt x="14424" y="3710"/>
                    <a:pt x="14311" y="3948"/>
                    <a:pt x="14147" y="4150"/>
                  </a:cubicBezTo>
                  <a:lnTo>
                    <a:pt x="7256" y="3106"/>
                  </a:lnTo>
                  <a:lnTo>
                    <a:pt x="7256" y="3106"/>
                  </a:lnTo>
                  <a:lnTo>
                    <a:pt x="14059" y="4238"/>
                  </a:lnTo>
                  <a:lnTo>
                    <a:pt x="14009" y="4301"/>
                  </a:lnTo>
                  <a:cubicBezTo>
                    <a:pt x="10564" y="3848"/>
                    <a:pt x="7332" y="3181"/>
                    <a:pt x="6753" y="3056"/>
                  </a:cubicBezTo>
                  <a:lnTo>
                    <a:pt x="6779" y="3005"/>
                  </a:lnTo>
                  <a:lnTo>
                    <a:pt x="6804" y="3005"/>
                  </a:lnTo>
                  <a:cubicBezTo>
                    <a:pt x="6816" y="2943"/>
                    <a:pt x="6841" y="2892"/>
                    <a:pt x="6854" y="2842"/>
                  </a:cubicBezTo>
                  <a:lnTo>
                    <a:pt x="13695" y="3735"/>
                  </a:lnTo>
                  <a:lnTo>
                    <a:pt x="6892" y="2741"/>
                  </a:lnTo>
                  <a:cubicBezTo>
                    <a:pt x="6967" y="2490"/>
                    <a:pt x="7005" y="2213"/>
                    <a:pt x="6992" y="1949"/>
                  </a:cubicBezTo>
                  <a:lnTo>
                    <a:pt x="6992" y="1949"/>
                  </a:lnTo>
                  <a:lnTo>
                    <a:pt x="10740" y="2276"/>
                  </a:lnTo>
                  <a:lnTo>
                    <a:pt x="10740" y="2276"/>
                  </a:lnTo>
                  <a:lnTo>
                    <a:pt x="6992" y="1836"/>
                  </a:lnTo>
                  <a:cubicBezTo>
                    <a:pt x="6992" y="1786"/>
                    <a:pt x="6980" y="1735"/>
                    <a:pt x="6967" y="1685"/>
                  </a:cubicBezTo>
                  <a:lnTo>
                    <a:pt x="6967" y="1685"/>
                  </a:lnTo>
                  <a:lnTo>
                    <a:pt x="8853" y="1823"/>
                  </a:lnTo>
                  <a:lnTo>
                    <a:pt x="8853" y="1823"/>
                  </a:lnTo>
                  <a:lnTo>
                    <a:pt x="6955" y="1584"/>
                  </a:lnTo>
                  <a:cubicBezTo>
                    <a:pt x="6942" y="1522"/>
                    <a:pt x="6929" y="1471"/>
                    <a:pt x="6917" y="1421"/>
                  </a:cubicBezTo>
                  <a:lnTo>
                    <a:pt x="6917" y="1421"/>
                  </a:lnTo>
                  <a:lnTo>
                    <a:pt x="13632" y="1962"/>
                  </a:lnTo>
                  <a:lnTo>
                    <a:pt x="13632" y="1962"/>
                  </a:lnTo>
                  <a:lnTo>
                    <a:pt x="6904" y="1320"/>
                  </a:lnTo>
                  <a:lnTo>
                    <a:pt x="6879" y="1245"/>
                  </a:lnTo>
                  <a:close/>
                  <a:moveTo>
                    <a:pt x="6615" y="3005"/>
                  </a:moveTo>
                  <a:lnTo>
                    <a:pt x="6577" y="3093"/>
                  </a:lnTo>
                  <a:cubicBezTo>
                    <a:pt x="6565" y="3144"/>
                    <a:pt x="6590" y="3194"/>
                    <a:pt x="6640" y="3207"/>
                  </a:cubicBezTo>
                  <a:cubicBezTo>
                    <a:pt x="6678" y="3207"/>
                    <a:pt x="10123" y="3936"/>
                    <a:pt x="13846" y="4426"/>
                  </a:cubicBezTo>
                  <a:cubicBezTo>
                    <a:pt x="13808" y="4464"/>
                    <a:pt x="13758" y="4502"/>
                    <a:pt x="13745" y="4514"/>
                  </a:cubicBezTo>
                  <a:cubicBezTo>
                    <a:pt x="10388" y="4137"/>
                    <a:pt x="6175" y="3194"/>
                    <a:pt x="6175" y="3194"/>
                  </a:cubicBezTo>
                  <a:cubicBezTo>
                    <a:pt x="6100" y="3031"/>
                    <a:pt x="6401" y="3005"/>
                    <a:pt x="6615" y="3005"/>
                  </a:cubicBezTo>
                  <a:close/>
                  <a:moveTo>
                    <a:pt x="6527" y="3446"/>
                  </a:moveTo>
                  <a:lnTo>
                    <a:pt x="6728" y="3483"/>
                  </a:lnTo>
                  <a:cubicBezTo>
                    <a:pt x="6577" y="3622"/>
                    <a:pt x="6452" y="3785"/>
                    <a:pt x="6351" y="3961"/>
                  </a:cubicBezTo>
                  <a:cubicBezTo>
                    <a:pt x="6326" y="4024"/>
                    <a:pt x="6276" y="4099"/>
                    <a:pt x="6250" y="4175"/>
                  </a:cubicBezTo>
                  <a:lnTo>
                    <a:pt x="6175" y="4389"/>
                  </a:lnTo>
                  <a:cubicBezTo>
                    <a:pt x="6162" y="4477"/>
                    <a:pt x="6137" y="4552"/>
                    <a:pt x="6125" y="4628"/>
                  </a:cubicBezTo>
                  <a:cubicBezTo>
                    <a:pt x="6112" y="4703"/>
                    <a:pt x="6112" y="4778"/>
                    <a:pt x="6112" y="4866"/>
                  </a:cubicBezTo>
                  <a:cubicBezTo>
                    <a:pt x="6100" y="4942"/>
                    <a:pt x="6125" y="5017"/>
                    <a:pt x="6125" y="5093"/>
                  </a:cubicBezTo>
                  <a:cubicBezTo>
                    <a:pt x="6137" y="5168"/>
                    <a:pt x="6150" y="5256"/>
                    <a:pt x="6162" y="5332"/>
                  </a:cubicBezTo>
                  <a:cubicBezTo>
                    <a:pt x="6175" y="5407"/>
                    <a:pt x="6213" y="5483"/>
                    <a:pt x="6225" y="5558"/>
                  </a:cubicBezTo>
                  <a:cubicBezTo>
                    <a:pt x="6250" y="5621"/>
                    <a:pt x="6288" y="5696"/>
                    <a:pt x="6326" y="5772"/>
                  </a:cubicBezTo>
                  <a:cubicBezTo>
                    <a:pt x="6376" y="5872"/>
                    <a:pt x="6426" y="5973"/>
                    <a:pt x="6502" y="6061"/>
                  </a:cubicBezTo>
                  <a:lnTo>
                    <a:pt x="6225" y="6036"/>
                  </a:lnTo>
                  <a:cubicBezTo>
                    <a:pt x="5647" y="5219"/>
                    <a:pt x="5785" y="4099"/>
                    <a:pt x="6527" y="3446"/>
                  </a:cubicBezTo>
                  <a:close/>
                  <a:moveTo>
                    <a:pt x="4666" y="3295"/>
                  </a:moveTo>
                  <a:lnTo>
                    <a:pt x="6188" y="3370"/>
                  </a:lnTo>
                  <a:cubicBezTo>
                    <a:pt x="5785" y="3810"/>
                    <a:pt x="5559" y="4389"/>
                    <a:pt x="5584" y="4980"/>
                  </a:cubicBezTo>
                  <a:cubicBezTo>
                    <a:pt x="5597" y="5332"/>
                    <a:pt x="5697" y="5684"/>
                    <a:pt x="5873" y="5998"/>
                  </a:cubicBezTo>
                  <a:lnTo>
                    <a:pt x="4477" y="5872"/>
                  </a:lnTo>
                  <a:lnTo>
                    <a:pt x="4679" y="6162"/>
                  </a:lnTo>
                  <a:cubicBezTo>
                    <a:pt x="4238" y="5847"/>
                    <a:pt x="4050" y="5294"/>
                    <a:pt x="4050" y="4741"/>
                  </a:cubicBezTo>
                  <a:lnTo>
                    <a:pt x="4050" y="4728"/>
                  </a:lnTo>
                  <a:cubicBezTo>
                    <a:pt x="4050" y="4150"/>
                    <a:pt x="4276" y="3571"/>
                    <a:pt x="4666" y="3295"/>
                  </a:cubicBezTo>
                  <a:close/>
                  <a:moveTo>
                    <a:pt x="8564" y="3860"/>
                  </a:moveTo>
                  <a:lnTo>
                    <a:pt x="8765" y="3898"/>
                  </a:lnTo>
                  <a:cubicBezTo>
                    <a:pt x="8715" y="3961"/>
                    <a:pt x="8665" y="4049"/>
                    <a:pt x="8627" y="4125"/>
                  </a:cubicBezTo>
                  <a:cubicBezTo>
                    <a:pt x="8589" y="4200"/>
                    <a:pt x="8552" y="4263"/>
                    <a:pt x="8526" y="4338"/>
                  </a:cubicBezTo>
                  <a:lnTo>
                    <a:pt x="8451" y="4577"/>
                  </a:lnTo>
                  <a:cubicBezTo>
                    <a:pt x="8426" y="4653"/>
                    <a:pt x="8413" y="4728"/>
                    <a:pt x="8401" y="4816"/>
                  </a:cubicBezTo>
                  <a:cubicBezTo>
                    <a:pt x="8388" y="4904"/>
                    <a:pt x="8388" y="4967"/>
                    <a:pt x="8376" y="5055"/>
                  </a:cubicBezTo>
                  <a:cubicBezTo>
                    <a:pt x="8376" y="5382"/>
                    <a:pt x="8451" y="5709"/>
                    <a:pt x="8589" y="5998"/>
                  </a:cubicBezTo>
                  <a:cubicBezTo>
                    <a:pt x="8627" y="6086"/>
                    <a:pt x="8677" y="6174"/>
                    <a:pt x="8728" y="6250"/>
                  </a:cubicBezTo>
                  <a:lnTo>
                    <a:pt x="8464" y="6237"/>
                  </a:lnTo>
                  <a:cubicBezTo>
                    <a:pt x="8262" y="5910"/>
                    <a:pt x="8162" y="5558"/>
                    <a:pt x="8149" y="5181"/>
                  </a:cubicBezTo>
                  <a:cubicBezTo>
                    <a:pt x="8124" y="4703"/>
                    <a:pt x="8275" y="4238"/>
                    <a:pt x="8564" y="3860"/>
                  </a:cubicBezTo>
                  <a:close/>
                  <a:moveTo>
                    <a:pt x="6816" y="3508"/>
                  </a:moveTo>
                  <a:cubicBezTo>
                    <a:pt x="7181" y="3584"/>
                    <a:pt x="7671" y="3684"/>
                    <a:pt x="8250" y="3798"/>
                  </a:cubicBezTo>
                  <a:cubicBezTo>
                    <a:pt x="7973" y="4200"/>
                    <a:pt x="7835" y="4690"/>
                    <a:pt x="7860" y="5193"/>
                  </a:cubicBezTo>
                  <a:cubicBezTo>
                    <a:pt x="7873" y="5545"/>
                    <a:pt x="7961" y="5885"/>
                    <a:pt x="8112" y="6199"/>
                  </a:cubicBezTo>
                  <a:lnTo>
                    <a:pt x="6816" y="6086"/>
                  </a:lnTo>
                  <a:lnTo>
                    <a:pt x="6879" y="6375"/>
                  </a:lnTo>
                  <a:cubicBezTo>
                    <a:pt x="6716" y="6174"/>
                    <a:pt x="6577" y="5948"/>
                    <a:pt x="6489" y="5696"/>
                  </a:cubicBezTo>
                  <a:cubicBezTo>
                    <a:pt x="6389" y="5432"/>
                    <a:pt x="6338" y="5143"/>
                    <a:pt x="6338" y="4854"/>
                  </a:cubicBezTo>
                  <a:cubicBezTo>
                    <a:pt x="6351" y="4577"/>
                    <a:pt x="6401" y="4288"/>
                    <a:pt x="6515" y="4024"/>
                  </a:cubicBezTo>
                  <a:cubicBezTo>
                    <a:pt x="6603" y="3848"/>
                    <a:pt x="6703" y="3672"/>
                    <a:pt x="6816" y="3508"/>
                  </a:cubicBezTo>
                  <a:close/>
                  <a:moveTo>
                    <a:pt x="11104" y="4401"/>
                  </a:moveTo>
                  <a:lnTo>
                    <a:pt x="11318" y="4451"/>
                  </a:lnTo>
                  <a:cubicBezTo>
                    <a:pt x="11318" y="4464"/>
                    <a:pt x="11306" y="4489"/>
                    <a:pt x="11293" y="4502"/>
                  </a:cubicBezTo>
                  <a:lnTo>
                    <a:pt x="11217" y="4741"/>
                  </a:lnTo>
                  <a:cubicBezTo>
                    <a:pt x="11205" y="4829"/>
                    <a:pt x="11192" y="4904"/>
                    <a:pt x="11180" y="4992"/>
                  </a:cubicBezTo>
                  <a:cubicBezTo>
                    <a:pt x="11155" y="5080"/>
                    <a:pt x="11167" y="5156"/>
                    <a:pt x="11155" y="5244"/>
                  </a:cubicBezTo>
                  <a:cubicBezTo>
                    <a:pt x="11155" y="5571"/>
                    <a:pt x="11230" y="5898"/>
                    <a:pt x="11368" y="6199"/>
                  </a:cubicBezTo>
                  <a:cubicBezTo>
                    <a:pt x="11406" y="6313"/>
                    <a:pt x="11469" y="6413"/>
                    <a:pt x="11532" y="6514"/>
                  </a:cubicBezTo>
                  <a:lnTo>
                    <a:pt x="11255" y="6489"/>
                  </a:lnTo>
                  <a:cubicBezTo>
                    <a:pt x="11054" y="6149"/>
                    <a:pt x="10928" y="5759"/>
                    <a:pt x="10916" y="5369"/>
                  </a:cubicBezTo>
                  <a:cubicBezTo>
                    <a:pt x="10903" y="5030"/>
                    <a:pt x="10966" y="4703"/>
                    <a:pt x="11104" y="4401"/>
                  </a:cubicBezTo>
                  <a:close/>
                  <a:moveTo>
                    <a:pt x="8929" y="3923"/>
                  </a:moveTo>
                  <a:cubicBezTo>
                    <a:pt x="9331" y="3999"/>
                    <a:pt x="9771" y="4074"/>
                    <a:pt x="10224" y="4162"/>
                  </a:cubicBezTo>
                  <a:lnTo>
                    <a:pt x="10815" y="4313"/>
                  </a:lnTo>
                  <a:cubicBezTo>
                    <a:pt x="10677" y="4653"/>
                    <a:pt x="10614" y="5005"/>
                    <a:pt x="10626" y="5369"/>
                  </a:cubicBezTo>
                  <a:cubicBezTo>
                    <a:pt x="10639" y="5747"/>
                    <a:pt x="10740" y="6111"/>
                    <a:pt x="10903" y="6451"/>
                  </a:cubicBezTo>
                  <a:lnTo>
                    <a:pt x="9105" y="6287"/>
                  </a:lnTo>
                  <a:lnTo>
                    <a:pt x="9155" y="6652"/>
                  </a:lnTo>
                  <a:cubicBezTo>
                    <a:pt x="8979" y="6438"/>
                    <a:pt x="8853" y="6187"/>
                    <a:pt x="8753" y="5935"/>
                  </a:cubicBezTo>
                  <a:cubicBezTo>
                    <a:pt x="8652" y="5659"/>
                    <a:pt x="8602" y="5357"/>
                    <a:pt x="8615" y="5055"/>
                  </a:cubicBezTo>
                  <a:cubicBezTo>
                    <a:pt x="8615" y="4766"/>
                    <a:pt x="8677" y="4464"/>
                    <a:pt x="8791" y="4200"/>
                  </a:cubicBezTo>
                  <a:cubicBezTo>
                    <a:pt x="8828" y="4099"/>
                    <a:pt x="8879" y="4011"/>
                    <a:pt x="8929" y="3923"/>
                  </a:cubicBezTo>
                  <a:close/>
                  <a:moveTo>
                    <a:pt x="13732" y="5043"/>
                  </a:moveTo>
                  <a:lnTo>
                    <a:pt x="13971" y="5093"/>
                  </a:lnTo>
                  <a:lnTo>
                    <a:pt x="13946" y="5206"/>
                  </a:lnTo>
                  <a:lnTo>
                    <a:pt x="13934" y="5457"/>
                  </a:lnTo>
                  <a:cubicBezTo>
                    <a:pt x="13921" y="5797"/>
                    <a:pt x="13997" y="6124"/>
                    <a:pt x="14135" y="6438"/>
                  </a:cubicBezTo>
                  <a:lnTo>
                    <a:pt x="14135" y="6451"/>
                  </a:lnTo>
                  <a:cubicBezTo>
                    <a:pt x="14185" y="6551"/>
                    <a:pt x="14235" y="6652"/>
                    <a:pt x="14298" y="6753"/>
                  </a:cubicBezTo>
                  <a:lnTo>
                    <a:pt x="14022" y="6728"/>
                  </a:lnTo>
                  <a:cubicBezTo>
                    <a:pt x="13820" y="6375"/>
                    <a:pt x="13707" y="5986"/>
                    <a:pt x="13682" y="5596"/>
                  </a:cubicBezTo>
                  <a:cubicBezTo>
                    <a:pt x="13682" y="5407"/>
                    <a:pt x="13695" y="5219"/>
                    <a:pt x="13732" y="5043"/>
                  </a:cubicBezTo>
                  <a:close/>
                  <a:moveTo>
                    <a:pt x="11519" y="4514"/>
                  </a:moveTo>
                  <a:cubicBezTo>
                    <a:pt x="12186" y="4678"/>
                    <a:pt x="12890" y="4854"/>
                    <a:pt x="13456" y="4980"/>
                  </a:cubicBezTo>
                  <a:cubicBezTo>
                    <a:pt x="13406" y="5181"/>
                    <a:pt x="13393" y="5382"/>
                    <a:pt x="13393" y="5596"/>
                  </a:cubicBezTo>
                  <a:cubicBezTo>
                    <a:pt x="13406" y="5986"/>
                    <a:pt x="13506" y="6363"/>
                    <a:pt x="13670" y="6702"/>
                  </a:cubicBezTo>
                  <a:lnTo>
                    <a:pt x="11834" y="6539"/>
                  </a:lnTo>
                  <a:lnTo>
                    <a:pt x="11909" y="6878"/>
                  </a:lnTo>
                  <a:cubicBezTo>
                    <a:pt x="11746" y="6652"/>
                    <a:pt x="11620" y="6413"/>
                    <a:pt x="11532" y="6149"/>
                  </a:cubicBezTo>
                  <a:cubicBezTo>
                    <a:pt x="11507" y="6074"/>
                    <a:pt x="11482" y="5998"/>
                    <a:pt x="11469" y="5935"/>
                  </a:cubicBezTo>
                  <a:lnTo>
                    <a:pt x="11419" y="5709"/>
                  </a:lnTo>
                  <a:cubicBezTo>
                    <a:pt x="11419" y="5634"/>
                    <a:pt x="11394" y="5545"/>
                    <a:pt x="11394" y="5483"/>
                  </a:cubicBezTo>
                  <a:cubicBezTo>
                    <a:pt x="11381" y="5407"/>
                    <a:pt x="11394" y="5319"/>
                    <a:pt x="11394" y="5256"/>
                  </a:cubicBezTo>
                  <a:cubicBezTo>
                    <a:pt x="11394" y="4992"/>
                    <a:pt x="11431" y="4753"/>
                    <a:pt x="11519" y="4514"/>
                  </a:cubicBezTo>
                  <a:close/>
                  <a:moveTo>
                    <a:pt x="17304" y="4451"/>
                  </a:moveTo>
                  <a:cubicBezTo>
                    <a:pt x="17266" y="4514"/>
                    <a:pt x="17228" y="4590"/>
                    <a:pt x="17191" y="4665"/>
                  </a:cubicBezTo>
                  <a:cubicBezTo>
                    <a:pt x="17153" y="4741"/>
                    <a:pt x="17115" y="4816"/>
                    <a:pt x="17090" y="4904"/>
                  </a:cubicBezTo>
                  <a:lnTo>
                    <a:pt x="17014" y="5156"/>
                  </a:lnTo>
                  <a:cubicBezTo>
                    <a:pt x="16989" y="5231"/>
                    <a:pt x="16977" y="5319"/>
                    <a:pt x="16964" y="5407"/>
                  </a:cubicBezTo>
                  <a:cubicBezTo>
                    <a:pt x="16952" y="5495"/>
                    <a:pt x="16952" y="5583"/>
                    <a:pt x="16952" y="5671"/>
                  </a:cubicBezTo>
                  <a:cubicBezTo>
                    <a:pt x="16939" y="6023"/>
                    <a:pt x="17014" y="6363"/>
                    <a:pt x="17153" y="6690"/>
                  </a:cubicBezTo>
                  <a:lnTo>
                    <a:pt x="17140" y="6690"/>
                  </a:lnTo>
                  <a:cubicBezTo>
                    <a:pt x="17191" y="6803"/>
                    <a:pt x="17241" y="6904"/>
                    <a:pt x="17316" y="7004"/>
                  </a:cubicBezTo>
                  <a:lnTo>
                    <a:pt x="17027" y="6979"/>
                  </a:lnTo>
                  <a:cubicBezTo>
                    <a:pt x="16826" y="6627"/>
                    <a:pt x="16713" y="6225"/>
                    <a:pt x="16700" y="5810"/>
                  </a:cubicBezTo>
                  <a:cubicBezTo>
                    <a:pt x="16688" y="5369"/>
                    <a:pt x="16801" y="4929"/>
                    <a:pt x="17014" y="4527"/>
                  </a:cubicBezTo>
                  <a:lnTo>
                    <a:pt x="17304" y="4451"/>
                  </a:lnTo>
                  <a:close/>
                  <a:moveTo>
                    <a:pt x="16612" y="4665"/>
                  </a:moveTo>
                  <a:cubicBezTo>
                    <a:pt x="16461" y="5030"/>
                    <a:pt x="16386" y="5432"/>
                    <a:pt x="16398" y="5822"/>
                  </a:cubicBezTo>
                  <a:cubicBezTo>
                    <a:pt x="16411" y="6225"/>
                    <a:pt x="16511" y="6602"/>
                    <a:pt x="16675" y="6954"/>
                  </a:cubicBezTo>
                  <a:lnTo>
                    <a:pt x="14562" y="6765"/>
                  </a:lnTo>
                  <a:lnTo>
                    <a:pt x="14625" y="7067"/>
                  </a:lnTo>
                  <a:cubicBezTo>
                    <a:pt x="14474" y="6853"/>
                    <a:pt x="14374" y="6614"/>
                    <a:pt x="14298" y="6375"/>
                  </a:cubicBezTo>
                  <a:lnTo>
                    <a:pt x="14235" y="6149"/>
                  </a:lnTo>
                  <a:lnTo>
                    <a:pt x="14185" y="5923"/>
                  </a:lnTo>
                  <a:cubicBezTo>
                    <a:pt x="14185" y="5847"/>
                    <a:pt x="14173" y="5759"/>
                    <a:pt x="14160" y="5684"/>
                  </a:cubicBezTo>
                  <a:cubicBezTo>
                    <a:pt x="14160" y="5608"/>
                    <a:pt x="14160" y="5533"/>
                    <a:pt x="14160" y="5457"/>
                  </a:cubicBezTo>
                  <a:cubicBezTo>
                    <a:pt x="14160" y="5344"/>
                    <a:pt x="14173" y="5231"/>
                    <a:pt x="14185" y="5131"/>
                  </a:cubicBezTo>
                  <a:cubicBezTo>
                    <a:pt x="14273" y="5143"/>
                    <a:pt x="14349" y="5168"/>
                    <a:pt x="14424" y="5168"/>
                  </a:cubicBezTo>
                  <a:lnTo>
                    <a:pt x="14411" y="5168"/>
                  </a:lnTo>
                  <a:cubicBezTo>
                    <a:pt x="14471" y="5177"/>
                    <a:pt x="14534" y="5181"/>
                    <a:pt x="14599" y="5181"/>
                  </a:cubicBezTo>
                  <a:cubicBezTo>
                    <a:pt x="15110" y="5181"/>
                    <a:pt x="15787" y="4933"/>
                    <a:pt x="16612" y="4665"/>
                  </a:cubicBezTo>
                  <a:close/>
                  <a:moveTo>
                    <a:pt x="4779" y="6489"/>
                  </a:moveTo>
                  <a:cubicBezTo>
                    <a:pt x="4842" y="6514"/>
                    <a:pt x="4892" y="6539"/>
                    <a:pt x="4955" y="6564"/>
                  </a:cubicBezTo>
                  <a:lnTo>
                    <a:pt x="4477" y="6602"/>
                  </a:lnTo>
                  <a:lnTo>
                    <a:pt x="5735" y="6677"/>
                  </a:lnTo>
                  <a:cubicBezTo>
                    <a:pt x="6615" y="6765"/>
                    <a:pt x="8376" y="6929"/>
                    <a:pt x="10388" y="7105"/>
                  </a:cubicBezTo>
                  <a:lnTo>
                    <a:pt x="3333" y="6589"/>
                  </a:lnTo>
                  <a:lnTo>
                    <a:pt x="4779" y="6489"/>
                  </a:lnTo>
                  <a:close/>
                  <a:moveTo>
                    <a:pt x="27024" y="6816"/>
                  </a:moveTo>
                  <a:lnTo>
                    <a:pt x="25943" y="6979"/>
                  </a:lnTo>
                  <a:lnTo>
                    <a:pt x="24861" y="7117"/>
                  </a:lnTo>
                  <a:lnTo>
                    <a:pt x="24698" y="7142"/>
                  </a:lnTo>
                  <a:lnTo>
                    <a:pt x="25414" y="6992"/>
                  </a:lnTo>
                  <a:lnTo>
                    <a:pt x="25943" y="6929"/>
                  </a:lnTo>
                  <a:lnTo>
                    <a:pt x="27024" y="6816"/>
                  </a:lnTo>
                  <a:close/>
                  <a:moveTo>
                    <a:pt x="19240" y="4087"/>
                  </a:moveTo>
                  <a:lnTo>
                    <a:pt x="20032" y="4137"/>
                  </a:lnTo>
                  <a:cubicBezTo>
                    <a:pt x="19303" y="4980"/>
                    <a:pt x="18989" y="5772"/>
                    <a:pt x="19102" y="6489"/>
                  </a:cubicBezTo>
                  <a:lnTo>
                    <a:pt x="19089" y="6489"/>
                  </a:lnTo>
                  <a:cubicBezTo>
                    <a:pt x="19127" y="6740"/>
                    <a:pt x="19228" y="6979"/>
                    <a:pt x="19353" y="7193"/>
                  </a:cubicBezTo>
                  <a:lnTo>
                    <a:pt x="17580" y="7029"/>
                  </a:lnTo>
                  <a:lnTo>
                    <a:pt x="17643" y="7331"/>
                  </a:lnTo>
                  <a:cubicBezTo>
                    <a:pt x="17492" y="7117"/>
                    <a:pt x="17379" y="6878"/>
                    <a:pt x="17304" y="6627"/>
                  </a:cubicBezTo>
                  <a:lnTo>
                    <a:pt x="17241" y="6401"/>
                  </a:lnTo>
                  <a:cubicBezTo>
                    <a:pt x="17228" y="6313"/>
                    <a:pt x="17203" y="6237"/>
                    <a:pt x="17203" y="6162"/>
                  </a:cubicBezTo>
                  <a:cubicBezTo>
                    <a:pt x="17191" y="6074"/>
                    <a:pt x="17178" y="5998"/>
                    <a:pt x="17165" y="5923"/>
                  </a:cubicBezTo>
                  <a:cubicBezTo>
                    <a:pt x="17165" y="5835"/>
                    <a:pt x="17165" y="5759"/>
                    <a:pt x="17165" y="5684"/>
                  </a:cubicBezTo>
                  <a:cubicBezTo>
                    <a:pt x="17178" y="5357"/>
                    <a:pt x="17228" y="5030"/>
                    <a:pt x="17341" y="4741"/>
                  </a:cubicBezTo>
                  <a:cubicBezTo>
                    <a:pt x="17392" y="4615"/>
                    <a:pt x="17442" y="4502"/>
                    <a:pt x="17505" y="4401"/>
                  </a:cubicBezTo>
                  <a:cubicBezTo>
                    <a:pt x="17807" y="4313"/>
                    <a:pt x="18121" y="4238"/>
                    <a:pt x="18461" y="4175"/>
                  </a:cubicBezTo>
                  <a:lnTo>
                    <a:pt x="19240" y="4087"/>
                  </a:lnTo>
                  <a:close/>
                  <a:moveTo>
                    <a:pt x="28420" y="3534"/>
                  </a:moveTo>
                  <a:lnTo>
                    <a:pt x="28395" y="3622"/>
                  </a:lnTo>
                  <a:lnTo>
                    <a:pt x="20347" y="4602"/>
                  </a:lnTo>
                  <a:lnTo>
                    <a:pt x="20347" y="4602"/>
                  </a:lnTo>
                  <a:lnTo>
                    <a:pt x="28357" y="3772"/>
                  </a:lnTo>
                  <a:lnTo>
                    <a:pt x="28357" y="3772"/>
                  </a:lnTo>
                  <a:cubicBezTo>
                    <a:pt x="28344" y="3823"/>
                    <a:pt x="28332" y="3886"/>
                    <a:pt x="28319" y="3948"/>
                  </a:cubicBezTo>
                  <a:lnTo>
                    <a:pt x="26043" y="4313"/>
                  </a:lnTo>
                  <a:lnTo>
                    <a:pt x="28307" y="4099"/>
                  </a:lnTo>
                  <a:lnTo>
                    <a:pt x="28307" y="4099"/>
                  </a:lnTo>
                  <a:cubicBezTo>
                    <a:pt x="28294" y="4162"/>
                    <a:pt x="28294" y="4213"/>
                    <a:pt x="28282" y="4275"/>
                  </a:cubicBezTo>
                  <a:lnTo>
                    <a:pt x="23792" y="4929"/>
                  </a:lnTo>
                  <a:lnTo>
                    <a:pt x="23792" y="4929"/>
                  </a:lnTo>
                  <a:lnTo>
                    <a:pt x="28269" y="4426"/>
                  </a:lnTo>
                  <a:lnTo>
                    <a:pt x="28269" y="4426"/>
                  </a:lnTo>
                  <a:cubicBezTo>
                    <a:pt x="28256" y="4741"/>
                    <a:pt x="28294" y="5055"/>
                    <a:pt x="28370" y="5369"/>
                  </a:cubicBezTo>
                  <a:lnTo>
                    <a:pt x="20234" y="6778"/>
                  </a:lnTo>
                  <a:lnTo>
                    <a:pt x="20234" y="6778"/>
                  </a:lnTo>
                  <a:lnTo>
                    <a:pt x="28420" y="5508"/>
                  </a:lnTo>
                  <a:cubicBezTo>
                    <a:pt x="28445" y="5571"/>
                    <a:pt x="28458" y="5621"/>
                    <a:pt x="28483" y="5684"/>
                  </a:cubicBezTo>
                  <a:lnTo>
                    <a:pt x="28495" y="5684"/>
                  </a:lnTo>
                  <a:lnTo>
                    <a:pt x="28508" y="5734"/>
                  </a:lnTo>
                  <a:cubicBezTo>
                    <a:pt x="27804" y="5898"/>
                    <a:pt x="23956" y="6778"/>
                    <a:pt x="19844" y="7432"/>
                  </a:cubicBezTo>
                  <a:lnTo>
                    <a:pt x="19806" y="7381"/>
                  </a:lnTo>
                  <a:lnTo>
                    <a:pt x="27929" y="5810"/>
                  </a:lnTo>
                  <a:lnTo>
                    <a:pt x="19693" y="7256"/>
                  </a:lnTo>
                  <a:cubicBezTo>
                    <a:pt x="19504" y="7029"/>
                    <a:pt x="19379" y="6753"/>
                    <a:pt x="19328" y="6463"/>
                  </a:cubicBezTo>
                  <a:lnTo>
                    <a:pt x="23780" y="5759"/>
                  </a:lnTo>
                  <a:lnTo>
                    <a:pt x="23780" y="5759"/>
                  </a:lnTo>
                  <a:lnTo>
                    <a:pt x="19303" y="6313"/>
                  </a:lnTo>
                  <a:cubicBezTo>
                    <a:pt x="19303" y="6237"/>
                    <a:pt x="19303" y="6162"/>
                    <a:pt x="19303" y="6086"/>
                  </a:cubicBezTo>
                  <a:lnTo>
                    <a:pt x="27942" y="4829"/>
                  </a:lnTo>
                  <a:lnTo>
                    <a:pt x="19328" y="5923"/>
                  </a:lnTo>
                  <a:cubicBezTo>
                    <a:pt x="19391" y="5457"/>
                    <a:pt x="19643" y="4967"/>
                    <a:pt x="20058" y="4439"/>
                  </a:cubicBezTo>
                  <a:lnTo>
                    <a:pt x="28420" y="3534"/>
                  </a:lnTo>
                  <a:close/>
                  <a:moveTo>
                    <a:pt x="28759" y="5671"/>
                  </a:moveTo>
                  <a:cubicBezTo>
                    <a:pt x="28998" y="5671"/>
                    <a:pt x="29300" y="5709"/>
                    <a:pt x="29237" y="5898"/>
                  </a:cubicBezTo>
                  <a:cubicBezTo>
                    <a:pt x="29237" y="5898"/>
                    <a:pt x="24207" y="7155"/>
                    <a:pt x="20196" y="7708"/>
                  </a:cubicBezTo>
                  <a:cubicBezTo>
                    <a:pt x="20171" y="7696"/>
                    <a:pt x="20133" y="7671"/>
                    <a:pt x="20070" y="7633"/>
                  </a:cubicBezTo>
                  <a:cubicBezTo>
                    <a:pt x="24534" y="6916"/>
                    <a:pt x="28634" y="5935"/>
                    <a:pt x="28684" y="5935"/>
                  </a:cubicBezTo>
                  <a:lnTo>
                    <a:pt x="28671" y="5935"/>
                  </a:lnTo>
                  <a:cubicBezTo>
                    <a:pt x="28734" y="5910"/>
                    <a:pt x="28772" y="5847"/>
                    <a:pt x="28759" y="5784"/>
                  </a:cubicBezTo>
                  <a:lnTo>
                    <a:pt x="28722" y="5671"/>
                  </a:lnTo>
                  <a:close/>
                  <a:moveTo>
                    <a:pt x="4150" y="6904"/>
                  </a:moveTo>
                  <a:lnTo>
                    <a:pt x="4402" y="6916"/>
                  </a:lnTo>
                  <a:cubicBezTo>
                    <a:pt x="4201" y="7130"/>
                    <a:pt x="4037" y="7369"/>
                    <a:pt x="3924" y="7633"/>
                  </a:cubicBezTo>
                  <a:cubicBezTo>
                    <a:pt x="3773" y="7972"/>
                    <a:pt x="3698" y="8337"/>
                    <a:pt x="3698" y="8702"/>
                  </a:cubicBezTo>
                  <a:cubicBezTo>
                    <a:pt x="3698" y="9079"/>
                    <a:pt x="3773" y="9444"/>
                    <a:pt x="3912" y="9783"/>
                  </a:cubicBezTo>
                  <a:cubicBezTo>
                    <a:pt x="3962" y="9909"/>
                    <a:pt x="4037" y="10035"/>
                    <a:pt x="4113" y="10160"/>
                  </a:cubicBezTo>
                  <a:lnTo>
                    <a:pt x="3836" y="10123"/>
                  </a:lnTo>
                  <a:cubicBezTo>
                    <a:pt x="3245" y="9092"/>
                    <a:pt x="3371" y="7796"/>
                    <a:pt x="4150" y="6904"/>
                  </a:cubicBezTo>
                  <a:close/>
                  <a:moveTo>
                    <a:pt x="27376" y="10022"/>
                  </a:moveTo>
                  <a:lnTo>
                    <a:pt x="28344" y="10085"/>
                  </a:lnTo>
                  <a:lnTo>
                    <a:pt x="27351" y="10223"/>
                  </a:lnTo>
                  <a:lnTo>
                    <a:pt x="27351" y="10211"/>
                  </a:lnTo>
                  <a:cubicBezTo>
                    <a:pt x="27376" y="10148"/>
                    <a:pt x="27376" y="10085"/>
                    <a:pt x="27376" y="10022"/>
                  </a:cubicBezTo>
                  <a:close/>
                  <a:moveTo>
                    <a:pt x="2227" y="6753"/>
                  </a:moveTo>
                  <a:lnTo>
                    <a:pt x="3798" y="6866"/>
                  </a:lnTo>
                  <a:cubicBezTo>
                    <a:pt x="3094" y="7784"/>
                    <a:pt x="2968" y="9029"/>
                    <a:pt x="3484" y="10072"/>
                  </a:cubicBezTo>
                  <a:lnTo>
                    <a:pt x="2063" y="9922"/>
                  </a:lnTo>
                  <a:lnTo>
                    <a:pt x="2063" y="9922"/>
                  </a:lnTo>
                  <a:lnTo>
                    <a:pt x="2264" y="10261"/>
                  </a:lnTo>
                  <a:cubicBezTo>
                    <a:pt x="1824" y="9871"/>
                    <a:pt x="1623" y="9192"/>
                    <a:pt x="1610" y="8513"/>
                  </a:cubicBezTo>
                  <a:cubicBezTo>
                    <a:pt x="1610" y="7796"/>
                    <a:pt x="1824" y="7092"/>
                    <a:pt x="2227" y="6753"/>
                  </a:cubicBezTo>
                  <a:close/>
                  <a:moveTo>
                    <a:pt x="6452" y="7080"/>
                  </a:moveTo>
                  <a:lnTo>
                    <a:pt x="6716" y="7092"/>
                  </a:lnTo>
                  <a:cubicBezTo>
                    <a:pt x="6502" y="7319"/>
                    <a:pt x="6338" y="7570"/>
                    <a:pt x="6213" y="7859"/>
                  </a:cubicBezTo>
                  <a:cubicBezTo>
                    <a:pt x="6062" y="8211"/>
                    <a:pt x="5986" y="8589"/>
                    <a:pt x="5999" y="8978"/>
                  </a:cubicBezTo>
                  <a:cubicBezTo>
                    <a:pt x="5999" y="9356"/>
                    <a:pt x="6074" y="9733"/>
                    <a:pt x="6213" y="10085"/>
                  </a:cubicBezTo>
                  <a:cubicBezTo>
                    <a:pt x="6263" y="10198"/>
                    <a:pt x="6313" y="10311"/>
                    <a:pt x="6376" y="10412"/>
                  </a:cubicBezTo>
                  <a:lnTo>
                    <a:pt x="6087" y="10387"/>
                  </a:lnTo>
                  <a:cubicBezTo>
                    <a:pt x="5672" y="9557"/>
                    <a:pt x="5509" y="8186"/>
                    <a:pt x="6452" y="7080"/>
                  </a:cubicBezTo>
                  <a:close/>
                  <a:moveTo>
                    <a:pt x="4465" y="6929"/>
                  </a:moveTo>
                  <a:lnTo>
                    <a:pt x="6100" y="7042"/>
                  </a:lnTo>
                  <a:cubicBezTo>
                    <a:pt x="5395" y="7998"/>
                    <a:pt x="5257" y="9255"/>
                    <a:pt x="5735" y="10349"/>
                  </a:cubicBezTo>
                  <a:lnTo>
                    <a:pt x="4427" y="10198"/>
                  </a:lnTo>
                  <a:lnTo>
                    <a:pt x="4427" y="10198"/>
                  </a:lnTo>
                  <a:lnTo>
                    <a:pt x="4490" y="10563"/>
                  </a:lnTo>
                  <a:cubicBezTo>
                    <a:pt x="4314" y="10299"/>
                    <a:pt x="4188" y="10010"/>
                    <a:pt x="4100" y="9708"/>
                  </a:cubicBezTo>
                  <a:lnTo>
                    <a:pt x="4025" y="9469"/>
                  </a:lnTo>
                  <a:lnTo>
                    <a:pt x="3974" y="9217"/>
                  </a:lnTo>
                  <a:lnTo>
                    <a:pt x="3949" y="8953"/>
                  </a:lnTo>
                  <a:lnTo>
                    <a:pt x="3937" y="8702"/>
                  </a:lnTo>
                  <a:cubicBezTo>
                    <a:pt x="3937" y="8362"/>
                    <a:pt x="3987" y="8023"/>
                    <a:pt x="4100" y="7696"/>
                  </a:cubicBezTo>
                  <a:cubicBezTo>
                    <a:pt x="4188" y="7432"/>
                    <a:pt x="4314" y="7168"/>
                    <a:pt x="4465" y="6929"/>
                  </a:cubicBezTo>
                  <a:close/>
                  <a:moveTo>
                    <a:pt x="9231" y="7268"/>
                  </a:moveTo>
                  <a:lnTo>
                    <a:pt x="9495" y="7281"/>
                  </a:lnTo>
                  <a:cubicBezTo>
                    <a:pt x="9294" y="7507"/>
                    <a:pt x="9130" y="7771"/>
                    <a:pt x="9017" y="8060"/>
                  </a:cubicBezTo>
                  <a:lnTo>
                    <a:pt x="9029" y="8060"/>
                  </a:lnTo>
                  <a:cubicBezTo>
                    <a:pt x="8879" y="8425"/>
                    <a:pt x="8803" y="8802"/>
                    <a:pt x="8803" y="9192"/>
                  </a:cubicBezTo>
                  <a:cubicBezTo>
                    <a:pt x="8803" y="9582"/>
                    <a:pt x="8879" y="9972"/>
                    <a:pt x="9017" y="10336"/>
                  </a:cubicBezTo>
                  <a:cubicBezTo>
                    <a:pt x="9067" y="10462"/>
                    <a:pt x="9130" y="10601"/>
                    <a:pt x="9206" y="10726"/>
                  </a:cubicBezTo>
                  <a:lnTo>
                    <a:pt x="8929" y="10689"/>
                  </a:lnTo>
                  <a:cubicBezTo>
                    <a:pt x="8489" y="9846"/>
                    <a:pt x="8313" y="8413"/>
                    <a:pt x="9231" y="7268"/>
                  </a:cubicBezTo>
                  <a:close/>
                  <a:moveTo>
                    <a:pt x="6779" y="7092"/>
                  </a:moveTo>
                  <a:lnTo>
                    <a:pt x="8891" y="7243"/>
                  </a:lnTo>
                  <a:cubicBezTo>
                    <a:pt x="8200" y="8249"/>
                    <a:pt x="8074" y="9544"/>
                    <a:pt x="8577" y="10663"/>
                  </a:cubicBezTo>
                  <a:lnTo>
                    <a:pt x="6753" y="10450"/>
                  </a:lnTo>
                  <a:lnTo>
                    <a:pt x="6753" y="10450"/>
                  </a:lnTo>
                  <a:lnTo>
                    <a:pt x="6804" y="10902"/>
                  </a:lnTo>
                  <a:cubicBezTo>
                    <a:pt x="6628" y="10626"/>
                    <a:pt x="6489" y="10324"/>
                    <a:pt x="6401" y="10010"/>
                  </a:cubicBezTo>
                  <a:lnTo>
                    <a:pt x="6338" y="9758"/>
                  </a:lnTo>
                  <a:lnTo>
                    <a:pt x="6288" y="9494"/>
                  </a:lnTo>
                  <a:lnTo>
                    <a:pt x="6263" y="9230"/>
                  </a:lnTo>
                  <a:lnTo>
                    <a:pt x="6250" y="8966"/>
                  </a:lnTo>
                  <a:cubicBezTo>
                    <a:pt x="6250" y="8601"/>
                    <a:pt x="6301" y="8249"/>
                    <a:pt x="6401" y="7922"/>
                  </a:cubicBezTo>
                  <a:cubicBezTo>
                    <a:pt x="6502" y="7633"/>
                    <a:pt x="6628" y="7344"/>
                    <a:pt x="6779" y="7092"/>
                  </a:cubicBezTo>
                  <a:close/>
                  <a:moveTo>
                    <a:pt x="12060" y="7482"/>
                  </a:moveTo>
                  <a:lnTo>
                    <a:pt x="12324" y="7507"/>
                  </a:lnTo>
                  <a:cubicBezTo>
                    <a:pt x="12123" y="7746"/>
                    <a:pt x="11947" y="8023"/>
                    <a:pt x="11834" y="8325"/>
                  </a:cubicBezTo>
                  <a:cubicBezTo>
                    <a:pt x="11683" y="8689"/>
                    <a:pt x="11607" y="9092"/>
                    <a:pt x="11607" y="9494"/>
                  </a:cubicBezTo>
                  <a:cubicBezTo>
                    <a:pt x="11607" y="9896"/>
                    <a:pt x="11683" y="10286"/>
                    <a:pt x="11821" y="10663"/>
                  </a:cubicBezTo>
                  <a:cubicBezTo>
                    <a:pt x="11871" y="10802"/>
                    <a:pt x="11934" y="10927"/>
                    <a:pt x="12010" y="11053"/>
                  </a:cubicBezTo>
                  <a:lnTo>
                    <a:pt x="11733" y="11028"/>
                  </a:lnTo>
                  <a:cubicBezTo>
                    <a:pt x="11293" y="10135"/>
                    <a:pt x="11129" y="8664"/>
                    <a:pt x="12060" y="7482"/>
                  </a:cubicBezTo>
                  <a:close/>
                  <a:moveTo>
                    <a:pt x="9570" y="7293"/>
                  </a:moveTo>
                  <a:lnTo>
                    <a:pt x="11708" y="7457"/>
                  </a:lnTo>
                  <a:cubicBezTo>
                    <a:pt x="11004" y="8501"/>
                    <a:pt x="10878" y="9833"/>
                    <a:pt x="11381" y="10978"/>
                  </a:cubicBezTo>
                  <a:lnTo>
                    <a:pt x="9520" y="10764"/>
                  </a:lnTo>
                  <a:lnTo>
                    <a:pt x="9595" y="11166"/>
                  </a:lnTo>
                  <a:cubicBezTo>
                    <a:pt x="9419" y="10890"/>
                    <a:pt x="9294" y="10588"/>
                    <a:pt x="9206" y="10274"/>
                  </a:cubicBezTo>
                  <a:lnTo>
                    <a:pt x="9143" y="10010"/>
                  </a:lnTo>
                  <a:lnTo>
                    <a:pt x="9092" y="9733"/>
                  </a:lnTo>
                  <a:lnTo>
                    <a:pt x="9067" y="9469"/>
                  </a:lnTo>
                  <a:lnTo>
                    <a:pt x="9055" y="9192"/>
                  </a:lnTo>
                  <a:cubicBezTo>
                    <a:pt x="9055" y="8828"/>
                    <a:pt x="9105" y="8463"/>
                    <a:pt x="9206" y="8123"/>
                  </a:cubicBezTo>
                  <a:cubicBezTo>
                    <a:pt x="9294" y="7834"/>
                    <a:pt x="9419" y="7557"/>
                    <a:pt x="9570" y="7293"/>
                  </a:cubicBezTo>
                  <a:close/>
                  <a:moveTo>
                    <a:pt x="15127" y="7697"/>
                  </a:moveTo>
                  <a:lnTo>
                    <a:pt x="15392" y="7721"/>
                  </a:lnTo>
                  <a:cubicBezTo>
                    <a:pt x="15179" y="7972"/>
                    <a:pt x="15003" y="8274"/>
                    <a:pt x="14889" y="8576"/>
                  </a:cubicBezTo>
                  <a:cubicBezTo>
                    <a:pt x="14738" y="8966"/>
                    <a:pt x="14663" y="9368"/>
                    <a:pt x="14663" y="9783"/>
                  </a:cubicBezTo>
                  <a:cubicBezTo>
                    <a:pt x="14663" y="10198"/>
                    <a:pt x="14738" y="10601"/>
                    <a:pt x="14877" y="10990"/>
                  </a:cubicBezTo>
                  <a:cubicBezTo>
                    <a:pt x="14927" y="11129"/>
                    <a:pt x="14990" y="11267"/>
                    <a:pt x="15065" y="11393"/>
                  </a:cubicBezTo>
                  <a:lnTo>
                    <a:pt x="14789" y="11368"/>
                  </a:lnTo>
                  <a:cubicBezTo>
                    <a:pt x="14374" y="10475"/>
                    <a:pt x="14160" y="8979"/>
                    <a:pt x="15127" y="7697"/>
                  </a:cubicBezTo>
                  <a:close/>
                  <a:moveTo>
                    <a:pt x="12387" y="7507"/>
                  </a:moveTo>
                  <a:lnTo>
                    <a:pt x="14776" y="7683"/>
                  </a:lnTo>
                  <a:cubicBezTo>
                    <a:pt x="13971" y="8878"/>
                    <a:pt x="14034" y="10336"/>
                    <a:pt x="14449" y="11330"/>
                  </a:cubicBezTo>
                  <a:lnTo>
                    <a:pt x="12299" y="11078"/>
                  </a:lnTo>
                  <a:lnTo>
                    <a:pt x="12362" y="11443"/>
                  </a:lnTo>
                  <a:cubicBezTo>
                    <a:pt x="12211" y="11166"/>
                    <a:pt x="12085" y="10890"/>
                    <a:pt x="12010" y="10588"/>
                  </a:cubicBezTo>
                  <a:lnTo>
                    <a:pt x="11947" y="10324"/>
                  </a:lnTo>
                  <a:cubicBezTo>
                    <a:pt x="11934" y="10223"/>
                    <a:pt x="11909" y="10135"/>
                    <a:pt x="11897" y="10047"/>
                  </a:cubicBezTo>
                  <a:lnTo>
                    <a:pt x="11871" y="9771"/>
                  </a:lnTo>
                  <a:lnTo>
                    <a:pt x="11859" y="9481"/>
                  </a:lnTo>
                  <a:cubicBezTo>
                    <a:pt x="11859" y="9117"/>
                    <a:pt x="11909" y="8739"/>
                    <a:pt x="12022" y="8387"/>
                  </a:cubicBezTo>
                  <a:cubicBezTo>
                    <a:pt x="12110" y="8073"/>
                    <a:pt x="12236" y="7784"/>
                    <a:pt x="12387" y="7507"/>
                  </a:cubicBezTo>
                  <a:close/>
                  <a:moveTo>
                    <a:pt x="15455" y="7721"/>
                  </a:moveTo>
                  <a:lnTo>
                    <a:pt x="17794" y="7897"/>
                  </a:lnTo>
                  <a:cubicBezTo>
                    <a:pt x="17040" y="8941"/>
                    <a:pt x="16725" y="9922"/>
                    <a:pt x="16876" y="10827"/>
                  </a:cubicBezTo>
                  <a:cubicBezTo>
                    <a:pt x="16926" y="11104"/>
                    <a:pt x="17014" y="11380"/>
                    <a:pt x="17153" y="11632"/>
                  </a:cubicBezTo>
                  <a:lnTo>
                    <a:pt x="15355" y="11430"/>
                  </a:lnTo>
                  <a:lnTo>
                    <a:pt x="15417" y="11795"/>
                  </a:lnTo>
                  <a:cubicBezTo>
                    <a:pt x="15267" y="11519"/>
                    <a:pt x="15153" y="11229"/>
                    <a:pt x="15065" y="10927"/>
                  </a:cubicBezTo>
                  <a:lnTo>
                    <a:pt x="15003" y="10638"/>
                  </a:lnTo>
                  <a:cubicBezTo>
                    <a:pt x="14990" y="10550"/>
                    <a:pt x="14977" y="10450"/>
                    <a:pt x="14965" y="10362"/>
                  </a:cubicBezTo>
                  <a:lnTo>
                    <a:pt x="14927" y="10072"/>
                  </a:lnTo>
                  <a:lnTo>
                    <a:pt x="14914" y="9783"/>
                  </a:lnTo>
                  <a:cubicBezTo>
                    <a:pt x="14914" y="9393"/>
                    <a:pt x="14965" y="9004"/>
                    <a:pt x="15078" y="8639"/>
                  </a:cubicBezTo>
                  <a:cubicBezTo>
                    <a:pt x="15166" y="8325"/>
                    <a:pt x="15292" y="8010"/>
                    <a:pt x="15455" y="7721"/>
                  </a:cubicBezTo>
                  <a:close/>
                  <a:moveTo>
                    <a:pt x="5056" y="11104"/>
                  </a:moveTo>
                  <a:cubicBezTo>
                    <a:pt x="6766" y="11292"/>
                    <a:pt x="9155" y="11569"/>
                    <a:pt x="11419" y="11820"/>
                  </a:cubicBezTo>
                  <a:lnTo>
                    <a:pt x="10865" y="11883"/>
                  </a:lnTo>
                  <a:lnTo>
                    <a:pt x="4440" y="11166"/>
                  </a:lnTo>
                  <a:lnTo>
                    <a:pt x="5056" y="11104"/>
                  </a:lnTo>
                  <a:close/>
                  <a:moveTo>
                    <a:pt x="26169" y="7972"/>
                  </a:moveTo>
                  <a:cubicBezTo>
                    <a:pt x="26169" y="8023"/>
                    <a:pt x="26156" y="8086"/>
                    <a:pt x="26156" y="8136"/>
                  </a:cubicBezTo>
                  <a:lnTo>
                    <a:pt x="21617" y="8890"/>
                  </a:lnTo>
                  <a:lnTo>
                    <a:pt x="26144" y="8299"/>
                  </a:lnTo>
                  <a:lnTo>
                    <a:pt x="26144" y="8299"/>
                  </a:lnTo>
                  <a:cubicBezTo>
                    <a:pt x="26131" y="8689"/>
                    <a:pt x="26169" y="9079"/>
                    <a:pt x="26270" y="9469"/>
                  </a:cubicBezTo>
                  <a:lnTo>
                    <a:pt x="18020" y="11129"/>
                  </a:lnTo>
                  <a:lnTo>
                    <a:pt x="26295" y="9632"/>
                  </a:lnTo>
                  <a:cubicBezTo>
                    <a:pt x="26320" y="9695"/>
                    <a:pt x="26332" y="9771"/>
                    <a:pt x="26358" y="9833"/>
                  </a:cubicBezTo>
                  <a:lnTo>
                    <a:pt x="26395" y="9934"/>
                  </a:lnTo>
                  <a:cubicBezTo>
                    <a:pt x="25666" y="10135"/>
                    <a:pt x="21793" y="11179"/>
                    <a:pt x="17668" y="11946"/>
                  </a:cubicBezTo>
                  <a:lnTo>
                    <a:pt x="17605" y="11858"/>
                  </a:lnTo>
                  <a:lnTo>
                    <a:pt x="25804" y="9997"/>
                  </a:lnTo>
                  <a:lnTo>
                    <a:pt x="17492" y="11720"/>
                  </a:lnTo>
                  <a:cubicBezTo>
                    <a:pt x="17304" y="11430"/>
                    <a:pt x="17165" y="11116"/>
                    <a:pt x="17115" y="10777"/>
                  </a:cubicBezTo>
                  <a:lnTo>
                    <a:pt x="17115" y="10726"/>
                  </a:lnTo>
                  <a:lnTo>
                    <a:pt x="21604" y="9922"/>
                  </a:lnTo>
                  <a:lnTo>
                    <a:pt x="21604" y="9922"/>
                  </a:lnTo>
                  <a:lnTo>
                    <a:pt x="17103" y="10563"/>
                  </a:lnTo>
                  <a:cubicBezTo>
                    <a:pt x="17090" y="10462"/>
                    <a:pt x="17090" y="10374"/>
                    <a:pt x="17103" y="10274"/>
                  </a:cubicBezTo>
                  <a:lnTo>
                    <a:pt x="25817" y="8815"/>
                  </a:lnTo>
                  <a:lnTo>
                    <a:pt x="17115" y="10098"/>
                  </a:lnTo>
                  <a:cubicBezTo>
                    <a:pt x="17203" y="9444"/>
                    <a:pt x="17442" y="8828"/>
                    <a:pt x="17832" y="8287"/>
                  </a:cubicBezTo>
                  <a:lnTo>
                    <a:pt x="18549" y="8199"/>
                  </a:lnTo>
                  <a:cubicBezTo>
                    <a:pt x="18712" y="8274"/>
                    <a:pt x="18901" y="8325"/>
                    <a:pt x="19077" y="8362"/>
                  </a:cubicBezTo>
                  <a:lnTo>
                    <a:pt x="18121" y="8488"/>
                  </a:lnTo>
                  <a:lnTo>
                    <a:pt x="18121" y="8488"/>
                  </a:lnTo>
                  <a:lnTo>
                    <a:pt x="19140" y="8375"/>
                  </a:lnTo>
                  <a:cubicBezTo>
                    <a:pt x="19240" y="8387"/>
                    <a:pt x="19328" y="8400"/>
                    <a:pt x="19441" y="8413"/>
                  </a:cubicBezTo>
                  <a:cubicBezTo>
                    <a:pt x="19622" y="8435"/>
                    <a:pt x="19862" y="8444"/>
                    <a:pt x="20144" y="8444"/>
                  </a:cubicBezTo>
                  <a:cubicBezTo>
                    <a:pt x="21947" y="8444"/>
                    <a:pt x="25473" y="8049"/>
                    <a:pt x="26169" y="7972"/>
                  </a:cubicBezTo>
                  <a:close/>
                  <a:moveTo>
                    <a:pt x="26647" y="9846"/>
                  </a:moveTo>
                  <a:cubicBezTo>
                    <a:pt x="26898" y="9846"/>
                    <a:pt x="27213" y="9884"/>
                    <a:pt x="27137" y="10123"/>
                  </a:cubicBezTo>
                  <a:cubicBezTo>
                    <a:pt x="27137" y="10123"/>
                    <a:pt x="22044" y="11619"/>
                    <a:pt x="17995" y="12260"/>
                  </a:cubicBezTo>
                  <a:cubicBezTo>
                    <a:pt x="17970" y="12235"/>
                    <a:pt x="17920" y="12198"/>
                    <a:pt x="17870" y="12147"/>
                  </a:cubicBezTo>
                  <a:cubicBezTo>
                    <a:pt x="22371" y="11317"/>
                    <a:pt x="26534" y="10160"/>
                    <a:pt x="26571" y="10148"/>
                  </a:cubicBezTo>
                  <a:cubicBezTo>
                    <a:pt x="26647" y="10123"/>
                    <a:pt x="26685" y="10060"/>
                    <a:pt x="26659" y="9984"/>
                  </a:cubicBezTo>
                  <a:lnTo>
                    <a:pt x="26622" y="9846"/>
                  </a:lnTo>
                  <a:close/>
                  <a:moveTo>
                    <a:pt x="3559" y="10902"/>
                  </a:moveTo>
                  <a:lnTo>
                    <a:pt x="4226" y="10990"/>
                  </a:lnTo>
                  <a:lnTo>
                    <a:pt x="2704" y="11141"/>
                  </a:lnTo>
                  <a:lnTo>
                    <a:pt x="10878" y="12097"/>
                  </a:lnTo>
                  <a:lnTo>
                    <a:pt x="12374" y="11908"/>
                  </a:lnTo>
                  <a:lnTo>
                    <a:pt x="13644" y="12059"/>
                  </a:lnTo>
                  <a:lnTo>
                    <a:pt x="10966" y="12411"/>
                  </a:lnTo>
                  <a:lnTo>
                    <a:pt x="1397" y="11116"/>
                  </a:lnTo>
                  <a:lnTo>
                    <a:pt x="3559" y="10902"/>
                  </a:lnTo>
                  <a:close/>
                  <a:moveTo>
                    <a:pt x="466" y="11317"/>
                  </a:moveTo>
                  <a:cubicBezTo>
                    <a:pt x="1309" y="11418"/>
                    <a:pt x="2151" y="11531"/>
                    <a:pt x="2994" y="11632"/>
                  </a:cubicBezTo>
                  <a:lnTo>
                    <a:pt x="5521" y="11984"/>
                  </a:lnTo>
                  <a:lnTo>
                    <a:pt x="8036" y="12348"/>
                  </a:lnTo>
                  <a:lnTo>
                    <a:pt x="9294" y="12537"/>
                  </a:lnTo>
                  <a:lnTo>
                    <a:pt x="10551" y="12751"/>
                  </a:lnTo>
                  <a:lnTo>
                    <a:pt x="10551" y="12751"/>
                  </a:lnTo>
                  <a:lnTo>
                    <a:pt x="9294" y="12587"/>
                  </a:lnTo>
                  <a:lnTo>
                    <a:pt x="8036" y="12424"/>
                  </a:lnTo>
                  <a:lnTo>
                    <a:pt x="5496" y="12097"/>
                  </a:lnTo>
                  <a:lnTo>
                    <a:pt x="2981" y="11720"/>
                  </a:lnTo>
                  <a:cubicBezTo>
                    <a:pt x="2138" y="11594"/>
                    <a:pt x="1296" y="11468"/>
                    <a:pt x="453" y="11330"/>
                  </a:cubicBezTo>
                  <a:lnTo>
                    <a:pt x="466" y="11317"/>
                  </a:lnTo>
                  <a:close/>
                  <a:moveTo>
                    <a:pt x="27250" y="15744"/>
                  </a:moveTo>
                  <a:lnTo>
                    <a:pt x="27250" y="15920"/>
                  </a:lnTo>
                  <a:lnTo>
                    <a:pt x="27175" y="15932"/>
                  </a:lnTo>
                  <a:cubicBezTo>
                    <a:pt x="27200" y="15869"/>
                    <a:pt x="27225" y="15807"/>
                    <a:pt x="27250" y="15744"/>
                  </a:cubicBezTo>
                  <a:close/>
                  <a:moveTo>
                    <a:pt x="29338" y="10248"/>
                  </a:moveTo>
                  <a:cubicBezTo>
                    <a:pt x="29828" y="10751"/>
                    <a:pt x="30105" y="11946"/>
                    <a:pt x="30092" y="13166"/>
                  </a:cubicBezTo>
                  <a:cubicBezTo>
                    <a:pt x="30105" y="14260"/>
                    <a:pt x="29866" y="15392"/>
                    <a:pt x="29350" y="16045"/>
                  </a:cubicBezTo>
                  <a:lnTo>
                    <a:pt x="29338" y="16045"/>
                  </a:lnTo>
                  <a:lnTo>
                    <a:pt x="29577" y="15467"/>
                  </a:lnTo>
                  <a:lnTo>
                    <a:pt x="27716" y="15832"/>
                  </a:lnTo>
                  <a:cubicBezTo>
                    <a:pt x="28206" y="14474"/>
                    <a:pt x="28244" y="13002"/>
                    <a:pt x="27829" y="11632"/>
                  </a:cubicBezTo>
                  <a:lnTo>
                    <a:pt x="28395" y="11506"/>
                  </a:lnTo>
                  <a:cubicBezTo>
                    <a:pt x="28546" y="11468"/>
                    <a:pt x="28332" y="10739"/>
                    <a:pt x="27917" y="10437"/>
                  </a:cubicBezTo>
                  <a:lnTo>
                    <a:pt x="29338" y="10248"/>
                  </a:lnTo>
                  <a:close/>
                  <a:moveTo>
                    <a:pt x="24899" y="12260"/>
                  </a:moveTo>
                  <a:cubicBezTo>
                    <a:pt x="25264" y="13618"/>
                    <a:pt x="25201" y="15065"/>
                    <a:pt x="24735" y="16398"/>
                  </a:cubicBezTo>
                  <a:lnTo>
                    <a:pt x="24534" y="16435"/>
                  </a:lnTo>
                  <a:cubicBezTo>
                    <a:pt x="24559" y="16372"/>
                    <a:pt x="24585" y="16309"/>
                    <a:pt x="24610" y="16247"/>
                  </a:cubicBezTo>
                  <a:cubicBezTo>
                    <a:pt x="24660" y="16108"/>
                    <a:pt x="24710" y="15970"/>
                    <a:pt x="24748" y="15832"/>
                  </a:cubicBezTo>
                  <a:cubicBezTo>
                    <a:pt x="24911" y="15253"/>
                    <a:pt x="24987" y="14675"/>
                    <a:pt x="24987" y="14084"/>
                  </a:cubicBezTo>
                  <a:cubicBezTo>
                    <a:pt x="24987" y="13933"/>
                    <a:pt x="24987" y="13795"/>
                    <a:pt x="24974" y="13644"/>
                  </a:cubicBezTo>
                  <a:cubicBezTo>
                    <a:pt x="24974" y="13493"/>
                    <a:pt x="24949" y="13354"/>
                    <a:pt x="24937" y="13204"/>
                  </a:cubicBezTo>
                  <a:lnTo>
                    <a:pt x="24924" y="13090"/>
                  </a:lnTo>
                  <a:lnTo>
                    <a:pt x="24899" y="12990"/>
                  </a:lnTo>
                  <a:lnTo>
                    <a:pt x="24861" y="12763"/>
                  </a:lnTo>
                  <a:cubicBezTo>
                    <a:pt x="24849" y="12688"/>
                    <a:pt x="24836" y="12625"/>
                    <a:pt x="24811" y="12550"/>
                  </a:cubicBezTo>
                  <a:lnTo>
                    <a:pt x="24761" y="12336"/>
                  </a:lnTo>
                  <a:lnTo>
                    <a:pt x="24735" y="12286"/>
                  </a:lnTo>
                  <a:lnTo>
                    <a:pt x="24899" y="12260"/>
                  </a:lnTo>
                  <a:close/>
                  <a:moveTo>
                    <a:pt x="27162" y="11770"/>
                  </a:moveTo>
                  <a:cubicBezTo>
                    <a:pt x="27188" y="11833"/>
                    <a:pt x="27200" y="11896"/>
                    <a:pt x="27213" y="11946"/>
                  </a:cubicBezTo>
                  <a:cubicBezTo>
                    <a:pt x="27225" y="12009"/>
                    <a:pt x="27238" y="12072"/>
                    <a:pt x="27250" y="12135"/>
                  </a:cubicBezTo>
                  <a:lnTo>
                    <a:pt x="27250" y="14926"/>
                  </a:lnTo>
                  <a:lnTo>
                    <a:pt x="27200" y="15190"/>
                  </a:lnTo>
                  <a:cubicBezTo>
                    <a:pt x="27099" y="15681"/>
                    <a:pt x="26949" y="16159"/>
                    <a:pt x="26735" y="16611"/>
                  </a:cubicBezTo>
                  <a:lnTo>
                    <a:pt x="26810" y="15995"/>
                  </a:lnTo>
                  <a:lnTo>
                    <a:pt x="25414" y="16272"/>
                  </a:lnTo>
                  <a:cubicBezTo>
                    <a:pt x="25817" y="14926"/>
                    <a:pt x="25842" y="13493"/>
                    <a:pt x="25477" y="12135"/>
                  </a:cubicBezTo>
                  <a:lnTo>
                    <a:pt x="27162" y="11770"/>
                  </a:lnTo>
                  <a:close/>
                  <a:moveTo>
                    <a:pt x="21680" y="12914"/>
                  </a:moveTo>
                  <a:cubicBezTo>
                    <a:pt x="21982" y="14272"/>
                    <a:pt x="21894" y="15706"/>
                    <a:pt x="21428" y="17026"/>
                  </a:cubicBezTo>
                  <a:lnTo>
                    <a:pt x="21227" y="17064"/>
                  </a:lnTo>
                  <a:cubicBezTo>
                    <a:pt x="21265" y="16976"/>
                    <a:pt x="21302" y="16888"/>
                    <a:pt x="21340" y="16787"/>
                  </a:cubicBezTo>
                  <a:cubicBezTo>
                    <a:pt x="21391" y="16649"/>
                    <a:pt x="21428" y="16511"/>
                    <a:pt x="21479" y="16360"/>
                  </a:cubicBezTo>
                  <a:cubicBezTo>
                    <a:pt x="21629" y="15781"/>
                    <a:pt x="21717" y="15178"/>
                    <a:pt x="21717" y="14574"/>
                  </a:cubicBezTo>
                  <a:cubicBezTo>
                    <a:pt x="21717" y="14411"/>
                    <a:pt x="21705" y="14260"/>
                    <a:pt x="21705" y="14109"/>
                  </a:cubicBezTo>
                  <a:cubicBezTo>
                    <a:pt x="21705" y="13958"/>
                    <a:pt x="21680" y="13807"/>
                    <a:pt x="21667" y="13656"/>
                  </a:cubicBezTo>
                  <a:lnTo>
                    <a:pt x="21655" y="13543"/>
                  </a:lnTo>
                  <a:lnTo>
                    <a:pt x="21629" y="13442"/>
                  </a:lnTo>
                  <a:lnTo>
                    <a:pt x="21592" y="13216"/>
                  </a:lnTo>
                  <a:cubicBezTo>
                    <a:pt x="21567" y="13141"/>
                    <a:pt x="21567" y="13053"/>
                    <a:pt x="21541" y="12990"/>
                  </a:cubicBezTo>
                  <a:lnTo>
                    <a:pt x="21529" y="12939"/>
                  </a:lnTo>
                  <a:lnTo>
                    <a:pt x="21680" y="12914"/>
                  </a:lnTo>
                  <a:close/>
                  <a:moveTo>
                    <a:pt x="24534" y="12323"/>
                  </a:moveTo>
                  <a:lnTo>
                    <a:pt x="24547" y="12386"/>
                  </a:lnTo>
                  <a:cubicBezTo>
                    <a:pt x="24572" y="12524"/>
                    <a:pt x="24610" y="12663"/>
                    <a:pt x="24622" y="12814"/>
                  </a:cubicBezTo>
                  <a:lnTo>
                    <a:pt x="24647" y="13015"/>
                  </a:lnTo>
                  <a:lnTo>
                    <a:pt x="24660" y="13128"/>
                  </a:lnTo>
                  <a:lnTo>
                    <a:pt x="24660" y="13229"/>
                  </a:lnTo>
                  <a:cubicBezTo>
                    <a:pt x="24660" y="13367"/>
                    <a:pt x="24698" y="13518"/>
                    <a:pt x="24698" y="13656"/>
                  </a:cubicBezTo>
                  <a:cubicBezTo>
                    <a:pt x="24698" y="13795"/>
                    <a:pt x="24698" y="13933"/>
                    <a:pt x="24698" y="14084"/>
                  </a:cubicBezTo>
                  <a:lnTo>
                    <a:pt x="24685" y="14499"/>
                  </a:lnTo>
                  <a:lnTo>
                    <a:pt x="24647" y="14926"/>
                  </a:lnTo>
                  <a:cubicBezTo>
                    <a:pt x="24635" y="15065"/>
                    <a:pt x="24610" y="15203"/>
                    <a:pt x="24597" y="15354"/>
                  </a:cubicBezTo>
                  <a:lnTo>
                    <a:pt x="24522" y="15769"/>
                  </a:lnTo>
                  <a:cubicBezTo>
                    <a:pt x="24421" y="16284"/>
                    <a:pt x="24270" y="16775"/>
                    <a:pt x="24056" y="17253"/>
                  </a:cubicBezTo>
                  <a:lnTo>
                    <a:pt x="24044" y="17253"/>
                  </a:lnTo>
                  <a:lnTo>
                    <a:pt x="24107" y="16511"/>
                  </a:lnTo>
                  <a:lnTo>
                    <a:pt x="24107" y="16511"/>
                  </a:lnTo>
                  <a:lnTo>
                    <a:pt x="22132" y="16888"/>
                  </a:lnTo>
                  <a:cubicBezTo>
                    <a:pt x="22535" y="15555"/>
                    <a:pt x="22585" y="14147"/>
                    <a:pt x="22283" y="12789"/>
                  </a:cubicBezTo>
                  <a:cubicBezTo>
                    <a:pt x="23038" y="12625"/>
                    <a:pt x="23805" y="12474"/>
                    <a:pt x="24534" y="12323"/>
                  </a:cubicBezTo>
                  <a:close/>
                  <a:moveTo>
                    <a:pt x="18423" y="13505"/>
                  </a:moveTo>
                  <a:lnTo>
                    <a:pt x="18423" y="13505"/>
                  </a:lnTo>
                  <a:cubicBezTo>
                    <a:pt x="18700" y="14889"/>
                    <a:pt x="18611" y="16322"/>
                    <a:pt x="18159" y="17655"/>
                  </a:cubicBezTo>
                  <a:lnTo>
                    <a:pt x="18159" y="17642"/>
                  </a:lnTo>
                  <a:lnTo>
                    <a:pt x="17970" y="17680"/>
                  </a:lnTo>
                  <a:cubicBezTo>
                    <a:pt x="18008" y="17592"/>
                    <a:pt x="18033" y="17504"/>
                    <a:pt x="18071" y="17416"/>
                  </a:cubicBezTo>
                  <a:cubicBezTo>
                    <a:pt x="18121" y="17278"/>
                    <a:pt x="18159" y="17127"/>
                    <a:pt x="18209" y="16976"/>
                  </a:cubicBezTo>
                  <a:cubicBezTo>
                    <a:pt x="18360" y="16372"/>
                    <a:pt x="18448" y="15756"/>
                    <a:pt x="18448" y="15140"/>
                  </a:cubicBezTo>
                  <a:cubicBezTo>
                    <a:pt x="18448" y="14977"/>
                    <a:pt x="18435" y="14826"/>
                    <a:pt x="18435" y="14662"/>
                  </a:cubicBezTo>
                  <a:cubicBezTo>
                    <a:pt x="18423" y="14511"/>
                    <a:pt x="18410" y="14348"/>
                    <a:pt x="18398" y="14197"/>
                  </a:cubicBezTo>
                  <a:lnTo>
                    <a:pt x="18385" y="14071"/>
                  </a:lnTo>
                  <a:lnTo>
                    <a:pt x="18360" y="13958"/>
                  </a:lnTo>
                  <a:lnTo>
                    <a:pt x="18322" y="13732"/>
                  </a:lnTo>
                  <a:cubicBezTo>
                    <a:pt x="18297" y="13669"/>
                    <a:pt x="18297" y="13593"/>
                    <a:pt x="18272" y="13518"/>
                  </a:cubicBezTo>
                  <a:lnTo>
                    <a:pt x="18423" y="13505"/>
                  </a:lnTo>
                  <a:close/>
                  <a:moveTo>
                    <a:pt x="21290" y="12990"/>
                  </a:moveTo>
                  <a:cubicBezTo>
                    <a:pt x="21302" y="13078"/>
                    <a:pt x="21315" y="13166"/>
                    <a:pt x="21328" y="13254"/>
                  </a:cubicBezTo>
                  <a:lnTo>
                    <a:pt x="21365" y="13480"/>
                  </a:lnTo>
                  <a:lnTo>
                    <a:pt x="21378" y="13581"/>
                  </a:lnTo>
                  <a:lnTo>
                    <a:pt x="21378" y="13694"/>
                  </a:lnTo>
                  <a:cubicBezTo>
                    <a:pt x="21378" y="13832"/>
                    <a:pt x="21403" y="13983"/>
                    <a:pt x="21403" y="14121"/>
                  </a:cubicBezTo>
                  <a:cubicBezTo>
                    <a:pt x="21403" y="14272"/>
                    <a:pt x="21403" y="14423"/>
                    <a:pt x="21403" y="14562"/>
                  </a:cubicBezTo>
                  <a:lnTo>
                    <a:pt x="21391" y="15002"/>
                  </a:lnTo>
                  <a:lnTo>
                    <a:pt x="21365" y="15442"/>
                  </a:lnTo>
                  <a:cubicBezTo>
                    <a:pt x="21340" y="15580"/>
                    <a:pt x="21328" y="15731"/>
                    <a:pt x="21302" y="15869"/>
                  </a:cubicBezTo>
                  <a:lnTo>
                    <a:pt x="21227" y="16309"/>
                  </a:lnTo>
                  <a:cubicBezTo>
                    <a:pt x="21139" y="16812"/>
                    <a:pt x="20988" y="17315"/>
                    <a:pt x="20774" y="17793"/>
                  </a:cubicBezTo>
                  <a:lnTo>
                    <a:pt x="20862" y="17127"/>
                  </a:lnTo>
                  <a:lnTo>
                    <a:pt x="18863" y="17517"/>
                  </a:lnTo>
                  <a:cubicBezTo>
                    <a:pt x="19240" y="16184"/>
                    <a:pt x="19303" y="14775"/>
                    <a:pt x="19026" y="13417"/>
                  </a:cubicBezTo>
                  <a:cubicBezTo>
                    <a:pt x="19693" y="13292"/>
                    <a:pt x="20460" y="13141"/>
                    <a:pt x="21290" y="12990"/>
                  </a:cubicBezTo>
                  <a:close/>
                  <a:moveTo>
                    <a:pt x="14940" y="12336"/>
                  </a:moveTo>
                  <a:lnTo>
                    <a:pt x="14940" y="12336"/>
                  </a:lnTo>
                  <a:cubicBezTo>
                    <a:pt x="15568" y="12587"/>
                    <a:pt x="16147" y="12952"/>
                    <a:pt x="16662" y="13405"/>
                  </a:cubicBezTo>
                  <a:cubicBezTo>
                    <a:pt x="16855" y="13576"/>
                    <a:pt x="17101" y="13665"/>
                    <a:pt x="17356" y="13665"/>
                  </a:cubicBezTo>
                  <a:cubicBezTo>
                    <a:pt x="17401" y="13665"/>
                    <a:pt x="17447" y="13662"/>
                    <a:pt x="17492" y="13656"/>
                  </a:cubicBezTo>
                  <a:cubicBezTo>
                    <a:pt x="17643" y="13644"/>
                    <a:pt x="17819" y="13618"/>
                    <a:pt x="18033" y="13581"/>
                  </a:cubicBezTo>
                  <a:cubicBezTo>
                    <a:pt x="18046" y="13644"/>
                    <a:pt x="18046" y="13719"/>
                    <a:pt x="18058" y="13795"/>
                  </a:cubicBezTo>
                  <a:lnTo>
                    <a:pt x="18083" y="14008"/>
                  </a:lnTo>
                  <a:lnTo>
                    <a:pt x="18108" y="14121"/>
                  </a:lnTo>
                  <a:lnTo>
                    <a:pt x="18108" y="14235"/>
                  </a:lnTo>
                  <a:cubicBezTo>
                    <a:pt x="18108" y="14398"/>
                    <a:pt x="18134" y="14536"/>
                    <a:pt x="18134" y="14687"/>
                  </a:cubicBezTo>
                  <a:cubicBezTo>
                    <a:pt x="18134" y="14838"/>
                    <a:pt x="18134" y="14989"/>
                    <a:pt x="18134" y="15127"/>
                  </a:cubicBezTo>
                  <a:lnTo>
                    <a:pt x="18121" y="15580"/>
                  </a:lnTo>
                  <a:lnTo>
                    <a:pt x="18083" y="16033"/>
                  </a:lnTo>
                  <a:cubicBezTo>
                    <a:pt x="18071" y="16184"/>
                    <a:pt x="18058" y="16335"/>
                    <a:pt x="18033" y="16473"/>
                  </a:cubicBezTo>
                  <a:lnTo>
                    <a:pt x="17970" y="16926"/>
                  </a:lnTo>
                  <a:cubicBezTo>
                    <a:pt x="17882" y="17403"/>
                    <a:pt x="17744" y="17881"/>
                    <a:pt x="17555" y="18334"/>
                  </a:cubicBezTo>
                  <a:lnTo>
                    <a:pt x="17631" y="17743"/>
                  </a:lnTo>
                  <a:lnTo>
                    <a:pt x="15292" y="18196"/>
                  </a:lnTo>
                  <a:cubicBezTo>
                    <a:pt x="15744" y="16649"/>
                    <a:pt x="15895" y="14360"/>
                    <a:pt x="14940" y="12336"/>
                  </a:cubicBezTo>
                  <a:close/>
                  <a:moveTo>
                    <a:pt x="14198" y="12286"/>
                  </a:moveTo>
                  <a:cubicBezTo>
                    <a:pt x="15342" y="14360"/>
                    <a:pt x="15091" y="16863"/>
                    <a:pt x="14575" y="18334"/>
                  </a:cubicBezTo>
                  <a:lnTo>
                    <a:pt x="14588" y="18334"/>
                  </a:lnTo>
                  <a:lnTo>
                    <a:pt x="14399" y="18359"/>
                  </a:lnTo>
                  <a:cubicBezTo>
                    <a:pt x="14437" y="18271"/>
                    <a:pt x="14474" y="18183"/>
                    <a:pt x="14500" y="18095"/>
                  </a:cubicBezTo>
                  <a:cubicBezTo>
                    <a:pt x="14550" y="17932"/>
                    <a:pt x="14600" y="17793"/>
                    <a:pt x="14638" y="17630"/>
                  </a:cubicBezTo>
                  <a:cubicBezTo>
                    <a:pt x="14789" y="17014"/>
                    <a:pt x="14877" y="16372"/>
                    <a:pt x="14877" y="15731"/>
                  </a:cubicBezTo>
                  <a:lnTo>
                    <a:pt x="14864" y="15253"/>
                  </a:lnTo>
                  <a:cubicBezTo>
                    <a:pt x="14864" y="15102"/>
                    <a:pt x="14839" y="14939"/>
                    <a:pt x="14826" y="14788"/>
                  </a:cubicBezTo>
                  <a:lnTo>
                    <a:pt x="14814" y="14662"/>
                  </a:lnTo>
                  <a:lnTo>
                    <a:pt x="14789" y="14549"/>
                  </a:lnTo>
                  <a:lnTo>
                    <a:pt x="14751" y="14310"/>
                  </a:lnTo>
                  <a:cubicBezTo>
                    <a:pt x="14738" y="14235"/>
                    <a:pt x="14726" y="14159"/>
                    <a:pt x="14701" y="14071"/>
                  </a:cubicBezTo>
                  <a:lnTo>
                    <a:pt x="14638" y="13845"/>
                  </a:lnTo>
                  <a:cubicBezTo>
                    <a:pt x="14500" y="13304"/>
                    <a:pt x="14286" y="12789"/>
                    <a:pt x="13997" y="12311"/>
                  </a:cubicBezTo>
                  <a:lnTo>
                    <a:pt x="14198" y="12286"/>
                  </a:lnTo>
                  <a:close/>
                  <a:moveTo>
                    <a:pt x="13959" y="12311"/>
                  </a:moveTo>
                  <a:cubicBezTo>
                    <a:pt x="14160" y="12814"/>
                    <a:pt x="14323" y="13342"/>
                    <a:pt x="14424" y="13883"/>
                  </a:cubicBezTo>
                  <a:cubicBezTo>
                    <a:pt x="14449" y="14033"/>
                    <a:pt x="14487" y="14184"/>
                    <a:pt x="14500" y="14335"/>
                  </a:cubicBezTo>
                  <a:lnTo>
                    <a:pt x="14537" y="14574"/>
                  </a:lnTo>
                  <a:lnTo>
                    <a:pt x="14550" y="14687"/>
                  </a:lnTo>
                  <a:lnTo>
                    <a:pt x="14550" y="14801"/>
                  </a:lnTo>
                  <a:cubicBezTo>
                    <a:pt x="14550" y="14951"/>
                    <a:pt x="14575" y="15115"/>
                    <a:pt x="14575" y="15266"/>
                  </a:cubicBezTo>
                  <a:lnTo>
                    <a:pt x="14575" y="15731"/>
                  </a:lnTo>
                  <a:lnTo>
                    <a:pt x="14562" y="16209"/>
                  </a:lnTo>
                  <a:lnTo>
                    <a:pt x="14537" y="16674"/>
                  </a:lnTo>
                  <a:cubicBezTo>
                    <a:pt x="14525" y="16825"/>
                    <a:pt x="14500" y="16989"/>
                    <a:pt x="14487" y="17127"/>
                  </a:cubicBezTo>
                  <a:lnTo>
                    <a:pt x="14411" y="17592"/>
                  </a:lnTo>
                  <a:cubicBezTo>
                    <a:pt x="14323" y="18083"/>
                    <a:pt x="14185" y="18573"/>
                    <a:pt x="14009" y="19051"/>
                  </a:cubicBezTo>
                  <a:lnTo>
                    <a:pt x="14085" y="18435"/>
                  </a:lnTo>
                  <a:lnTo>
                    <a:pt x="11985" y="18824"/>
                  </a:lnTo>
                  <a:cubicBezTo>
                    <a:pt x="12060" y="18636"/>
                    <a:pt x="12123" y="18435"/>
                    <a:pt x="12173" y="18233"/>
                  </a:cubicBezTo>
                  <a:cubicBezTo>
                    <a:pt x="12475" y="17077"/>
                    <a:pt x="12538" y="15190"/>
                    <a:pt x="11205" y="12675"/>
                  </a:cubicBezTo>
                  <a:lnTo>
                    <a:pt x="13959" y="12311"/>
                  </a:lnTo>
                  <a:close/>
                  <a:moveTo>
                    <a:pt x="1334" y="12009"/>
                  </a:moveTo>
                  <a:lnTo>
                    <a:pt x="11217" y="13392"/>
                  </a:lnTo>
                  <a:cubicBezTo>
                    <a:pt x="11670" y="14335"/>
                    <a:pt x="11947" y="15341"/>
                    <a:pt x="12035" y="16385"/>
                  </a:cubicBezTo>
                  <a:lnTo>
                    <a:pt x="1887" y="14562"/>
                  </a:lnTo>
                  <a:lnTo>
                    <a:pt x="1887" y="14562"/>
                  </a:lnTo>
                  <a:lnTo>
                    <a:pt x="12047" y="16574"/>
                  </a:lnTo>
                  <a:lnTo>
                    <a:pt x="12047" y="17139"/>
                  </a:lnTo>
                  <a:lnTo>
                    <a:pt x="6791" y="16221"/>
                  </a:lnTo>
                  <a:lnTo>
                    <a:pt x="6791" y="16221"/>
                  </a:lnTo>
                  <a:lnTo>
                    <a:pt x="12035" y="17328"/>
                  </a:lnTo>
                  <a:cubicBezTo>
                    <a:pt x="12010" y="17605"/>
                    <a:pt x="11959" y="17881"/>
                    <a:pt x="11897" y="18145"/>
                  </a:cubicBezTo>
                  <a:cubicBezTo>
                    <a:pt x="11822" y="18455"/>
                    <a:pt x="11712" y="18740"/>
                    <a:pt x="11576" y="19024"/>
                  </a:cubicBezTo>
                  <a:lnTo>
                    <a:pt x="11576" y="19024"/>
                  </a:lnTo>
                  <a:lnTo>
                    <a:pt x="1887" y="16511"/>
                  </a:lnTo>
                  <a:lnTo>
                    <a:pt x="11482" y="19214"/>
                  </a:lnTo>
                  <a:cubicBezTo>
                    <a:pt x="11444" y="19290"/>
                    <a:pt x="11406" y="19353"/>
                    <a:pt x="11368" y="19415"/>
                  </a:cubicBezTo>
                  <a:cubicBezTo>
                    <a:pt x="7923" y="18611"/>
                    <a:pt x="4528" y="17630"/>
                    <a:pt x="1195" y="16460"/>
                  </a:cubicBezTo>
                  <a:lnTo>
                    <a:pt x="1233" y="16221"/>
                  </a:lnTo>
                  <a:cubicBezTo>
                    <a:pt x="1271" y="16108"/>
                    <a:pt x="1296" y="15995"/>
                    <a:pt x="1321" y="15869"/>
                  </a:cubicBezTo>
                  <a:lnTo>
                    <a:pt x="10953" y="18057"/>
                  </a:lnTo>
                  <a:lnTo>
                    <a:pt x="1359" y="15681"/>
                  </a:lnTo>
                  <a:cubicBezTo>
                    <a:pt x="1459" y="15027"/>
                    <a:pt x="1510" y="14360"/>
                    <a:pt x="1497" y="13694"/>
                  </a:cubicBezTo>
                  <a:lnTo>
                    <a:pt x="1497" y="13694"/>
                  </a:lnTo>
                  <a:lnTo>
                    <a:pt x="6779" y="14524"/>
                  </a:lnTo>
                  <a:lnTo>
                    <a:pt x="6779" y="14524"/>
                  </a:lnTo>
                  <a:lnTo>
                    <a:pt x="1485" y="13493"/>
                  </a:lnTo>
                  <a:cubicBezTo>
                    <a:pt x="1485" y="13329"/>
                    <a:pt x="1472" y="13191"/>
                    <a:pt x="1459" y="13053"/>
                  </a:cubicBezTo>
                  <a:lnTo>
                    <a:pt x="1459" y="13053"/>
                  </a:lnTo>
                  <a:lnTo>
                    <a:pt x="4138" y="13417"/>
                  </a:lnTo>
                  <a:lnTo>
                    <a:pt x="4138" y="13417"/>
                  </a:lnTo>
                  <a:lnTo>
                    <a:pt x="1447" y="12864"/>
                  </a:lnTo>
                  <a:cubicBezTo>
                    <a:pt x="1434" y="12713"/>
                    <a:pt x="1422" y="12562"/>
                    <a:pt x="1397" y="12424"/>
                  </a:cubicBezTo>
                  <a:lnTo>
                    <a:pt x="1397" y="12424"/>
                  </a:lnTo>
                  <a:lnTo>
                    <a:pt x="10865" y="13732"/>
                  </a:lnTo>
                  <a:lnTo>
                    <a:pt x="1371" y="12223"/>
                  </a:lnTo>
                  <a:cubicBezTo>
                    <a:pt x="1359" y="12147"/>
                    <a:pt x="1346" y="12072"/>
                    <a:pt x="1334" y="12009"/>
                  </a:cubicBezTo>
                  <a:close/>
                  <a:moveTo>
                    <a:pt x="931" y="16259"/>
                  </a:moveTo>
                  <a:lnTo>
                    <a:pt x="881" y="16536"/>
                  </a:lnTo>
                  <a:cubicBezTo>
                    <a:pt x="868" y="16599"/>
                    <a:pt x="906" y="16674"/>
                    <a:pt x="982" y="16699"/>
                  </a:cubicBezTo>
                  <a:cubicBezTo>
                    <a:pt x="4326" y="17869"/>
                    <a:pt x="7734" y="18862"/>
                    <a:pt x="11192" y="19680"/>
                  </a:cubicBezTo>
                  <a:cubicBezTo>
                    <a:pt x="11129" y="19780"/>
                    <a:pt x="11067" y="19856"/>
                    <a:pt x="11029" y="19918"/>
                  </a:cubicBezTo>
                  <a:lnTo>
                    <a:pt x="11029" y="19906"/>
                  </a:lnTo>
                  <a:cubicBezTo>
                    <a:pt x="6301" y="19000"/>
                    <a:pt x="340" y="16737"/>
                    <a:pt x="340" y="16737"/>
                  </a:cubicBezTo>
                  <a:cubicBezTo>
                    <a:pt x="252" y="16347"/>
                    <a:pt x="642" y="16259"/>
                    <a:pt x="931" y="16259"/>
                  </a:cubicBezTo>
                  <a:close/>
                  <a:moveTo>
                    <a:pt x="19278" y="0"/>
                  </a:moveTo>
                  <a:lnTo>
                    <a:pt x="6162" y="755"/>
                  </a:lnTo>
                  <a:cubicBezTo>
                    <a:pt x="6100" y="755"/>
                    <a:pt x="6049" y="792"/>
                    <a:pt x="6024" y="843"/>
                  </a:cubicBezTo>
                  <a:cubicBezTo>
                    <a:pt x="5986" y="918"/>
                    <a:pt x="5986" y="1019"/>
                    <a:pt x="6024" y="1094"/>
                  </a:cubicBezTo>
                  <a:cubicBezTo>
                    <a:pt x="6092" y="1184"/>
                    <a:pt x="6200" y="1234"/>
                    <a:pt x="6304" y="1234"/>
                  </a:cubicBezTo>
                  <a:cubicBezTo>
                    <a:pt x="6315" y="1234"/>
                    <a:pt x="6327" y="1234"/>
                    <a:pt x="6338" y="1232"/>
                  </a:cubicBezTo>
                  <a:cubicBezTo>
                    <a:pt x="6464" y="1232"/>
                    <a:pt x="6577" y="1232"/>
                    <a:pt x="6703" y="1220"/>
                  </a:cubicBezTo>
                  <a:lnTo>
                    <a:pt x="6703" y="1220"/>
                  </a:lnTo>
                  <a:cubicBezTo>
                    <a:pt x="6879" y="1748"/>
                    <a:pt x="6867" y="2314"/>
                    <a:pt x="6691" y="2842"/>
                  </a:cubicBezTo>
                  <a:lnTo>
                    <a:pt x="6615" y="2842"/>
                  </a:lnTo>
                  <a:cubicBezTo>
                    <a:pt x="6489" y="2842"/>
                    <a:pt x="6364" y="2854"/>
                    <a:pt x="6238" y="2892"/>
                  </a:cubicBezTo>
                  <a:lnTo>
                    <a:pt x="4792" y="2980"/>
                  </a:lnTo>
                  <a:cubicBezTo>
                    <a:pt x="4754" y="2980"/>
                    <a:pt x="4729" y="2993"/>
                    <a:pt x="4704" y="3005"/>
                  </a:cubicBezTo>
                  <a:cubicBezTo>
                    <a:pt x="4188" y="3257"/>
                    <a:pt x="3836" y="3948"/>
                    <a:pt x="3824" y="4728"/>
                  </a:cubicBezTo>
                  <a:cubicBezTo>
                    <a:pt x="3824" y="5269"/>
                    <a:pt x="4000" y="5872"/>
                    <a:pt x="4440" y="6262"/>
                  </a:cubicBezTo>
                  <a:lnTo>
                    <a:pt x="2327" y="6426"/>
                  </a:lnTo>
                  <a:cubicBezTo>
                    <a:pt x="2289" y="6426"/>
                    <a:pt x="2252" y="6438"/>
                    <a:pt x="2227" y="6451"/>
                  </a:cubicBezTo>
                  <a:cubicBezTo>
                    <a:pt x="1686" y="6765"/>
                    <a:pt x="1359" y="7583"/>
                    <a:pt x="1359" y="8526"/>
                  </a:cubicBezTo>
                  <a:cubicBezTo>
                    <a:pt x="1359" y="9368"/>
                    <a:pt x="1673" y="10374"/>
                    <a:pt x="2503" y="10726"/>
                  </a:cubicBezTo>
                  <a:lnTo>
                    <a:pt x="315" y="10927"/>
                  </a:lnTo>
                  <a:cubicBezTo>
                    <a:pt x="189" y="10940"/>
                    <a:pt x="89" y="11028"/>
                    <a:pt x="51" y="11141"/>
                  </a:cubicBezTo>
                  <a:cubicBezTo>
                    <a:pt x="1" y="11330"/>
                    <a:pt x="26" y="11544"/>
                    <a:pt x="139" y="11707"/>
                  </a:cubicBezTo>
                  <a:cubicBezTo>
                    <a:pt x="240" y="11845"/>
                    <a:pt x="403" y="11921"/>
                    <a:pt x="579" y="11921"/>
                  </a:cubicBezTo>
                  <a:cubicBezTo>
                    <a:pt x="730" y="11921"/>
                    <a:pt x="868" y="11908"/>
                    <a:pt x="1007" y="11883"/>
                  </a:cubicBezTo>
                  <a:lnTo>
                    <a:pt x="1007" y="11883"/>
                  </a:lnTo>
                  <a:cubicBezTo>
                    <a:pt x="1132" y="12537"/>
                    <a:pt x="1384" y="14247"/>
                    <a:pt x="994" y="15970"/>
                  </a:cubicBezTo>
                  <a:lnTo>
                    <a:pt x="969" y="15970"/>
                  </a:lnTo>
                  <a:cubicBezTo>
                    <a:pt x="579" y="15970"/>
                    <a:pt x="303" y="16071"/>
                    <a:pt x="152" y="16272"/>
                  </a:cubicBezTo>
                  <a:cubicBezTo>
                    <a:pt x="38" y="16423"/>
                    <a:pt x="1" y="16624"/>
                    <a:pt x="51" y="16812"/>
                  </a:cubicBezTo>
                  <a:cubicBezTo>
                    <a:pt x="76" y="16913"/>
                    <a:pt x="139" y="16989"/>
                    <a:pt x="240" y="17014"/>
                  </a:cubicBezTo>
                  <a:cubicBezTo>
                    <a:pt x="290" y="17039"/>
                    <a:pt x="6338" y="19340"/>
                    <a:pt x="11054" y="20220"/>
                  </a:cubicBezTo>
                  <a:lnTo>
                    <a:pt x="11167" y="20220"/>
                  </a:lnTo>
                  <a:cubicBezTo>
                    <a:pt x="11796" y="20107"/>
                    <a:pt x="26672" y="17328"/>
                    <a:pt x="28621" y="16863"/>
                  </a:cubicBezTo>
                  <a:cubicBezTo>
                    <a:pt x="29916" y="16561"/>
                    <a:pt x="30382" y="14750"/>
                    <a:pt x="30394" y="13166"/>
                  </a:cubicBezTo>
                  <a:cubicBezTo>
                    <a:pt x="30407" y="12021"/>
                    <a:pt x="30155" y="10487"/>
                    <a:pt x="29426" y="9909"/>
                  </a:cubicBezTo>
                  <a:cubicBezTo>
                    <a:pt x="29388" y="9871"/>
                    <a:pt x="29325" y="9846"/>
                    <a:pt x="29275" y="9846"/>
                  </a:cubicBezTo>
                  <a:lnTo>
                    <a:pt x="27188" y="9708"/>
                  </a:lnTo>
                  <a:cubicBezTo>
                    <a:pt x="27033" y="9631"/>
                    <a:pt x="26879" y="9592"/>
                    <a:pt x="26717" y="9592"/>
                  </a:cubicBezTo>
                  <a:cubicBezTo>
                    <a:pt x="26694" y="9592"/>
                    <a:pt x="26670" y="9593"/>
                    <a:pt x="26647" y="9595"/>
                  </a:cubicBezTo>
                  <a:lnTo>
                    <a:pt x="26546" y="9595"/>
                  </a:lnTo>
                  <a:cubicBezTo>
                    <a:pt x="26345" y="8828"/>
                    <a:pt x="26345" y="8010"/>
                    <a:pt x="26546" y="7243"/>
                  </a:cubicBezTo>
                  <a:cubicBezTo>
                    <a:pt x="26634" y="7243"/>
                    <a:pt x="26735" y="7256"/>
                    <a:pt x="26861" y="7256"/>
                  </a:cubicBezTo>
                  <a:lnTo>
                    <a:pt x="26936" y="7256"/>
                  </a:lnTo>
                  <a:cubicBezTo>
                    <a:pt x="27087" y="7256"/>
                    <a:pt x="27238" y="7193"/>
                    <a:pt x="27338" y="7054"/>
                  </a:cubicBezTo>
                  <a:cubicBezTo>
                    <a:pt x="27414" y="6941"/>
                    <a:pt x="27414" y="6790"/>
                    <a:pt x="27364" y="6665"/>
                  </a:cubicBezTo>
                  <a:cubicBezTo>
                    <a:pt x="27351" y="6627"/>
                    <a:pt x="27338" y="6602"/>
                    <a:pt x="27313" y="6577"/>
                  </a:cubicBezTo>
                  <a:cubicBezTo>
                    <a:pt x="28495" y="6313"/>
                    <a:pt x="29275" y="6124"/>
                    <a:pt x="29287" y="6111"/>
                  </a:cubicBezTo>
                  <a:cubicBezTo>
                    <a:pt x="29363" y="6099"/>
                    <a:pt x="29426" y="6048"/>
                    <a:pt x="29451" y="5986"/>
                  </a:cubicBezTo>
                  <a:cubicBezTo>
                    <a:pt x="29501" y="5872"/>
                    <a:pt x="29489" y="5747"/>
                    <a:pt x="29426" y="5659"/>
                  </a:cubicBezTo>
                  <a:cubicBezTo>
                    <a:pt x="29325" y="5508"/>
                    <a:pt x="29124" y="5445"/>
                    <a:pt x="28772" y="5445"/>
                  </a:cubicBezTo>
                  <a:lnTo>
                    <a:pt x="28646" y="5445"/>
                  </a:lnTo>
                  <a:cubicBezTo>
                    <a:pt x="28458" y="4829"/>
                    <a:pt x="28458" y="4162"/>
                    <a:pt x="28671" y="3546"/>
                  </a:cubicBezTo>
                  <a:cubicBezTo>
                    <a:pt x="28747" y="3546"/>
                    <a:pt x="28860" y="3559"/>
                    <a:pt x="28986" y="3559"/>
                  </a:cubicBezTo>
                  <a:lnTo>
                    <a:pt x="29074" y="3559"/>
                  </a:lnTo>
                  <a:cubicBezTo>
                    <a:pt x="29085" y="3560"/>
                    <a:pt x="29096" y="3560"/>
                    <a:pt x="29107" y="3560"/>
                  </a:cubicBezTo>
                  <a:cubicBezTo>
                    <a:pt x="29246" y="3560"/>
                    <a:pt x="29382" y="3487"/>
                    <a:pt x="29464" y="3370"/>
                  </a:cubicBezTo>
                  <a:cubicBezTo>
                    <a:pt x="29526" y="3269"/>
                    <a:pt x="29539" y="3144"/>
                    <a:pt x="29476" y="3031"/>
                  </a:cubicBezTo>
                  <a:cubicBezTo>
                    <a:pt x="29438" y="2955"/>
                    <a:pt x="29363" y="2905"/>
                    <a:pt x="29287" y="2905"/>
                  </a:cubicBezTo>
                  <a:lnTo>
                    <a:pt x="27062" y="2829"/>
                  </a:lnTo>
                  <a:cubicBezTo>
                    <a:pt x="27313" y="2515"/>
                    <a:pt x="27452" y="2125"/>
                    <a:pt x="27439" y="1710"/>
                  </a:cubicBezTo>
                  <a:cubicBezTo>
                    <a:pt x="27439" y="1119"/>
                    <a:pt x="27200" y="591"/>
                    <a:pt x="26810" y="352"/>
                  </a:cubicBezTo>
                  <a:cubicBezTo>
                    <a:pt x="26785" y="340"/>
                    <a:pt x="26760" y="327"/>
                    <a:pt x="26735" y="314"/>
                  </a:cubicBezTo>
                  <a:cubicBezTo>
                    <a:pt x="26722" y="302"/>
                    <a:pt x="26697" y="302"/>
                    <a:pt x="26685" y="302"/>
                  </a:cubicBezTo>
                  <a:lnTo>
                    <a:pt x="192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8" name="Google Shape;10028;p59"/>
            <p:cNvSpPr/>
            <p:nvPr/>
          </p:nvSpPr>
          <p:spPr>
            <a:xfrm>
              <a:off x="6690496" y="4422390"/>
              <a:ext cx="198193" cy="46634"/>
            </a:xfrm>
            <a:custGeom>
              <a:avLst/>
              <a:gdLst/>
              <a:ahLst/>
              <a:cxnLst/>
              <a:rect l="l" t="t" r="r" b="b"/>
              <a:pathLst>
                <a:path w="4063" h="956" extrusionOk="0">
                  <a:moveTo>
                    <a:pt x="1" y="0"/>
                  </a:moveTo>
                  <a:lnTo>
                    <a:pt x="1" y="0"/>
                  </a:lnTo>
                  <a:cubicBezTo>
                    <a:pt x="341" y="101"/>
                    <a:pt x="667" y="189"/>
                    <a:pt x="1007" y="277"/>
                  </a:cubicBezTo>
                  <a:cubicBezTo>
                    <a:pt x="1346" y="365"/>
                    <a:pt x="1686" y="440"/>
                    <a:pt x="2026" y="528"/>
                  </a:cubicBezTo>
                  <a:cubicBezTo>
                    <a:pt x="2365" y="604"/>
                    <a:pt x="2705" y="679"/>
                    <a:pt x="3044" y="755"/>
                  </a:cubicBezTo>
                  <a:lnTo>
                    <a:pt x="3547" y="855"/>
                  </a:lnTo>
                  <a:cubicBezTo>
                    <a:pt x="3723" y="893"/>
                    <a:pt x="3887" y="918"/>
                    <a:pt x="4063" y="956"/>
                  </a:cubicBezTo>
                  <a:cubicBezTo>
                    <a:pt x="3899" y="905"/>
                    <a:pt x="3736" y="855"/>
                    <a:pt x="3560" y="805"/>
                  </a:cubicBezTo>
                  <a:lnTo>
                    <a:pt x="3057" y="679"/>
                  </a:lnTo>
                  <a:cubicBezTo>
                    <a:pt x="2717" y="591"/>
                    <a:pt x="2378" y="503"/>
                    <a:pt x="2038" y="428"/>
                  </a:cubicBezTo>
                  <a:cubicBezTo>
                    <a:pt x="1699" y="352"/>
                    <a:pt x="1372" y="277"/>
                    <a:pt x="1020" y="201"/>
                  </a:cubicBezTo>
                  <a:cubicBezTo>
                    <a:pt x="680" y="138"/>
                    <a:pt x="341" y="63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9" name="Google Shape;10029;p59"/>
            <p:cNvSpPr/>
            <p:nvPr/>
          </p:nvSpPr>
          <p:spPr>
            <a:xfrm>
              <a:off x="6786201" y="4390488"/>
              <a:ext cx="358874" cy="61365"/>
            </a:xfrm>
            <a:custGeom>
              <a:avLst/>
              <a:gdLst/>
              <a:ahLst/>
              <a:cxnLst/>
              <a:rect l="l" t="t" r="r" b="b"/>
              <a:pathLst>
                <a:path w="7357" h="1258" extrusionOk="0">
                  <a:moveTo>
                    <a:pt x="1" y="0"/>
                  </a:moveTo>
                  <a:cubicBezTo>
                    <a:pt x="617" y="126"/>
                    <a:pt x="1220" y="239"/>
                    <a:pt x="1837" y="352"/>
                  </a:cubicBezTo>
                  <a:cubicBezTo>
                    <a:pt x="2440" y="465"/>
                    <a:pt x="3069" y="566"/>
                    <a:pt x="3672" y="679"/>
                  </a:cubicBezTo>
                  <a:cubicBezTo>
                    <a:pt x="4289" y="780"/>
                    <a:pt x="4892" y="880"/>
                    <a:pt x="5508" y="981"/>
                  </a:cubicBezTo>
                  <a:lnTo>
                    <a:pt x="6426" y="1132"/>
                  </a:lnTo>
                  <a:cubicBezTo>
                    <a:pt x="6741" y="1170"/>
                    <a:pt x="7043" y="1220"/>
                    <a:pt x="7357" y="1258"/>
                  </a:cubicBezTo>
                  <a:cubicBezTo>
                    <a:pt x="7043" y="1195"/>
                    <a:pt x="6741" y="1144"/>
                    <a:pt x="6439" y="1082"/>
                  </a:cubicBezTo>
                  <a:lnTo>
                    <a:pt x="5521" y="906"/>
                  </a:lnTo>
                  <a:cubicBezTo>
                    <a:pt x="4905" y="792"/>
                    <a:pt x="4301" y="692"/>
                    <a:pt x="3685" y="579"/>
                  </a:cubicBezTo>
                  <a:cubicBezTo>
                    <a:pt x="3081" y="465"/>
                    <a:pt x="2465" y="377"/>
                    <a:pt x="1849" y="277"/>
                  </a:cubicBezTo>
                  <a:cubicBezTo>
                    <a:pt x="1233" y="176"/>
                    <a:pt x="617" y="76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0" name="Google Shape;10030;p59"/>
            <p:cNvSpPr/>
            <p:nvPr/>
          </p:nvSpPr>
          <p:spPr>
            <a:xfrm>
              <a:off x="6855516" y="4348781"/>
              <a:ext cx="282241" cy="45414"/>
            </a:xfrm>
            <a:custGeom>
              <a:avLst/>
              <a:gdLst/>
              <a:ahLst/>
              <a:cxnLst/>
              <a:rect l="l" t="t" r="r" b="b"/>
              <a:pathLst>
                <a:path w="5786" h="931" extrusionOk="0">
                  <a:moveTo>
                    <a:pt x="1" y="0"/>
                  </a:moveTo>
                  <a:lnTo>
                    <a:pt x="1" y="0"/>
                  </a:lnTo>
                  <a:cubicBezTo>
                    <a:pt x="478" y="88"/>
                    <a:pt x="969" y="176"/>
                    <a:pt x="1447" y="264"/>
                  </a:cubicBezTo>
                  <a:cubicBezTo>
                    <a:pt x="1925" y="352"/>
                    <a:pt x="2402" y="428"/>
                    <a:pt x="2880" y="516"/>
                  </a:cubicBezTo>
                  <a:cubicBezTo>
                    <a:pt x="3371" y="604"/>
                    <a:pt x="3848" y="667"/>
                    <a:pt x="4339" y="742"/>
                  </a:cubicBezTo>
                  <a:lnTo>
                    <a:pt x="5056" y="843"/>
                  </a:lnTo>
                  <a:cubicBezTo>
                    <a:pt x="5295" y="868"/>
                    <a:pt x="5546" y="905"/>
                    <a:pt x="5785" y="931"/>
                  </a:cubicBezTo>
                  <a:cubicBezTo>
                    <a:pt x="5546" y="880"/>
                    <a:pt x="5307" y="843"/>
                    <a:pt x="5068" y="792"/>
                  </a:cubicBezTo>
                  <a:lnTo>
                    <a:pt x="4351" y="667"/>
                  </a:lnTo>
                  <a:cubicBezTo>
                    <a:pt x="3861" y="579"/>
                    <a:pt x="3383" y="503"/>
                    <a:pt x="2905" y="415"/>
                  </a:cubicBezTo>
                  <a:cubicBezTo>
                    <a:pt x="2428" y="327"/>
                    <a:pt x="1937" y="252"/>
                    <a:pt x="1459" y="189"/>
                  </a:cubicBezTo>
                  <a:cubicBezTo>
                    <a:pt x="969" y="126"/>
                    <a:pt x="491" y="5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1" name="Google Shape;10031;p59"/>
            <p:cNvSpPr/>
            <p:nvPr/>
          </p:nvSpPr>
          <p:spPr>
            <a:xfrm>
              <a:off x="7687298" y="4131613"/>
              <a:ext cx="169950" cy="31951"/>
            </a:xfrm>
            <a:custGeom>
              <a:avLst/>
              <a:gdLst/>
              <a:ahLst/>
              <a:cxnLst/>
              <a:rect l="l" t="t" r="r" b="b"/>
              <a:pathLst>
                <a:path w="3484" h="655" extrusionOk="0">
                  <a:moveTo>
                    <a:pt x="3483" y="1"/>
                  </a:moveTo>
                  <a:cubicBezTo>
                    <a:pt x="3194" y="38"/>
                    <a:pt x="2905" y="76"/>
                    <a:pt x="2603" y="126"/>
                  </a:cubicBezTo>
                  <a:cubicBezTo>
                    <a:pt x="2314" y="177"/>
                    <a:pt x="2025" y="240"/>
                    <a:pt x="1735" y="290"/>
                  </a:cubicBezTo>
                  <a:cubicBezTo>
                    <a:pt x="1446" y="340"/>
                    <a:pt x="1157" y="403"/>
                    <a:pt x="868" y="466"/>
                  </a:cubicBezTo>
                  <a:cubicBezTo>
                    <a:pt x="578" y="529"/>
                    <a:pt x="289" y="592"/>
                    <a:pt x="0" y="654"/>
                  </a:cubicBezTo>
                  <a:cubicBezTo>
                    <a:pt x="302" y="617"/>
                    <a:pt x="591" y="579"/>
                    <a:pt x="880" y="529"/>
                  </a:cubicBezTo>
                  <a:cubicBezTo>
                    <a:pt x="1170" y="478"/>
                    <a:pt x="1459" y="416"/>
                    <a:pt x="1748" y="365"/>
                  </a:cubicBezTo>
                  <a:cubicBezTo>
                    <a:pt x="2037" y="315"/>
                    <a:pt x="2326" y="252"/>
                    <a:pt x="2616" y="189"/>
                  </a:cubicBezTo>
                  <a:cubicBezTo>
                    <a:pt x="2905" y="126"/>
                    <a:pt x="3194" y="63"/>
                    <a:pt x="34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2" name="Google Shape;10032;p59"/>
            <p:cNvSpPr/>
            <p:nvPr/>
          </p:nvSpPr>
          <p:spPr>
            <a:xfrm>
              <a:off x="7467694" y="4113223"/>
              <a:ext cx="306729" cy="44829"/>
            </a:xfrm>
            <a:custGeom>
              <a:avLst/>
              <a:gdLst/>
              <a:ahLst/>
              <a:cxnLst/>
              <a:rect l="l" t="t" r="r" b="b"/>
              <a:pathLst>
                <a:path w="6288" h="919" extrusionOk="0">
                  <a:moveTo>
                    <a:pt x="6288" y="0"/>
                  </a:moveTo>
                  <a:lnTo>
                    <a:pt x="6288" y="0"/>
                  </a:lnTo>
                  <a:cubicBezTo>
                    <a:pt x="5760" y="63"/>
                    <a:pt x="5231" y="139"/>
                    <a:pt x="4716" y="202"/>
                  </a:cubicBezTo>
                  <a:lnTo>
                    <a:pt x="3144" y="428"/>
                  </a:lnTo>
                  <a:lnTo>
                    <a:pt x="1572" y="667"/>
                  </a:lnTo>
                  <a:cubicBezTo>
                    <a:pt x="1057" y="742"/>
                    <a:pt x="528" y="830"/>
                    <a:pt x="0" y="918"/>
                  </a:cubicBezTo>
                  <a:cubicBezTo>
                    <a:pt x="528" y="868"/>
                    <a:pt x="1057" y="793"/>
                    <a:pt x="1572" y="730"/>
                  </a:cubicBezTo>
                  <a:lnTo>
                    <a:pt x="3144" y="503"/>
                  </a:lnTo>
                  <a:lnTo>
                    <a:pt x="4716" y="264"/>
                  </a:lnTo>
                  <a:cubicBezTo>
                    <a:pt x="5244" y="189"/>
                    <a:pt x="5772" y="101"/>
                    <a:pt x="6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3" name="Google Shape;10033;p59"/>
            <p:cNvSpPr/>
            <p:nvPr/>
          </p:nvSpPr>
          <p:spPr>
            <a:xfrm>
              <a:off x="7473840" y="4089272"/>
              <a:ext cx="241705" cy="33805"/>
            </a:xfrm>
            <a:custGeom>
              <a:avLst/>
              <a:gdLst/>
              <a:ahLst/>
              <a:cxnLst/>
              <a:rect l="l" t="t" r="r" b="b"/>
              <a:pathLst>
                <a:path w="4955" h="693" extrusionOk="0">
                  <a:moveTo>
                    <a:pt x="4954" y="1"/>
                  </a:moveTo>
                  <a:lnTo>
                    <a:pt x="4954" y="1"/>
                  </a:lnTo>
                  <a:cubicBezTo>
                    <a:pt x="4540" y="51"/>
                    <a:pt x="4125" y="102"/>
                    <a:pt x="3710" y="152"/>
                  </a:cubicBezTo>
                  <a:cubicBezTo>
                    <a:pt x="3295" y="202"/>
                    <a:pt x="2880" y="252"/>
                    <a:pt x="2477" y="303"/>
                  </a:cubicBezTo>
                  <a:cubicBezTo>
                    <a:pt x="2062" y="353"/>
                    <a:pt x="1647" y="416"/>
                    <a:pt x="1232" y="479"/>
                  </a:cubicBezTo>
                  <a:cubicBezTo>
                    <a:pt x="817" y="542"/>
                    <a:pt x="415" y="617"/>
                    <a:pt x="0" y="693"/>
                  </a:cubicBezTo>
                  <a:cubicBezTo>
                    <a:pt x="415" y="642"/>
                    <a:pt x="830" y="605"/>
                    <a:pt x="1245" y="554"/>
                  </a:cubicBezTo>
                  <a:cubicBezTo>
                    <a:pt x="1660" y="504"/>
                    <a:pt x="2075" y="441"/>
                    <a:pt x="2490" y="391"/>
                  </a:cubicBezTo>
                  <a:cubicBezTo>
                    <a:pt x="2892" y="328"/>
                    <a:pt x="3307" y="278"/>
                    <a:pt x="3722" y="215"/>
                  </a:cubicBezTo>
                  <a:cubicBezTo>
                    <a:pt x="4137" y="139"/>
                    <a:pt x="4540" y="76"/>
                    <a:pt x="49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4" name="Google Shape;10034;p59"/>
            <p:cNvSpPr/>
            <p:nvPr/>
          </p:nvSpPr>
          <p:spPr>
            <a:xfrm>
              <a:off x="7793393" y="3934102"/>
              <a:ext cx="168096" cy="27024"/>
            </a:xfrm>
            <a:custGeom>
              <a:avLst/>
              <a:gdLst/>
              <a:ahLst/>
              <a:cxnLst/>
              <a:rect l="l" t="t" r="r" b="b"/>
              <a:pathLst>
                <a:path w="3446" h="554" extrusionOk="0">
                  <a:moveTo>
                    <a:pt x="3446" y="1"/>
                  </a:moveTo>
                  <a:lnTo>
                    <a:pt x="3446" y="1"/>
                  </a:lnTo>
                  <a:cubicBezTo>
                    <a:pt x="3157" y="26"/>
                    <a:pt x="2868" y="63"/>
                    <a:pt x="2578" y="114"/>
                  </a:cubicBezTo>
                  <a:cubicBezTo>
                    <a:pt x="2289" y="151"/>
                    <a:pt x="2000" y="202"/>
                    <a:pt x="1711" y="239"/>
                  </a:cubicBezTo>
                  <a:cubicBezTo>
                    <a:pt x="1421" y="290"/>
                    <a:pt x="1145" y="340"/>
                    <a:pt x="856" y="390"/>
                  </a:cubicBezTo>
                  <a:cubicBezTo>
                    <a:pt x="566" y="441"/>
                    <a:pt x="277" y="491"/>
                    <a:pt x="0" y="554"/>
                  </a:cubicBezTo>
                  <a:cubicBezTo>
                    <a:pt x="290" y="529"/>
                    <a:pt x="579" y="491"/>
                    <a:pt x="856" y="453"/>
                  </a:cubicBezTo>
                  <a:cubicBezTo>
                    <a:pt x="1145" y="403"/>
                    <a:pt x="1434" y="353"/>
                    <a:pt x="1723" y="315"/>
                  </a:cubicBezTo>
                  <a:cubicBezTo>
                    <a:pt x="2012" y="265"/>
                    <a:pt x="2302" y="214"/>
                    <a:pt x="2591" y="164"/>
                  </a:cubicBezTo>
                  <a:cubicBezTo>
                    <a:pt x="2868" y="114"/>
                    <a:pt x="3157" y="63"/>
                    <a:pt x="3446" y="1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5" name="Google Shape;10035;p59"/>
            <p:cNvSpPr/>
            <p:nvPr/>
          </p:nvSpPr>
          <p:spPr>
            <a:xfrm>
              <a:off x="7576277" y="3919371"/>
              <a:ext cx="304290" cy="38683"/>
            </a:xfrm>
            <a:custGeom>
              <a:avLst/>
              <a:gdLst/>
              <a:ahLst/>
              <a:cxnLst/>
              <a:rect l="l" t="t" r="r" b="b"/>
              <a:pathLst>
                <a:path w="6238" h="793" extrusionOk="0">
                  <a:moveTo>
                    <a:pt x="6237" y="1"/>
                  </a:moveTo>
                  <a:lnTo>
                    <a:pt x="6237" y="1"/>
                  </a:lnTo>
                  <a:cubicBezTo>
                    <a:pt x="5709" y="64"/>
                    <a:pt x="5193" y="114"/>
                    <a:pt x="4665" y="177"/>
                  </a:cubicBezTo>
                  <a:lnTo>
                    <a:pt x="3119" y="365"/>
                  </a:lnTo>
                  <a:lnTo>
                    <a:pt x="1559" y="567"/>
                  </a:lnTo>
                  <a:cubicBezTo>
                    <a:pt x="1044" y="642"/>
                    <a:pt x="516" y="717"/>
                    <a:pt x="0" y="793"/>
                  </a:cubicBezTo>
                  <a:cubicBezTo>
                    <a:pt x="528" y="743"/>
                    <a:pt x="1044" y="692"/>
                    <a:pt x="1559" y="629"/>
                  </a:cubicBezTo>
                  <a:lnTo>
                    <a:pt x="3119" y="441"/>
                  </a:lnTo>
                  <a:lnTo>
                    <a:pt x="4678" y="240"/>
                  </a:lnTo>
                  <a:cubicBezTo>
                    <a:pt x="5193" y="164"/>
                    <a:pt x="5709" y="89"/>
                    <a:pt x="62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6" name="Google Shape;10036;p59"/>
            <p:cNvSpPr/>
            <p:nvPr/>
          </p:nvSpPr>
          <p:spPr>
            <a:xfrm>
              <a:off x="7582374" y="3900347"/>
              <a:ext cx="239266" cy="28878"/>
            </a:xfrm>
            <a:custGeom>
              <a:avLst/>
              <a:gdLst/>
              <a:ahLst/>
              <a:cxnLst/>
              <a:rect l="l" t="t" r="r" b="b"/>
              <a:pathLst>
                <a:path w="4905" h="592" extrusionOk="0">
                  <a:moveTo>
                    <a:pt x="4905" y="1"/>
                  </a:moveTo>
                  <a:lnTo>
                    <a:pt x="4905" y="1"/>
                  </a:lnTo>
                  <a:cubicBezTo>
                    <a:pt x="4490" y="39"/>
                    <a:pt x="4088" y="76"/>
                    <a:pt x="3673" y="114"/>
                  </a:cubicBezTo>
                  <a:lnTo>
                    <a:pt x="2453" y="265"/>
                  </a:lnTo>
                  <a:lnTo>
                    <a:pt x="1221" y="416"/>
                  </a:lnTo>
                  <a:cubicBezTo>
                    <a:pt x="818" y="466"/>
                    <a:pt x="416" y="529"/>
                    <a:pt x="1" y="592"/>
                  </a:cubicBezTo>
                  <a:cubicBezTo>
                    <a:pt x="416" y="554"/>
                    <a:pt x="818" y="516"/>
                    <a:pt x="1233" y="479"/>
                  </a:cubicBezTo>
                  <a:lnTo>
                    <a:pt x="2465" y="340"/>
                  </a:lnTo>
                  <a:lnTo>
                    <a:pt x="3685" y="177"/>
                  </a:lnTo>
                  <a:cubicBezTo>
                    <a:pt x="4088" y="127"/>
                    <a:pt x="4503" y="64"/>
                    <a:pt x="49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7" name="Google Shape;10037;p59"/>
            <p:cNvSpPr/>
            <p:nvPr/>
          </p:nvSpPr>
          <p:spPr>
            <a:xfrm>
              <a:off x="6953074" y="3807762"/>
              <a:ext cx="140486" cy="19024"/>
            </a:xfrm>
            <a:custGeom>
              <a:avLst/>
              <a:gdLst/>
              <a:ahLst/>
              <a:cxnLst/>
              <a:rect l="l" t="t" r="r" b="b"/>
              <a:pathLst>
                <a:path w="2880" h="390" extrusionOk="0">
                  <a:moveTo>
                    <a:pt x="0" y="0"/>
                  </a:moveTo>
                  <a:lnTo>
                    <a:pt x="0" y="0"/>
                  </a:lnTo>
                  <a:cubicBezTo>
                    <a:pt x="239" y="38"/>
                    <a:pt x="465" y="76"/>
                    <a:pt x="717" y="113"/>
                  </a:cubicBezTo>
                  <a:lnTo>
                    <a:pt x="1434" y="214"/>
                  </a:lnTo>
                  <a:lnTo>
                    <a:pt x="2163" y="314"/>
                  </a:lnTo>
                  <a:cubicBezTo>
                    <a:pt x="2402" y="340"/>
                    <a:pt x="2641" y="365"/>
                    <a:pt x="2880" y="390"/>
                  </a:cubicBezTo>
                  <a:cubicBezTo>
                    <a:pt x="2641" y="352"/>
                    <a:pt x="2414" y="314"/>
                    <a:pt x="2163" y="277"/>
                  </a:cubicBezTo>
                  <a:lnTo>
                    <a:pt x="1446" y="164"/>
                  </a:lnTo>
                  <a:lnTo>
                    <a:pt x="717" y="76"/>
                  </a:lnTo>
                  <a:cubicBezTo>
                    <a:pt x="478" y="50"/>
                    <a:pt x="239" y="13"/>
                    <a:pt x="0" y="0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8" name="Google Shape;10038;p59"/>
            <p:cNvSpPr/>
            <p:nvPr/>
          </p:nvSpPr>
          <p:spPr>
            <a:xfrm>
              <a:off x="7021121" y="3793616"/>
              <a:ext cx="253997" cy="26439"/>
            </a:xfrm>
            <a:custGeom>
              <a:avLst/>
              <a:gdLst/>
              <a:ahLst/>
              <a:cxnLst/>
              <a:rect l="l" t="t" r="r" b="b"/>
              <a:pathLst>
                <a:path w="5207" h="542" extrusionOk="0">
                  <a:moveTo>
                    <a:pt x="1" y="1"/>
                  </a:moveTo>
                  <a:cubicBezTo>
                    <a:pt x="428" y="64"/>
                    <a:pt x="868" y="114"/>
                    <a:pt x="1296" y="164"/>
                  </a:cubicBezTo>
                  <a:lnTo>
                    <a:pt x="2604" y="303"/>
                  </a:lnTo>
                  <a:lnTo>
                    <a:pt x="3899" y="428"/>
                  </a:lnTo>
                  <a:cubicBezTo>
                    <a:pt x="4339" y="466"/>
                    <a:pt x="4767" y="504"/>
                    <a:pt x="5207" y="542"/>
                  </a:cubicBezTo>
                  <a:cubicBezTo>
                    <a:pt x="4767" y="479"/>
                    <a:pt x="4339" y="428"/>
                    <a:pt x="3899" y="378"/>
                  </a:cubicBezTo>
                  <a:lnTo>
                    <a:pt x="2604" y="240"/>
                  </a:lnTo>
                  <a:lnTo>
                    <a:pt x="1296" y="114"/>
                  </a:lnTo>
                  <a:cubicBezTo>
                    <a:pt x="868" y="76"/>
                    <a:pt x="428" y="39"/>
                    <a:pt x="1" y="1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9" name="Google Shape;10039;p59"/>
            <p:cNvSpPr/>
            <p:nvPr/>
          </p:nvSpPr>
          <p:spPr>
            <a:xfrm>
              <a:off x="7070193" y="3777080"/>
              <a:ext cx="200047" cy="19073"/>
            </a:xfrm>
            <a:custGeom>
              <a:avLst/>
              <a:gdLst/>
              <a:ahLst/>
              <a:cxnLst/>
              <a:rect l="l" t="t" r="r" b="b"/>
              <a:pathLst>
                <a:path w="4101" h="391" extrusionOk="0">
                  <a:moveTo>
                    <a:pt x="1" y="0"/>
                  </a:moveTo>
                  <a:cubicBezTo>
                    <a:pt x="340" y="38"/>
                    <a:pt x="680" y="76"/>
                    <a:pt x="1019" y="114"/>
                  </a:cubicBezTo>
                  <a:lnTo>
                    <a:pt x="2050" y="214"/>
                  </a:lnTo>
                  <a:lnTo>
                    <a:pt x="3069" y="315"/>
                  </a:lnTo>
                  <a:cubicBezTo>
                    <a:pt x="3409" y="340"/>
                    <a:pt x="3748" y="365"/>
                    <a:pt x="4100" y="390"/>
                  </a:cubicBezTo>
                  <a:cubicBezTo>
                    <a:pt x="3761" y="340"/>
                    <a:pt x="3409" y="302"/>
                    <a:pt x="3069" y="264"/>
                  </a:cubicBezTo>
                  <a:lnTo>
                    <a:pt x="2050" y="164"/>
                  </a:lnTo>
                  <a:lnTo>
                    <a:pt x="1019" y="76"/>
                  </a:lnTo>
                  <a:cubicBezTo>
                    <a:pt x="680" y="51"/>
                    <a:pt x="340" y="26"/>
                    <a:pt x="1" y="0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0" name="Google Shape;10040;p59"/>
            <p:cNvSpPr/>
            <p:nvPr/>
          </p:nvSpPr>
          <p:spPr>
            <a:xfrm>
              <a:off x="6981269" y="3693666"/>
              <a:ext cx="832431" cy="52780"/>
            </a:xfrm>
            <a:custGeom>
              <a:avLst/>
              <a:gdLst/>
              <a:ahLst/>
              <a:cxnLst/>
              <a:rect l="l" t="t" r="r" b="b"/>
              <a:pathLst>
                <a:path w="17065" h="1082" extrusionOk="0">
                  <a:moveTo>
                    <a:pt x="11431" y="88"/>
                  </a:moveTo>
                  <a:lnTo>
                    <a:pt x="15518" y="277"/>
                  </a:lnTo>
                  <a:lnTo>
                    <a:pt x="5785" y="968"/>
                  </a:lnTo>
                  <a:lnTo>
                    <a:pt x="1421" y="679"/>
                  </a:lnTo>
                  <a:lnTo>
                    <a:pt x="11431" y="88"/>
                  </a:lnTo>
                  <a:close/>
                  <a:moveTo>
                    <a:pt x="11431" y="0"/>
                  </a:moveTo>
                  <a:lnTo>
                    <a:pt x="0" y="679"/>
                  </a:lnTo>
                  <a:lnTo>
                    <a:pt x="5785" y="1082"/>
                  </a:lnTo>
                  <a:lnTo>
                    <a:pt x="17064" y="252"/>
                  </a:lnTo>
                  <a:lnTo>
                    <a:pt x="11431" y="0"/>
                  </a:ln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1" name="Google Shape;10041;p59"/>
            <p:cNvSpPr/>
            <p:nvPr/>
          </p:nvSpPr>
          <p:spPr>
            <a:xfrm>
              <a:off x="7933877" y="3744592"/>
              <a:ext cx="425752" cy="312241"/>
            </a:xfrm>
            <a:custGeom>
              <a:avLst/>
              <a:gdLst/>
              <a:ahLst/>
              <a:cxnLst/>
              <a:rect l="l" t="t" r="r" b="b"/>
              <a:pathLst>
                <a:path w="8728" h="6401" extrusionOk="0">
                  <a:moveTo>
                    <a:pt x="8727" y="0"/>
                  </a:moveTo>
                  <a:lnTo>
                    <a:pt x="8727" y="0"/>
                  </a:lnTo>
                  <a:cubicBezTo>
                    <a:pt x="8714" y="50"/>
                    <a:pt x="8689" y="101"/>
                    <a:pt x="8664" y="151"/>
                  </a:cubicBezTo>
                  <a:cubicBezTo>
                    <a:pt x="8639" y="214"/>
                    <a:pt x="8601" y="289"/>
                    <a:pt x="8576" y="352"/>
                  </a:cubicBezTo>
                  <a:cubicBezTo>
                    <a:pt x="8526" y="427"/>
                    <a:pt x="8488" y="503"/>
                    <a:pt x="8438" y="578"/>
                  </a:cubicBezTo>
                  <a:lnTo>
                    <a:pt x="8350" y="704"/>
                  </a:lnTo>
                  <a:cubicBezTo>
                    <a:pt x="8312" y="754"/>
                    <a:pt x="8287" y="792"/>
                    <a:pt x="8249" y="830"/>
                  </a:cubicBezTo>
                  <a:cubicBezTo>
                    <a:pt x="8211" y="880"/>
                    <a:pt x="8174" y="918"/>
                    <a:pt x="8136" y="968"/>
                  </a:cubicBezTo>
                  <a:lnTo>
                    <a:pt x="8023" y="1107"/>
                  </a:lnTo>
                  <a:cubicBezTo>
                    <a:pt x="7935" y="1195"/>
                    <a:pt x="7834" y="1283"/>
                    <a:pt x="7746" y="1371"/>
                  </a:cubicBezTo>
                  <a:cubicBezTo>
                    <a:pt x="7646" y="1471"/>
                    <a:pt x="7532" y="1547"/>
                    <a:pt x="7432" y="1647"/>
                  </a:cubicBezTo>
                  <a:cubicBezTo>
                    <a:pt x="7319" y="1735"/>
                    <a:pt x="7193" y="1823"/>
                    <a:pt x="7080" y="1911"/>
                  </a:cubicBezTo>
                  <a:cubicBezTo>
                    <a:pt x="6816" y="2087"/>
                    <a:pt x="6552" y="2251"/>
                    <a:pt x="6275" y="2389"/>
                  </a:cubicBezTo>
                  <a:cubicBezTo>
                    <a:pt x="6124" y="2465"/>
                    <a:pt x="5986" y="2553"/>
                    <a:pt x="5822" y="2615"/>
                  </a:cubicBezTo>
                  <a:cubicBezTo>
                    <a:pt x="5671" y="2666"/>
                    <a:pt x="5520" y="2754"/>
                    <a:pt x="5357" y="2804"/>
                  </a:cubicBezTo>
                  <a:cubicBezTo>
                    <a:pt x="5043" y="2930"/>
                    <a:pt x="4728" y="3043"/>
                    <a:pt x="4401" y="3131"/>
                  </a:cubicBezTo>
                  <a:cubicBezTo>
                    <a:pt x="4074" y="3219"/>
                    <a:pt x="3735" y="3320"/>
                    <a:pt x="3408" y="3408"/>
                  </a:cubicBezTo>
                  <a:lnTo>
                    <a:pt x="2943" y="3584"/>
                  </a:lnTo>
                  <a:lnTo>
                    <a:pt x="2490" y="3785"/>
                  </a:lnTo>
                  <a:cubicBezTo>
                    <a:pt x="2339" y="3860"/>
                    <a:pt x="2188" y="3923"/>
                    <a:pt x="2062" y="4011"/>
                  </a:cubicBezTo>
                  <a:lnTo>
                    <a:pt x="1861" y="4137"/>
                  </a:lnTo>
                  <a:lnTo>
                    <a:pt x="1761" y="4200"/>
                  </a:lnTo>
                  <a:lnTo>
                    <a:pt x="1660" y="4263"/>
                  </a:lnTo>
                  <a:cubicBezTo>
                    <a:pt x="1534" y="4351"/>
                    <a:pt x="1421" y="4439"/>
                    <a:pt x="1308" y="4539"/>
                  </a:cubicBezTo>
                  <a:cubicBezTo>
                    <a:pt x="1195" y="4640"/>
                    <a:pt x="1094" y="4728"/>
                    <a:pt x="994" y="4829"/>
                  </a:cubicBezTo>
                  <a:cubicBezTo>
                    <a:pt x="893" y="4929"/>
                    <a:pt x="817" y="5030"/>
                    <a:pt x="729" y="5130"/>
                  </a:cubicBezTo>
                  <a:cubicBezTo>
                    <a:pt x="654" y="5218"/>
                    <a:pt x="579" y="5319"/>
                    <a:pt x="516" y="5420"/>
                  </a:cubicBezTo>
                  <a:cubicBezTo>
                    <a:pt x="415" y="5583"/>
                    <a:pt x="314" y="5747"/>
                    <a:pt x="214" y="5923"/>
                  </a:cubicBezTo>
                  <a:cubicBezTo>
                    <a:pt x="138" y="6074"/>
                    <a:pt x="88" y="6199"/>
                    <a:pt x="50" y="6275"/>
                  </a:cubicBezTo>
                  <a:lnTo>
                    <a:pt x="0" y="6400"/>
                  </a:lnTo>
                  <a:lnTo>
                    <a:pt x="63" y="6275"/>
                  </a:lnTo>
                  <a:cubicBezTo>
                    <a:pt x="101" y="6199"/>
                    <a:pt x="164" y="6086"/>
                    <a:pt x="239" y="5948"/>
                  </a:cubicBezTo>
                  <a:cubicBezTo>
                    <a:pt x="340" y="5772"/>
                    <a:pt x="440" y="5608"/>
                    <a:pt x="553" y="5457"/>
                  </a:cubicBezTo>
                  <a:cubicBezTo>
                    <a:pt x="616" y="5357"/>
                    <a:pt x="692" y="5269"/>
                    <a:pt x="780" y="5168"/>
                  </a:cubicBezTo>
                  <a:cubicBezTo>
                    <a:pt x="855" y="5080"/>
                    <a:pt x="943" y="4980"/>
                    <a:pt x="1044" y="4892"/>
                  </a:cubicBezTo>
                  <a:cubicBezTo>
                    <a:pt x="1144" y="4791"/>
                    <a:pt x="1245" y="4703"/>
                    <a:pt x="1358" y="4615"/>
                  </a:cubicBezTo>
                  <a:cubicBezTo>
                    <a:pt x="1471" y="4527"/>
                    <a:pt x="1585" y="4439"/>
                    <a:pt x="1710" y="4351"/>
                  </a:cubicBezTo>
                  <a:lnTo>
                    <a:pt x="1798" y="4288"/>
                  </a:lnTo>
                  <a:lnTo>
                    <a:pt x="1899" y="4225"/>
                  </a:lnTo>
                  <a:lnTo>
                    <a:pt x="2100" y="4112"/>
                  </a:lnTo>
                  <a:cubicBezTo>
                    <a:pt x="2238" y="4036"/>
                    <a:pt x="2377" y="3961"/>
                    <a:pt x="2528" y="3886"/>
                  </a:cubicBezTo>
                  <a:lnTo>
                    <a:pt x="2968" y="3697"/>
                  </a:lnTo>
                  <a:lnTo>
                    <a:pt x="3446" y="3546"/>
                  </a:lnTo>
                  <a:lnTo>
                    <a:pt x="4426" y="3269"/>
                  </a:lnTo>
                  <a:cubicBezTo>
                    <a:pt x="4753" y="3181"/>
                    <a:pt x="5080" y="3068"/>
                    <a:pt x="5407" y="2942"/>
                  </a:cubicBezTo>
                  <a:cubicBezTo>
                    <a:pt x="5558" y="2880"/>
                    <a:pt x="5722" y="2804"/>
                    <a:pt x="5873" y="2729"/>
                  </a:cubicBezTo>
                  <a:cubicBezTo>
                    <a:pt x="6036" y="2666"/>
                    <a:pt x="6174" y="2590"/>
                    <a:pt x="6325" y="2515"/>
                  </a:cubicBezTo>
                  <a:cubicBezTo>
                    <a:pt x="6602" y="2351"/>
                    <a:pt x="6866" y="2188"/>
                    <a:pt x="7130" y="1999"/>
                  </a:cubicBezTo>
                  <a:cubicBezTo>
                    <a:pt x="7256" y="1911"/>
                    <a:pt x="7369" y="1811"/>
                    <a:pt x="7482" y="1723"/>
                  </a:cubicBezTo>
                  <a:cubicBezTo>
                    <a:pt x="7595" y="1635"/>
                    <a:pt x="7696" y="1534"/>
                    <a:pt x="7797" y="1446"/>
                  </a:cubicBezTo>
                  <a:cubicBezTo>
                    <a:pt x="7897" y="1345"/>
                    <a:pt x="7985" y="1257"/>
                    <a:pt x="8073" y="1157"/>
                  </a:cubicBezTo>
                  <a:lnTo>
                    <a:pt x="8186" y="1018"/>
                  </a:lnTo>
                  <a:cubicBezTo>
                    <a:pt x="8224" y="968"/>
                    <a:pt x="8262" y="918"/>
                    <a:pt x="8287" y="880"/>
                  </a:cubicBezTo>
                  <a:cubicBezTo>
                    <a:pt x="8325" y="830"/>
                    <a:pt x="8362" y="780"/>
                    <a:pt x="8388" y="742"/>
                  </a:cubicBezTo>
                  <a:lnTo>
                    <a:pt x="8476" y="616"/>
                  </a:lnTo>
                  <a:cubicBezTo>
                    <a:pt x="8513" y="528"/>
                    <a:pt x="8564" y="453"/>
                    <a:pt x="8601" y="377"/>
                  </a:cubicBezTo>
                  <a:cubicBezTo>
                    <a:pt x="8626" y="302"/>
                    <a:pt x="8664" y="226"/>
                    <a:pt x="8677" y="151"/>
                  </a:cubicBezTo>
                  <a:cubicBezTo>
                    <a:pt x="8702" y="101"/>
                    <a:pt x="8714" y="50"/>
                    <a:pt x="8727" y="0"/>
                  </a:cubicBezTo>
                  <a:close/>
                </a:path>
              </a:pathLst>
            </a:custGeom>
            <a:solidFill>
              <a:srgbClr val="E5C2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2" name="Google Shape;10042;p59"/>
            <p:cNvSpPr/>
            <p:nvPr/>
          </p:nvSpPr>
          <p:spPr>
            <a:xfrm>
              <a:off x="7885390" y="3801616"/>
              <a:ext cx="157072" cy="259510"/>
            </a:xfrm>
            <a:custGeom>
              <a:avLst/>
              <a:gdLst/>
              <a:ahLst/>
              <a:cxnLst/>
              <a:rect l="l" t="t" r="r" b="b"/>
              <a:pathLst>
                <a:path w="3220" h="5320" extrusionOk="0">
                  <a:moveTo>
                    <a:pt x="1" y="0"/>
                  </a:moveTo>
                  <a:lnTo>
                    <a:pt x="1" y="3634"/>
                  </a:lnTo>
                  <a:cubicBezTo>
                    <a:pt x="1" y="4263"/>
                    <a:pt x="240" y="4867"/>
                    <a:pt x="667" y="5320"/>
                  </a:cubicBezTo>
                  <a:cubicBezTo>
                    <a:pt x="680" y="5282"/>
                    <a:pt x="692" y="5257"/>
                    <a:pt x="705" y="5231"/>
                  </a:cubicBezTo>
                  <a:cubicBezTo>
                    <a:pt x="667" y="5156"/>
                    <a:pt x="617" y="5068"/>
                    <a:pt x="592" y="4993"/>
                  </a:cubicBezTo>
                  <a:lnTo>
                    <a:pt x="516" y="4817"/>
                  </a:lnTo>
                  <a:cubicBezTo>
                    <a:pt x="491" y="4766"/>
                    <a:pt x="466" y="4703"/>
                    <a:pt x="453" y="4653"/>
                  </a:cubicBezTo>
                  <a:cubicBezTo>
                    <a:pt x="416" y="4565"/>
                    <a:pt x="391" y="4464"/>
                    <a:pt x="365" y="4364"/>
                  </a:cubicBezTo>
                  <a:cubicBezTo>
                    <a:pt x="328" y="4213"/>
                    <a:pt x="315" y="4075"/>
                    <a:pt x="303" y="3936"/>
                  </a:cubicBezTo>
                  <a:cubicBezTo>
                    <a:pt x="290" y="3873"/>
                    <a:pt x="290" y="3823"/>
                    <a:pt x="303" y="3773"/>
                  </a:cubicBezTo>
                  <a:cubicBezTo>
                    <a:pt x="303" y="3773"/>
                    <a:pt x="315" y="3823"/>
                    <a:pt x="365" y="3899"/>
                  </a:cubicBezTo>
                  <a:cubicBezTo>
                    <a:pt x="441" y="4012"/>
                    <a:pt x="516" y="4112"/>
                    <a:pt x="592" y="4213"/>
                  </a:cubicBezTo>
                  <a:cubicBezTo>
                    <a:pt x="642" y="4276"/>
                    <a:pt x="705" y="4351"/>
                    <a:pt x="768" y="4414"/>
                  </a:cubicBezTo>
                  <a:lnTo>
                    <a:pt x="868" y="4515"/>
                  </a:lnTo>
                  <a:lnTo>
                    <a:pt x="982" y="4628"/>
                  </a:lnTo>
                  <a:lnTo>
                    <a:pt x="994" y="4640"/>
                  </a:lnTo>
                  <a:cubicBezTo>
                    <a:pt x="1497" y="3710"/>
                    <a:pt x="2264" y="2955"/>
                    <a:pt x="3220" y="2490"/>
                  </a:cubicBezTo>
                  <a:cubicBezTo>
                    <a:pt x="3220" y="2352"/>
                    <a:pt x="3207" y="2201"/>
                    <a:pt x="3207" y="2050"/>
                  </a:cubicBezTo>
                  <a:lnTo>
                    <a:pt x="3207" y="1685"/>
                  </a:lnTo>
                  <a:cubicBezTo>
                    <a:pt x="2503" y="1434"/>
                    <a:pt x="1811" y="1132"/>
                    <a:pt x="1158" y="780"/>
                  </a:cubicBezTo>
                  <a:cubicBezTo>
                    <a:pt x="1158" y="868"/>
                    <a:pt x="1145" y="969"/>
                    <a:pt x="1145" y="1057"/>
                  </a:cubicBezTo>
                  <a:cubicBezTo>
                    <a:pt x="1132" y="1195"/>
                    <a:pt x="1120" y="1333"/>
                    <a:pt x="1107" y="1472"/>
                  </a:cubicBezTo>
                  <a:cubicBezTo>
                    <a:pt x="1095" y="1597"/>
                    <a:pt x="1082" y="1723"/>
                    <a:pt x="1070" y="1836"/>
                  </a:cubicBezTo>
                  <a:cubicBezTo>
                    <a:pt x="1044" y="2063"/>
                    <a:pt x="1019" y="2264"/>
                    <a:pt x="1007" y="2390"/>
                  </a:cubicBezTo>
                  <a:cubicBezTo>
                    <a:pt x="982" y="2528"/>
                    <a:pt x="969" y="2603"/>
                    <a:pt x="969" y="2603"/>
                  </a:cubicBezTo>
                  <a:cubicBezTo>
                    <a:pt x="969" y="2603"/>
                    <a:pt x="956" y="2528"/>
                    <a:pt x="931" y="2390"/>
                  </a:cubicBezTo>
                  <a:cubicBezTo>
                    <a:pt x="906" y="2264"/>
                    <a:pt x="881" y="2063"/>
                    <a:pt x="868" y="1836"/>
                  </a:cubicBezTo>
                  <a:cubicBezTo>
                    <a:pt x="843" y="1597"/>
                    <a:pt x="831" y="1333"/>
                    <a:pt x="818" y="1044"/>
                  </a:cubicBezTo>
                  <a:lnTo>
                    <a:pt x="818" y="604"/>
                  </a:lnTo>
                  <a:lnTo>
                    <a:pt x="818" y="591"/>
                  </a:lnTo>
                  <a:lnTo>
                    <a:pt x="717" y="529"/>
                  </a:lnTo>
                  <a:lnTo>
                    <a:pt x="705" y="780"/>
                  </a:lnTo>
                  <a:cubicBezTo>
                    <a:pt x="692" y="981"/>
                    <a:pt x="680" y="1182"/>
                    <a:pt x="667" y="1384"/>
                  </a:cubicBezTo>
                  <a:cubicBezTo>
                    <a:pt x="655" y="1585"/>
                    <a:pt x="642" y="1761"/>
                    <a:pt x="629" y="1949"/>
                  </a:cubicBezTo>
                  <a:cubicBezTo>
                    <a:pt x="604" y="2126"/>
                    <a:pt x="592" y="2289"/>
                    <a:pt x="579" y="2452"/>
                  </a:cubicBezTo>
                  <a:cubicBezTo>
                    <a:pt x="541" y="2767"/>
                    <a:pt x="504" y="3018"/>
                    <a:pt x="479" y="3207"/>
                  </a:cubicBezTo>
                  <a:cubicBezTo>
                    <a:pt x="453" y="3396"/>
                    <a:pt x="428" y="3496"/>
                    <a:pt x="428" y="3496"/>
                  </a:cubicBezTo>
                  <a:cubicBezTo>
                    <a:pt x="428" y="3496"/>
                    <a:pt x="416" y="3396"/>
                    <a:pt x="378" y="3207"/>
                  </a:cubicBezTo>
                  <a:cubicBezTo>
                    <a:pt x="353" y="3018"/>
                    <a:pt x="328" y="2767"/>
                    <a:pt x="303" y="2452"/>
                  </a:cubicBezTo>
                  <a:cubicBezTo>
                    <a:pt x="240" y="1698"/>
                    <a:pt x="214" y="956"/>
                    <a:pt x="252" y="202"/>
                  </a:cubicBezTo>
                  <a:cubicBezTo>
                    <a:pt x="164" y="139"/>
                    <a:pt x="76" y="63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3" name="Google Shape;10043;p59"/>
            <p:cNvSpPr/>
            <p:nvPr/>
          </p:nvSpPr>
          <p:spPr>
            <a:xfrm>
              <a:off x="8152212" y="3911420"/>
              <a:ext cx="139901" cy="144779"/>
            </a:xfrm>
            <a:custGeom>
              <a:avLst/>
              <a:gdLst/>
              <a:ahLst/>
              <a:cxnLst/>
              <a:rect l="l" t="t" r="r" b="b"/>
              <a:pathLst>
                <a:path w="2868" h="2968" extrusionOk="0">
                  <a:moveTo>
                    <a:pt x="164" y="0"/>
                  </a:moveTo>
                  <a:lnTo>
                    <a:pt x="1" y="51"/>
                  </a:lnTo>
                  <a:cubicBezTo>
                    <a:pt x="164" y="151"/>
                    <a:pt x="303" y="252"/>
                    <a:pt x="441" y="365"/>
                  </a:cubicBezTo>
                  <a:cubicBezTo>
                    <a:pt x="919" y="730"/>
                    <a:pt x="1359" y="1132"/>
                    <a:pt x="1761" y="1572"/>
                  </a:cubicBezTo>
                  <a:cubicBezTo>
                    <a:pt x="2063" y="1886"/>
                    <a:pt x="2340" y="2213"/>
                    <a:pt x="2591" y="2566"/>
                  </a:cubicBezTo>
                  <a:cubicBezTo>
                    <a:pt x="2692" y="2691"/>
                    <a:pt x="2780" y="2830"/>
                    <a:pt x="2868" y="2968"/>
                  </a:cubicBezTo>
                  <a:cubicBezTo>
                    <a:pt x="2792" y="2830"/>
                    <a:pt x="2704" y="2679"/>
                    <a:pt x="2616" y="2540"/>
                  </a:cubicBezTo>
                  <a:cubicBezTo>
                    <a:pt x="2365" y="2188"/>
                    <a:pt x="2101" y="1836"/>
                    <a:pt x="1824" y="1509"/>
                  </a:cubicBezTo>
                  <a:cubicBezTo>
                    <a:pt x="1422" y="1057"/>
                    <a:pt x="982" y="629"/>
                    <a:pt x="516" y="252"/>
                  </a:cubicBezTo>
                  <a:cubicBezTo>
                    <a:pt x="403" y="176"/>
                    <a:pt x="277" y="88"/>
                    <a:pt x="164" y="0"/>
                  </a:cubicBezTo>
                  <a:close/>
                </a:path>
              </a:pathLst>
            </a:custGeom>
            <a:solidFill>
              <a:srgbClr val="E5C2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4" name="Google Shape;10044;p59"/>
            <p:cNvSpPr/>
            <p:nvPr/>
          </p:nvSpPr>
          <p:spPr>
            <a:xfrm>
              <a:off x="8315378" y="3281426"/>
              <a:ext cx="161998" cy="1018331"/>
            </a:xfrm>
            <a:custGeom>
              <a:avLst/>
              <a:gdLst/>
              <a:ahLst/>
              <a:cxnLst/>
              <a:rect l="l" t="t" r="r" b="b"/>
              <a:pathLst>
                <a:path w="3321" h="20876" extrusionOk="0">
                  <a:moveTo>
                    <a:pt x="1409" y="3069"/>
                  </a:moveTo>
                  <a:cubicBezTo>
                    <a:pt x="1409" y="3069"/>
                    <a:pt x="1447" y="3283"/>
                    <a:pt x="1484" y="3648"/>
                  </a:cubicBezTo>
                  <a:cubicBezTo>
                    <a:pt x="1535" y="4012"/>
                    <a:pt x="1598" y="4528"/>
                    <a:pt x="1673" y="5144"/>
                  </a:cubicBezTo>
                  <a:cubicBezTo>
                    <a:pt x="1736" y="5760"/>
                    <a:pt x="1824" y="6490"/>
                    <a:pt x="1899" y="7269"/>
                  </a:cubicBezTo>
                  <a:lnTo>
                    <a:pt x="2013" y="8476"/>
                  </a:lnTo>
                  <a:lnTo>
                    <a:pt x="2126" y="9709"/>
                  </a:lnTo>
                  <a:lnTo>
                    <a:pt x="2239" y="10954"/>
                  </a:lnTo>
                  <a:lnTo>
                    <a:pt x="2340" y="12161"/>
                  </a:lnTo>
                  <a:cubicBezTo>
                    <a:pt x="2390" y="12940"/>
                    <a:pt x="2453" y="13670"/>
                    <a:pt x="2490" y="14286"/>
                  </a:cubicBezTo>
                  <a:cubicBezTo>
                    <a:pt x="2541" y="14915"/>
                    <a:pt x="2553" y="15443"/>
                    <a:pt x="2578" y="15807"/>
                  </a:cubicBezTo>
                  <a:cubicBezTo>
                    <a:pt x="2604" y="16172"/>
                    <a:pt x="2604" y="16373"/>
                    <a:pt x="2604" y="16373"/>
                  </a:cubicBezTo>
                  <a:cubicBezTo>
                    <a:pt x="2604" y="16373"/>
                    <a:pt x="2578" y="16160"/>
                    <a:pt x="2541" y="15807"/>
                  </a:cubicBezTo>
                  <a:cubicBezTo>
                    <a:pt x="2490" y="15443"/>
                    <a:pt x="2428" y="14927"/>
                    <a:pt x="2352" y="14298"/>
                  </a:cubicBezTo>
                  <a:cubicBezTo>
                    <a:pt x="2289" y="13682"/>
                    <a:pt x="2201" y="12953"/>
                    <a:pt x="2126" y="12173"/>
                  </a:cubicBezTo>
                  <a:lnTo>
                    <a:pt x="2013" y="10979"/>
                  </a:lnTo>
                  <a:lnTo>
                    <a:pt x="1899" y="9734"/>
                  </a:lnTo>
                  <a:lnTo>
                    <a:pt x="1786" y="8502"/>
                  </a:lnTo>
                  <a:lnTo>
                    <a:pt x="1686" y="7294"/>
                  </a:lnTo>
                  <a:cubicBezTo>
                    <a:pt x="1623" y="6515"/>
                    <a:pt x="1573" y="5785"/>
                    <a:pt x="1535" y="5157"/>
                  </a:cubicBezTo>
                  <a:cubicBezTo>
                    <a:pt x="1484" y="4540"/>
                    <a:pt x="1459" y="4012"/>
                    <a:pt x="1447" y="3648"/>
                  </a:cubicBezTo>
                  <a:cubicBezTo>
                    <a:pt x="1422" y="3283"/>
                    <a:pt x="1409" y="3069"/>
                    <a:pt x="1409" y="3069"/>
                  </a:cubicBezTo>
                  <a:close/>
                  <a:moveTo>
                    <a:pt x="1" y="1"/>
                  </a:moveTo>
                  <a:lnTo>
                    <a:pt x="1" y="1271"/>
                  </a:lnTo>
                  <a:cubicBezTo>
                    <a:pt x="868" y="1585"/>
                    <a:pt x="1107" y="2164"/>
                    <a:pt x="1183" y="2906"/>
                  </a:cubicBezTo>
                  <a:cubicBezTo>
                    <a:pt x="1271" y="3773"/>
                    <a:pt x="1459" y="5873"/>
                    <a:pt x="1648" y="8112"/>
                  </a:cubicBezTo>
                  <a:cubicBezTo>
                    <a:pt x="1937" y="11331"/>
                    <a:pt x="2264" y="14978"/>
                    <a:pt x="2478" y="17103"/>
                  </a:cubicBezTo>
                  <a:cubicBezTo>
                    <a:pt x="2566" y="17995"/>
                    <a:pt x="2440" y="18675"/>
                    <a:pt x="2113" y="19077"/>
                  </a:cubicBezTo>
                  <a:cubicBezTo>
                    <a:pt x="1761" y="19530"/>
                    <a:pt x="1145" y="19769"/>
                    <a:pt x="328" y="19882"/>
                  </a:cubicBezTo>
                  <a:cubicBezTo>
                    <a:pt x="667" y="20070"/>
                    <a:pt x="1371" y="20485"/>
                    <a:pt x="1635" y="20875"/>
                  </a:cubicBezTo>
                  <a:cubicBezTo>
                    <a:pt x="1686" y="20837"/>
                    <a:pt x="1723" y="20812"/>
                    <a:pt x="1774" y="20774"/>
                  </a:cubicBezTo>
                  <a:cubicBezTo>
                    <a:pt x="2076" y="20561"/>
                    <a:pt x="2340" y="20297"/>
                    <a:pt x="2566" y="20007"/>
                  </a:cubicBezTo>
                  <a:cubicBezTo>
                    <a:pt x="2868" y="19618"/>
                    <a:pt x="3069" y="19177"/>
                    <a:pt x="3170" y="18700"/>
                  </a:cubicBezTo>
                  <a:cubicBezTo>
                    <a:pt x="3283" y="18109"/>
                    <a:pt x="3320" y="17518"/>
                    <a:pt x="3258" y="16927"/>
                  </a:cubicBezTo>
                  <a:cubicBezTo>
                    <a:pt x="3258" y="16839"/>
                    <a:pt x="3245" y="16763"/>
                    <a:pt x="3232" y="16688"/>
                  </a:cubicBezTo>
                  <a:lnTo>
                    <a:pt x="3207" y="16424"/>
                  </a:lnTo>
                  <a:lnTo>
                    <a:pt x="3144" y="15908"/>
                  </a:lnTo>
                  <a:cubicBezTo>
                    <a:pt x="3094" y="15556"/>
                    <a:pt x="3056" y="15191"/>
                    <a:pt x="3006" y="14827"/>
                  </a:cubicBezTo>
                  <a:cubicBezTo>
                    <a:pt x="2931" y="14097"/>
                    <a:pt x="2855" y="13343"/>
                    <a:pt x="2767" y="12576"/>
                  </a:cubicBezTo>
                  <a:cubicBezTo>
                    <a:pt x="2679" y="11809"/>
                    <a:pt x="2616" y="11016"/>
                    <a:pt x="2541" y="10237"/>
                  </a:cubicBezTo>
                  <a:cubicBezTo>
                    <a:pt x="2478" y="9457"/>
                    <a:pt x="2402" y="8678"/>
                    <a:pt x="2340" y="7911"/>
                  </a:cubicBezTo>
                  <a:cubicBezTo>
                    <a:pt x="2277" y="7131"/>
                    <a:pt x="2226" y="6376"/>
                    <a:pt x="2176" y="5647"/>
                  </a:cubicBezTo>
                  <a:cubicBezTo>
                    <a:pt x="2113" y="4905"/>
                    <a:pt x="2076" y="4201"/>
                    <a:pt x="2038" y="3522"/>
                  </a:cubicBezTo>
                  <a:lnTo>
                    <a:pt x="2025" y="3270"/>
                  </a:lnTo>
                  <a:lnTo>
                    <a:pt x="2025" y="3145"/>
                  </a:lnTo>
                  <a:lnTo>
                    <a:pt x="2025" y="3120"/>
                  </a:lnTo>
                  <a:lnTo>
                    <a:pt x="2025" y="3094"/>
                  </a:lnTo>
                  <a:lnTo>
                    <a:pt x="2025" y="3031"/>
                  </a:lnTo>
                  <a:lnTo>
                    <a:pt x="2013" y="2906"/>
                  </a:lnTo>
                  <a:lnTo>
                    <a:pt x="2000" y="2805"/>
                  </a:lnTo>
                  <a:cubicBezTo>
                    <a:pt x="2000" y="2730"/>
                    <a:pt x="1975" y="2654"/>
                    <a:pt x="1962" y="2591"/>
                  </a:cubicBezTo>
                  <a:cubicBezTo>
                    <a:pt x="1925" y="2315"/>
                    <a:pt x="1849" y="2038"/>
                    <a:pt x="1736" y="1787"/>
                  </a:cubicBezTo>
                  <a:cubicBezTo>
                    <a:pt x="1560" y="1346"/>
                    <a:pt x="1283" y="944"/>
                    <a:pt x="931" y="617"/>
                  </a:cubicBezTo>
                  <a:cubicBezTo>
                    <a:pt x="667" y="378"/>
                    <a:pt x="353" y="177"/>
                    <a:pt x="26" y="1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5" name="Google Shape;10045;p59"/>
            <p:cNvSpPr/>
            <p:nvPr/>
          </p:nvSpPr>
          <p:spPr>
            <a:xfrm>
              <a:off x="8173090" y="3794884"/>
              <a:ext cx="173608" cy="269900"/>
            </a:xfrm>
            <a:custGeom>
              <a:avLst/>
              <a:gdLst/>
              <a:ahLst/>
              <a:cxnLst/>
              <a:rect l="l" t="t" r="r" b="b"/>
              <a:pathLst>
                <a:path w="3559" h="5533" extrusionOk="0">
                  <a:moveTo>
                    <a:pt x="3559" y="0"/>
                  </a:moveTo>
                  <a:cubicBezTo>
                    <a:pt x="3471" y="101"/>
                    <a:pt x="3396" y="201"/>
                    <a:pt x="3307" y="302"/>
                  </a:cubicBezTo>
                  <a:cubicBezTo>
                    <a:pt x="3333" y="1056"/>
                    <a:pt x="3320" y="1811"/>
                    <a:pt x="3257" y="2578"/>
                  </a:cubicBezTo>
                  <a:cubicBezTo>
                    <a:pt x="3232" y="2892"/>
                    <a:pt x="3194" y="3144"/>
                    <a:pt x="3169" y="3332"/>
                  </a:cubicBezTo>
                  <a:cubicBezTo>
                    <a:pt x="3144" y="3521"/>
                    <a:pt x="3119" y="3622"/>
                    <a:pt x="3119" y="3622"/>
                  </a:cubicBezTo>
                  <a:cubicBezTo>
                    <a:pt x="3119" y="3622"/>
                    <a:pt x="3106" y="3521"/>
                    <a:pt x="3081" y="3332"/>
                  </a:cubicBezTo>
                  <a:cubicBezTo>
                    <a:pt x="3056" y="3144"/>
                    <a:pt x="3018" y="2892"/>
                    <a:pt x="2981" y="2578"/>
                  </a:cubicBezTo>
                  <a:cubicBezTo>
                    <a:pt x="2968" y="2414"/>
                    <a:pt x="2943" y="2251"/>
                    <a:pt x="2930" y="2075"/>
                  </a:cubicBezTo>
                  <a:cubicBezTo>
                    <a:pt x="2918" y="1886"/>
                    <a:pt x="2905" y="1698"/>
                    <a:pt x="2893" y="1509"/>
                  </a:cubicBezTo>
                  <a:cubicBezTo>
                    <a:pt x="2880" y="1308"/>
                    <a:pt x="2867" y="1107"/>
                    <a:pt x="2855" y="905"/>
                  </a:cubicBezTo>
                  <a:lnTo>
                    <a:pt x="2842" y="755"/>
                  </a:lnTo>
                  <a:lnTo>
                    <a:pt x="2729" y="843"/>
                  </a:lnTo>
                  <a:lnTo>
                    <a:pt x="2729" y="1170"/>
                  </a:lnTo>
                  <a:cubicBezTo>
                    <a:pt x="2729" y="1459"/>
                    <a:pt x="2716" y="1735"/>
                    <a:pt x="2691" y="1962"/>
                  </a:cubicBezTo>
                  <a:cubicBezTo>
                    <a:pt x="2666" y="2188"/>
                    <a:pt x="2641" y="2389"/>
                    <a:pt x="2628" y="2515"/>
                  </a:cubicBezTo>
                  <a:cubicBezTo>
                    <a:pt x="2603" y="2653"/>
                    <a:pt x="2591" y="2729"/>
                    <a:pt x="2591" y="2729"/>
                  </a:cubicBezTo>
                  <a:cubicBezTo>
                    <a:pt x="2591" y="2729"/>
                    <a:pt x="2578" y="2653"/>
                    <a:pt x="2553" y="2515"/>
                  </a:cubicBezTo>
                  <a:cubicBezTo>
                    <a:pt x="2540" y="2377"/>
                    <a:pt x="2503" y="2188"/>
                    <a:pt x="2490" y="1962"/>
                  </a:cubicBezTo>
                  <a:cubicBezTo>
                    <a:pt x="2478" y="1849"/>
                    <a:pt x="2452" y="1723"/>
                    <a:pt x="2452" y="1584"/>
                  </a:cubicBezTo>
                  <a:cubicBezTo>
                    <a:pt x="2440" y="1459"/>
                    <a:pt x="2427" y="1320"/>
                    <a:pt x="2415" y="1182"/>
                  </a:cubicBezTo>
                  <a:lnTo>
                    <a:pt x="2415" y="1094"/>
                  </a:lnTo>
                  <a:cubicBezTo>
                    <a:pt x="1673" y="1622"/>
                    <a:pt x="868" y="2025"/>
                    <a:pt x="0" y="2301"/>
                  </a:cubicBezTo>
                  <a:cubicBezTo>
                    <a:pt x="918" y="2993"/>
                    <a:pt x="1710" y="3810"/>
                    <a:pt x="2377" y="4741"/>
                  </a:cubicBezTo>
                  <a:cubicBezTo>
                    <a:pt x="2503" y="4628"/>
                    <a:pt x="2628" y="4502"/>
                    <a:pt x="2754" y="4363"/>
                  </a:cubicBezTo>
                  <a:cubicBezTo>
                    <a:pt x="2830" y="4288"/>
                    <a:pt x="2880" y="4213"/>
                    <a:pt x="2943" y="4125"/>
                  </a:cubicBezTo>
                  <a:cubicBezTo>
                    <a:pt x="3006" y="4049"/>
                    <a:pt x="3056" y="3974"/>
                    <a:pt x="3106" y="3911"/>
                  </a:cubicBezTo>
                  <a:lnTo>
                    <a:pt x="3232" y="3722"/>
                  </a:lnTo>
                  <a:lnTo>
                    <a:pt x="3320" y="3584"/>
                  </a:lnTo>
                  <a:cubicBezTo>
                    <a:pt x="3333" y="3546"/>
                    <a:pt x="3358" y="3508"/>
                    <a:pt x="3370" y="3483"/>
                  </a:cubicBezTo>
                  <a:lnTo>
                    <a:pt x="3383" y="3458"/>
                  </a:lnTo>
                  <a:lnTo>
                    <a:pt x="3383" y="3609"/>
                  </a:lnTo>
                  <a:cubicBezTo>
                    <a:pt x="3383" y="3760"/>
                    <a:pt x="3370" y="3898"/>
                    <a:pt x="3345" y="4037"/>
                  </a:cubicBezTo>
                  <a:cubicBezTo>
                    <a:pt x="3333" y="4137"/>
                    <a:pt x="3320" y="4238"/>
                    <a:pt x="3282" y="4351"/>
                  </a:cubicBezTo>
                  <a:cubicBezTo>
                    <a:pt x="3257" y="4452"/>
                    <a:pt x="3232" y="4577"/>
                    <a:pt x="3182" y="4703"/>
                  </a:cubicBezTo>
                  <a:cubicBezTo>
                    <a:pt x="3081" y="4967"/>
                    <a:pt x="2955" y="5231"/>
                    <a:pt x="2792" y="5483"/>
                  </a:cubicBezTo>
                  <a:lnTo>
                    <a:pt x="2792" y="5495"/>
                  </a:lnTo>
                  <a:lnTo>
                    <a:pt x="2804" y="5533"/>
                  </a:lnTo>
                  <a:cubicBezTo>
                    <a:pt x="3282" y="5068"/>
                    <a:pt x="3546" y="4439"/>
                    <a:pt x="3559" y="3772"/>
                  </a:cubicBezTo>
                  <a:lnTo>
                    <a:pt x="35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6" name="Google Shape;10046;p59"/>
            <p:cNvSpPr/>
            <p:nvPr/>
          </p:nvSpPr>
          <p:spPr>
            <a:xfrm>
              <a:off x="7864561" y="3750690"/>
              <a:ext cx="261363" cy="144194"/>
            </a:xfrm>
            <a:custGeom>
              <a:avLst/>
              <a:gdLst/>
              <a:ahLst/>
              <a:cxnLst/>
              <a:rect l="l" t="t" r="r" b="b"/>
              <a:pathLst>
                <a:path w="5358" h="2956" extrusionOk="0">
                  <a:moveTo>
                    <a:pt x="0" y="1"/>
                  </a:moveTo>
                  <a:lnTo>
                    <a:pt x="0" y="1"/>
                  </a:lnTo>
                  <a:cubicBezTo>
                    <a:pt x="13" y="51"/>
                    <a:pt x="25" y="89"/>
                    <a:pt x="38" y="126"/>
                  </a:cubicBezTo>
                  <a:cubicBezTo>
                    <a:pt x="88" y="240"/>
                    <a:pt x="151" y="353"/>
                    <a:pt x="227" y="441"/>
                  </a:cubicBezTo>
                  <a:cubicBezTo>
                    <a:pt x="503" y="768"/>
                    <a:pt x="818" y="1057"/>
                    <a:pt x="1182" y="1271"/>
                  </a:cubicBezTo>
                  <a:cubicBezTo>
                    <a:pt x="1673" y="1598"/>
                    <a:pt x="2188" y="1874"/>
                    <a:pt x="2729" y="2101"/>
                  </a:cubicBezTo>
                  <a:cubicBezTo>
                    <a:pt x="3332" y="2377"/>
                    <a:pt x="3949" y="2604"/>
                    <a:pt x="4590" y="2792"/>
                  </a:cubicBezTo>
                  <a:cubicBezTo>
                    <a:pt x="4753" y="2830"/>
                    <a:pt x="4904" y="2868"/>
                    <a:pt x="5068" y="2931"/>
                  </a:cubicBezTo>
                  <a:lnTo>
                    <a:pt x="5143" y="2956"/>
                  </a:lnTo>
                  <a:lnTo>
                    <a:pt x="5357" y="2905"/>
                  </a:lnTo>
                  <a:cubicBezTo>
                    <a:pt x="5269" y="2868"/>
                    <a:pt x="5194" y="2830"/>
                    <a:pt x="5106" y="2805"/>
                  </a:cubicBezTo>
                  <a:cubicBezTo>
                    <a:pt x="4942" y="2742"/>
                    <a:pt x="4779" y="2692"/>
                    <a:pt x="4615" y="2654"/>
                  </a:cubicBezTo>
                  <a:cubicBezTo>
                    <a:pt x="3986" y="2490"/>
                    <a:pt x="3370" y="2277"/>
                    <a:pt x="2767" y="2013"/>
                  </a:cubicBezTo>
                  <a:cubicBezTo>
                    <a:pt x="2226" y="1786"/>
                    <a:pt x="1710" y="1522"/>
                    <a:pt x="1220" y="1233"/>
                  </a:cubicBezTo>
                  <a:cubicBezTo>
                    <a:pt x="855" y="1019"/>
                    <a:pt x="528" y="755"/>
                    <a:pt x="239" y="441"/>
                  </a:cubicBezTo>
                  <a:cubicBezTo>
                    <a:pt x="164" y="340"/>
                    <a:pt x="101" y="240"/>
                    <a:pt x="50" y="126"/>
                  </a:cubicBezTo>
                  <a:cubicBezTo>
                    <a:pt x="25" y="89"/>
                    <a:pt x="13" y="38"/>
                    <a:pt x="0" y="1"/>
                  </a:cubicBezTo>
                  <a:close/>
                </a:path>
              </a:pathLst>
            </a:custGeom>
            <a:solidFill>
              <a:srgbClr val="E5C2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7" name="Google Shape;10047;p59"/>
            <p:cNvSpPr/>
            <p:nvPr/>
          </p:nvSpPr>
          <p:spPr>
            <a:xfrm>
              <a:off x="8084116" y="3896688"/>
              <a:ext cx="13561" cy="8634"/>
            </a:xfrm>
            <a:custGeom>
              <a:avLst/>
              <a:gdLst/>
              <a:ahLst/>
              <a:cxnLst/>
              <a:rect l="l" t="t" r="r" b="b"/>
              <a:pathLst>
                <a:path w="278" h="177" extrusionOk="0">
                  <a:moveTo>
                    <a:pt x="1" y="0"/>
                  </a:moveTo>
                  <a:cubicBezTo>
                    <a:pt x="1" y="63"/>
                    <a:pt x="1" y="114"/>
                    <a:pt x="1" y="177"/>
                  </a:cubicBezTo>
                  <a:cubicBezTo>
                    <a:pt x="89" y="139"/>
                    <a:pt x="177" y="101"/>
                    <a:pt x="278" y="76"/>
                  </a:cubicBezTo>
                  <a:lnTo>
                    <a:pt x="215" y="6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8" name="Google Shape;10048;p59"/>
            <p:cNvSpPr/>
            <p:nvPr/>
          </p:nvSpPr>
          <p:spPr>
            <a:xfrm>
              <a:off x="7957144" y="3066599"/>
              <a:ext cx="317216" cy="40097"/>
            </a:xfrm>
            <a:custGeom>
              <a:avLst/>
              <a:gdLst/>
              <a:ahLst/>
              <a:cxnLst/>
              <a:rect l="l" t="t" r="r" b="b"/>
              <a:pathLst>
                <a:path w="6503" h="822" extrusionOk="0">
                  <a:moveTo>
                    <a:pt x="3247" y="1"/>
                  </a:moveTo>
                  <a:cubicBezTo>
                    <a:pt x="3057" y="1"/>
                    <a:pt x="2868" y="86"/>
                    <a:pt x="2742" y="255"/>
                  </a:cubicBezTo>
                  <a:lnTo>
                    <a:pt x="2642" y="419"/>
                  </a:lnTo>
                  <a:lnTo>
                    <a:pt x="2466" y="419"/>
                  </a:lnTo>
                  <a:cubicBezTo>
                    <a:pt x="1560" y="469"/>
                    <a:pt x="491" y="633"/>
                    <a:pt x="1" y="783"/>
                  </a:cubicBezTo>
                  <a:cubicBezTo>
                    <a:pt x="51" y="796"/>
                    <a:pt x="89" y="809"/>
                    <a:pt x="139" y="821"/>
                  </a:cubicBezTo>
                  <a:lnTo>
                    <a:pt x="6376" y="821"/>
                  </a:lnTo>
                  <a:cubicBezTo>
                    <a:pt x="6414" y="809"/>
                    <a:pt x="6464" y="796"/>
                    <a:pt x="6502" y="783"/>
                  </a:cubicBezTo>
                  <a:cubicBezTo>
                    <a:pt x="6012" y="633"/>
                    <a:pt x="4955" y="469"/>
                    <a:pt x="4037" y="419"/>
                  </a:cubicBezTo>
                  <a:lnTo>
                    <a:pt x="3861" y="406"/>
                  </a:lnTo>
                  <a:lnTo>
                    <a:pt x="2705" y="406"/>
                  </a:lnTo>
                  <a:lnTo>
                    <a:pt x="3773" y="268"/>
                  </a:lnTo>
                  <a:lnTo>
                    <a:pt x="3761" y="255"/>
                  </a:lnTo>
                  <a:cubicBezTo>
                    <a:pt x="3629" y="86"/>
                    <a:pt x="3437" y="1"/>
                    <a:pt x="32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9" name="Google Shape;10049;p59"/>
            <p:cNvSpPr/>
            <p:nvPr/>
          </p:nvSpPr>
          <p:spPr>
            <a:xfrm>
              <a:off x="7954120" y="3917566"/>
              <a:ext cx="314094" cy="155803"/>
            </a:xfrm>
            <a:custGeom>
              <a:avLst/>
              <a:gdLst/>
              <a:ahLst/>
              <a:cxnLst/>
              <a:rect l="l" t="t" r="r" b="b"/>
              <a:pathLst>
                <a:path w="6439" h="3194" extrusionOk="0">
                  <a:moveTo>
                    <a:pt x="3760" y="0"/>
                  </a:moveTo>
                  <a:lnTo>
                    <a:pt x="3622" y="38"/>
                  </a:lnTo>
                  <a:cubicBezTo>
                    <a:pt x="3282" y="126"/>
                    <a:pt x="2955" y="239"/>
                    <a:pt x="2628" y="352"/>
                  </a:cubicBezTo>
                  <a:lnTo>
                    <a:pt x="2628" y="490"/>
                  </a:lnTo>
                  <a:lnTo>
                    <a:pt x="2591" y="1333"/>
                  </a:lnTo>
                  <a:cubicBezTo>
                    <a:pt x="2591" y="1534"/>
                    <a:pt x="2578" y="1647"/>
                    <a:pt x="2578" y="1647"/>
                  </a:cubicBezTo>
                  <a:cubicBezTo>
                    <a:pt x="2578" y="1647"/>
                    <a:pt x="2553" y="1534"/>
                    <a:pt x="2528" y="1333"/>
                  </a:cubicBezTo>
                  <a:cubicBezTo>
                    <a:pt x="2515" y="1232"/>
                    <a:pt x="2490" y="1107"/>
                    <a:pt x="2477" y="968"/>
                  </a:cubicBezTo>
                  <a:cubicBezTo>
                    <a:pt x="2452" y="830"/>
                    <a:pt x="2440" y="666"/>
                    <a:pt x="2427" y="503"/>
                  </a:cubicBezTo>
                  <a:lnTo>
                    <a:pt x="2427" y="440"/>
                  </a:lnTo>
                  <a:cubicBezTo>
                    <a:pt x="2314" y="478"/>
                    <a:pt x="2213" y="528"/>
                    <a:pt x="2113" y="578"/>
                  </a:cubicBezTo>
                  <a:cubicBezTo>
                    <a:pt x="2100" y="805"/>
                    <a:pt x="2088" y="1019"/>
                    <a:pt x="2088" y="1207"/>
                  </a:cubicBezTo>
                  <a:cubicBezTo>
                    <a:pt x="2062" y="1496"/>
                    <a:pt x="2050" y="1735"/>
                    <a:pt x="2037" y="1911"/>
                  </a:cubicBezTo>
                  <a:cubicBezTo>
                    <a:pt x="2037" y="2075"/>
                    <a:pt x="2025" y="2175"/>
                    <a:pt x="2025" y="2175"/>
                  </a:cubicBezTo>
                  <a:cubicBezTo>
                    <a:pt x="2025" y="2175"/>
                    <a:pt x="1999" y="2075"/>
                    <a:pt x="1974" y="1911"/>
                  </a:cubicBezTo>
                  <a:cubicBezTo>
                    <a:pt x="1949" y="1823"/>
                    <a:pt x="1937" y="1723"/>
                    <a:pt x="1924" y="1610"/>
                  </a:cubicBezTo>
                  <a:cubicBezTo>
                    <a:pt x="1911" y="1496"/>
                    <a:pt x="1886" y="1358"/>
                    <a:pt x="1874" y="1220"/>
                  </a:cubicBezTo>
                  <a:cubicBezTo>
                    <a:pt x="1861" y="1069"/>
                    <a:pt x="1836" y="918"/>
                    <a:pt x="1836" y="742"/>
                  </a:cubicBezTo>
                  <a:lnTo>
                    <a:pt x="1836" y="717"/>
                  </a:lnTo>
                  <a:cubicBezTo>
                    <a:pt x="1044" y="1132"/>
                    <a:pt x="402" y="1786"/>
                    <a:pt x="0" y="2578"/>
                  </a:cubicBezTo>
                  <a:lnTo>
                    <a:pt x="113" y="2653"/>
                  </a:lnTo>
                  <a:cubicBezTo>
                    <a:pt x="214" y="2716"/>
                    <a:pt x="327" y="2779"/>
                    <a:pt x="440" y="2842"/>
                  </a:cubicBezTo>
                  <a:lnTo>
                    <a:pt x="805" y="2993"/>
                  </a:lnTo>
                  <a:cubicBezTo>
                    <a:pt x="931" y="3031"/>
                    <a:pt x="1069" y="3081"/>
                    <a:pt x="1195" y="3131"/>
                  </a:cubicBezTo>
                  <a:cubicBezTo>
                    <a:pt x="1283" y="3144"/>
                    <a:pt x="1371" y="3169"/>
                    <a:pt x="1459" y="3194"/>
                  </a:cubicBezTo>
                  <a:lnTo>
                    <a:pt x="1421" y="3156"/>
                  </a:lnTo>
                  <a:cubicBezTo>
                    <a:pt x="1346" y="3081"/>
                    <a:pt x="1295" y="2993"/>
                    <a:pt x="1245" y="2905"/>
                  </a:cubicBezTo>
                  <a:cubicBezTo>
                    <a:pt x="1207" y="2842"/>
                    <a:pt x="1195" y="2779"/>
                    <a:pt x="1182" y="2716"/>
                  </a:cubicBezTo>
                  <a:cubicBezTo>
                    <a:pt x="1170" y="2704"/>
                    <a:pt x="1170" y="2678"/>
                    <a:pt x="1182" y="2666"/>
                  </a:cubicBezTo>
                  <a:cubicBezTo>
                    <a:pt x="1170" y="2653"/>
                    <a:pt x="1170" y="2653"/>
                    <a:pt x="1182" y="2653"/>
                  </a:cubicBezTo>
                  <a:cubicBezTo>
                    <a:pt x="1195" y="2653"/>
                    <a:pt x="1207" y="2666"/>
                    <a:pt x="1232" y="2678"/>
                  </a:cubicBezTo>
                  <a:cubicBezTo>
                    <a:pt x="1270" y="2704"/>
                    <a:pt x="1320" y="2716"/>
                    <a:pt x="1371" y="2729"/>
                  </a:cubicBezTo>
                  <a:cubicBezTo>
                    <a:pt x="1446" y="2754"/>
                    <a:pt x="1522" y="2766"/>
                    <a:pt x="1597" y="2779"/>
                  </a:cubicBezTo>
                  <a:cubicBezTo>
                    <a:pt x="1685" y="2792"/>
                    <a:pt x="1773" y="2792"/>
                    <a:pt x="1874" y="2804"/>
                  </a:cubicBezTo>
                  <a:lnTo>
                    <a:pt x="3005" y="2804"/>
                  </a:lnTo>
                  <a:cubicBezTo>
                    <a:pt x="2955" y="2465"/>
                    <a:pt x="2968" y="2125"/>
                    <a:pt x="3056" y="1798"/>
                  </a:cubicBezTo>
                  <a:cubicBezTo>
                    <a:pt x="3240" y="1206"/>
                    <a:pt x="3434" y="450"/>
                    <a:pt x="3515" y="450"/>
                  </a:cubicBezTo>
                  <a:cubicBezTo>
                    <a:pt x="3562" y="450"/>
                    <a:pt x="3571" y="696"/>
                    <a:pt x="3521" y="1358"/>
                  </a:cubicBezTo>
                  <a:cubicBezTo>
                    <a:pt x="3483" y="1811"/>
                    <a:pt x="3886" y="2087"/>
                    <a:pt x="3773" y="2792"/>
                  </a:cubicBezTo>
                  <a:lnTo>
                    <a:pt x="4200" y="2792"/>
                  </a:lnTo>
                  <a:cubicBezTo>
                    <a:pt x="4326" y="2792"/>
                    <a:pt x="4452" y="2792"/>
                    <a:pt x="4565" y="2779"/>
                  </a:cubicBezTo>
                  <a:cubicBezTo>
                    <a:pt x="4628" y="2779"/>
                    <a:pt x="4678" y="2779"/>
                    <a:pt x="4741" y="2766"/>
                  </a:cubicBezTo>
                  <a:cubicBezTo>
                    <a:pt x="4791" y="2766"/>
                    <a:pt x="4841" y="2766"/>
                    <a:pt x="4892" y="2754"/>
                  </a:cubicBezTo>
                  <a:cubicBezTo>
                    <a:pt x="4942" y="2754"/>
                    <a:pt x="4992" y="2741"/>
                    <a:pt x="5043" y="2741"/>
                  </a:cubicBezTo>
                  <a:cubicBezTo>
                    <a:pt x="5093" y="2741"/>
                    <a:pt x="5131" y="2716"/>
                    <a:pt x="5168" y="2716"/>
                  </a:cubicBezTo>
                  <a:cubicBezTo>
                    <a:pt x="5244" y="2691"/>
                    <a:pt x="5319" y="2678"/>
                    <a:pt x="5395" y="2653"/>
                  </a:cubicBezTo>
                  <a:cubicBezTo>
                    <a:pt x="5445" y="2628"/>
                    <a:pt x="5483" y="2603"/>
                    <a:pt x="5533" y="2578"/>
                  </a:cubicBezTo>
                  <a:cubicBezTo>
                    <a:pt x="5546" y="2565"/>
                    <a:pt x="5571" y="2553"/>
                    <a:pt x="5583" y="2540"/>
                  </a:cubicBezTo>
                  <a:cubicBezTo>
                    <a:pt x="5583" y="2565"/>
                    <a:pt x="5583" y="2590"/>
                    <a:pt x="5583" y="2616"/>
                  </a:cubicBezTo>
                  <a:cubicBezTo>
                    <a:pt x="5571" y="2678"/>
                    <a:pt x="5558" y="2754"/>
                    <a:pt x="5533" y="2817"/>
                  </a:cubicBezTo>
                  <a:cubicBezTo>
                    <a:pt x="5483" y="2905"/>
                    <a:pt x="5432" y="2993"/>
                    <a:pt x="5370" y="3081"/>
                  </a:cubicBezTo>
                  <a:lnTo>
                    <a:pt x="5344" y="3106"/>
                  </a:lnTo>
                  <a:cubicBezTo>
                    <a:pt x="5407" y="3093"/>
                    <a:pt x="5458" y="3068"/>
                    <a:pt x="5508" y="3056"/>
                  </a:cubicBezTo>
                  <a:cubicBezTo>
                    <a:pt x="5558" y="3031"/>
                    <a:pt x="5634" y="2993"/>
                    <a:pt x="5696" y="2968"/>
                  </a:cubicBezTo>
                  <a:cubicBezTo>
                    <a:pt x="5772" y="2943"/>
                    <a:pt x="5835" y="2917"/>
                    <a:pt x="5898" y="2892"/>
                  </a:cubicBezTo>
                  <a:cubicBezTo>
                    <a:pt x="5961" y="2854"/>
                    <a:pt x="6011" y="2817"/>
                    <a:pt x="6074" y="2792"/>
                  </a:cubicBezTo>
                  <a:cubicBezTo>
                    <a:pt x="6137" y="2754"/>
                    <a:pt x="6199" y="2729"/>
                    <a:pt x="6250" y="2691"/>
                  </a:cubicBezTo>
                  <a:cubicBezTo>
                    <a:pt x="6300" y="2653"/>
                    <a:pt x="6363" y="2616"/>
                    <a:pt x="6413" y="2578"/>
                  </a:cubicBezTo>
                  <a:lnTo>
                    <a:pt x="6438" y="2565"/>
                  </a:lnTo>
                  <a:cubicBezTo>
                    <a:pt x="5910" y="1836"/>
                    <a:pt x="4867" y="641"/>
                    <a:pt x="3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0" name="Google Shape;10050;p59"/>
            <p:cNvSpPr/>
            <p:nvPr/>
          </p:nvSpPr>
          <p:spPr>
            <a:xfrm>
              <a:off x="7805051" y="3580155"/>
              <a:ext cx="38097" cy="417801"/>
            </a:xfrm>
            <a:custGeom>
              <a:avLst/>
              <a:gdLst/>
              <a:ahLst/>
              <a:cxnLst/>
              <a:rect l="l" t="t" r="r" b="b"/>
              <a:pathLst>
                <a:path w="781" h="8565" extrusionOk="0">
                  <a:moveTo>
                    <a:pt x="780" y="1"/>
                  </a:moveTo>
                  <a:lnTo>
                    <a:pt x="780" y="1"/>
                  </a:lnTo>
                  <a:cubicBezTo>
                    <a:pt x="780" y="1"/>
                    <a:pt x="692" y="529"/>
                    <a:pt x="591" y="1321"/>
                  </a:cubicBezTo>
                  <a:cubicBezTo>
                    <a:pt x="529" y="1724"/>
                    <a:pt x="478" y="2189"/>
                    <a:pt x="428" y="2692"/>
                  </a:cubicBezTo>
                  <a:cubicBezTo>
                    <a:pt x="403" y="2943"/>
                    <a:pt x="378" y="3207"/>
                    <a:pt x="353" y="3472"/>
                  </a:cubicBezTo>
                  <a:lnTo>
                    <a:pt x="277" y="4264"/>
                  </a:lnTo>
                  <a:lnTo>
                    <a:pt x="202" y="5069"/>
                  </a:lnTo>
                  <a:cubicBezTo>
                    <a:pt x="176" y="5333"/>
                    <a:pt x="164" y="5597"/>
                    <a:pt x="139" y="5848"/>
                  </a:cubicBezTo>
                  <a:cubicBezTo>
                    <a:pt x="101" y="6351"/>
                    <a:pt x="76" y="6816"/>
                    <a:pt x="51" y="7219"/>
                  </a:cubicBezTo>
                  <a:cubicBezTo>
                    <a:pt x="13" y="8024"/>
                    <a:pt x="0" y="8564"/>
                    <a:pt x="0" y="8564"/>
                  </a:cubicBezTo>
                  <a:cubicBezTo>
                    <a:pt x="0" y="8564"/>
                    <a:pt x="88" y="8036"/>
                    <a:pt x="189" y="7231"/>
                  </a:cubicBezTo>
                  <a:cubicBezTo>
                    <a:pt x="239" y="6829"/>
                    <a:pt x="302" y="6364"/>
                    <a:pt x="353" y="5861"/>
                  </a:cubicBezTo>
                  <a:cubicBezTo>
                    <a:pt x="378" y="5609"/>
                    <a:pt x="403" y="5358"/>
                    <a:pt x="428" y="5094"/>
                  </a:cubicBezTo>
                  <a:lnTo>
                    <a:pt x="503" y="4289"/>
                  </a:lnTo>
                  <a:lnTo>
                    <a:pt x="579" y="3497"/>
                  </a:lnTo>
                  <a:cubicBezTo>
                    <a:pt x="604" y="3233"/>
                    <a:pt x="617" y="2969"/>
                    <a:pt x="642" y="2717"/>
                  </a:cubicBezTo>
                  <a:cubicBezTo>
                    <a:pt x="679" y="2214"/>
                    <a:pt x="705" y="1749"/>
                    <a:pt x="730" y="1346"/>
                  </a:cubicBezTo>
                  <a:cubicBezTo>
                    <a:pt x="767" y="542"/>
                    <a:pt x="780" y="1"/>
                    <a:pt x="780" y="1"/>
                  </a:cubicBezTo>
                  <a:close/>
                </a:path>
              </a:pathLst>
            </a:custGeom>
            <a:solidFill>
              <a:srgbClr val="E5C2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1" name="Google Shape;10051;p59"/>
            <p:cNvSpPr/>
            <p:nvPr/>
          </p:nvSpPr>
          <p:spPr>
            <a:xfrm>
              <a:off x="8058361" y="3889322"/>
              <a:ext cx="12341" cy="25805"/>
            </a:xfrm>
            <a:custGeom>
              <a:avLst/>
              <a:gdLst/>
              <a:ahLst/>
              <a:cxnLst/>
              <a:rect l="l" t="t" r="r" b="b"/>
              <a:pathLst>
                <a:path w="253" h="529" extrusionOk="0">
                  <a:moveTo>
                    <a:pt x="13" y="1"/>
                  </a:moveTo>
                  <a:cubicBezTo>
                    <a:pt x="13" y="177"/>
                    <a:pt x="13" y="353"/>
                    <a:pt x="1" y="529"/>
                  </a:cubicBezTo>
                  <a:cubicBezTo>
                    <a:pt x="89" y="491"/>
                    <a:pt x="164" y="466"/>
                    <a:pt x="252" y="428"/>
                  </a:cubicBezTo>
                  <a:cubicBezTo>
                    <a:pt x="240" y="315"/>
                    <a:pt x="240" y="189"/>
                    <a:pt x="227" y="63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2" name="Google Shape;10052;p59"/>
            <p:cNvSpPr/>
            <p:nvPr/>
          </p:nvSpPr>
          <p:spPr>
            <a:xfrm>
              <a:off x="7730809" y="3269182"/>
              <a:ext cx="209852" cy="1039160"/>
            </a:xfrm>
            <a:custGeom>
              <a:avLst/>
              <a:gdLst/>
              <a:ahLst/>
              <a:cxnLst/>
              <a:rect l="l" t="t" r="r" b="b"/>
              <a:pathLst>
                <a:path w="4302" h="21303" extrusionOk="0">
                  <a:moveTo>
                    <a:pt x="1610" y="3320"/>
                  </a:moveTo>
                  <a:cubicBezTo>
                    <a:pt x="1610" y="3320"/>
                    <a:pt x="1610" y="3534"/>
                    <a:pt x="1585" y="3899"/>
                  </a:cubicBezTo>
                  <a:cubicBezTo>
                    <a:pt x="1573" y="4263"/>
                    <a:pt x="1535" y="4779"/>
                    <a:pt x="1497" y="5408"/>
                  </a:cubicBezTo>
                  <a:cubicBezTo>
                    <a:pt x="1460" y="6036"/>
                    <a:pt x="1409" y="6766"/>
                    <a:pt x="1346" y="7545"/>
                  </a:cubicBezTo>
                  <a:lnTo>
                    <a:pt x="1246" y="8740"/>
                  </a:lnTo>
                  <a:lnTo>
                    <a:pt x="1133" y="9985"/>
                  </a:lnTo>
                  <a:lnTo>
                    <a:pt x="1019" y="11230"/>
                  </a:lnTo>
                  <a:lnTo>
                    <a:pt x="906" y="12424"/>
                  </a:lnTo>
                  <a:cubicBezTo>
                    <a:pt x="831" y="13217"/>
                    <a:pt x="743" y="13933"/>
                    <a:pt x="680" y="14549"/>
                  </a:cubicBezTo>
                  <a:cubicBezTo>
                    <a:pt x="604" y="15178"/>
                    <a:pt x="542" y="15694"/>
                    <a:pt x="491" y="16058"/>
                  </a:cubicBezTo>
                  <a:cubicBezTo>
                    <a:pt x="454" y="16411"/>
                    <a:pt x="416" y="16624"/>
                    <a:pt x="416" y="16624"/>
                  </a:cubicBezTo>
                  <a:cubicBezTo>
                    <a:pt x="416" y="16624"/>
                    <a:pt x="416" y="16411"/>
                    <a:pt x="454" y="16046"/>
                  </a:cubicBezTo>
                  <a:cubicBezTo>
                    <a:pt x="479" y="15681"/>
                    <a:pt x="491" y="15166"/>
                    <a:pt x="542" y="14537"/>
                  </a:cubicBezTo>
                  <a:cubicBezTo>
                    <a:pt x="579" y="13908"/>
                    <a:pt x="630" y="13179"/>
                    <a:pt x="692" y="12399"/>
                  </a:cubicBezTo>
                  <a:lnTo>
                    <a:pt x="793" y="11205"/>
                  </a:lnTo>
                  <a:lnTo>
                    <a:pt x="906" y="9960"/>
                  </a:lnTo>
                  <a:lnTo>
                    <a:pt x="1019" y="8715"/>
                  </a:lnTo>
                  <a:lnTo>
                    <a:pt x="1133" y="7520"/>
                  </a:lnTo>
                  <a:cubicBezTo>
                    <a:pt x="1208" y="6728"/>
                    <a:pt x="1296" y="6011"/>
                    <a:pt x="1359" y="5395"/>
                  </a:cubicBezTo>
                  <a:cubicBezTo>
                    <a:pt x="1434" y="4766"/>
                    <a:pt x="1497" y="4251"/>
                    <a:pt x="1548" y="3886"/>
                  </a:cubicBezTo>
                  <a:cubicBezTo>
                    <a:pt x="1585" y="3534"/>
                    <a:pt x="1610" y="3320"/>
                    <a:pt x="1610" y="3320"/>
                  </a:cubicBezTo>
                  <a:close/>
                  <a:moveTo>
                    <a:pt x="4301" y="0"/>
                  </a:moveTo>
                  <a:cubicBezTo>
                    <a:pt x="2554" y="390"/>
                    <a:pt x="1585" y="1396"/>
                    <a:pt x="1422" y="2993"/>
                  </a:cubicBezTo>
                  <a:cubicBezTo>
                    <a:pt x="1334" y="3861"/>
                    <a:pt x="1158" y="5885"/>
                    <a:pt x="957" y="8212"/>
                  </a:cubicBezTo>
                  <a:cubicBezTo>
                    <a:pt x="667" y="11431"/>
                    <a:pt x="340" y="15078"/>
                    <a:pt x="139" y="17190"/>
                  </a:cubicBezTo>
                  <a:cubicBezTo>
                    <a:pt x="1" y="18498"/>
                    <a:pt x="227" y="19529"/>
                    <a:pt x="793" y="20246"/>
                  </a:cubicBezTo>
                  <a:cubicBezTo>
                    <a:pt x="1133" y="20686"/>
                    <a:pt x="1761" y="21051"/>
                    <a:pt x="2629" y="21302"/>
                  </a:cubicBezTo>
                  <a:cubicBezTo>
                    <a:pt x="2956" y="20925"/>
                    <a:pt x="3333" y="20611"/>
                    <a:pt x="3761" y="20359"/>
                  </a:cubicBezTo>
                  <a:lnTo>
                    <a:pt x="3761" y="20359"/>
                  </a:lnTo>
                  <a:cubicBezTo>
                    <a:pt x="3622" y="20372"/>
                    <a:pt x="3481" y="20378"/>
                    <a:pt x="3338" y="20378"/>
                  </a:cubicBezTo>
                  <a:cubicBezTo>
                    <a:pt x="3195" y="20378"/>
                    <a:pt x="3050" y="20372"/>
                    <a:pt x="2906" y="20359"/>
                  </a:cubicBezTo>
                  <a:cubicBezTo>
                    <a:pt x="2428" y="20359"/>
                    <a:pt x="1963" y="20233"/>
                    <a:pt x="1535" y="20020"/>
                  </a:cubicBezTo>
                  <a:cubicBezTo>
                    <a:pt x="1397" y="19944"/>
                    <a:pt x="1271" y="19831"/>
                    <a:pt x="1158" y="19705"/>
                  </a:cubicBezTo>
                  <a:cubicBezTo>
                    <a:pt x="1120" y="19655"/>
                    <a:pt x="1120" y="19655"/>
                    <a:pt x="1082" y="19605"/>
                  </a:cubicBezTo>
                  <a:cubicBezTo>
                    <a:pt x="1057" y="19567"/>
                    <a:pt x="1032" y="19529"/>
                    <a:pt x="1007" y="19479"/>
                  </a:cubicBezTo>
                  <a:cubicBezTo>
                    <a:pt x="957" y="19403"/>
                    <a:pt x="919" y="19315"/>
                    <a:pt x="894" y="19227"/>
                  </a:cubicBezTo>
                  <a:cubicBezTo>
                    <a:pt x="768" y="18888"/>
                    <a:pt x="718" y="18536"/>
                    <a:pt x="718" y="18184"/>
                  </a:cubicBezTo>
                  <a:cubicBezTo>
                    <a:pt x="718" y="18008"/>
                    <a:pt x="718" y="17831"/>
                    <a:pt x="730" y="17668"/>
                  </a:cubicBezTo>
                  <a:lnTo>
                    <a:pt x="755" y="17178"/>
                  </a:lnTo>
                  <a:lnTo>
                    <a:pt x="818" y="16159"/>
                  </a:lnTo>
                  <a:cubicBezTo>
                    <a:pt x="869" y="15480"/>
                    <a:pt x="919" y="14763"/>
                    <a:pt x="982" y="14046"/>
                  </a:cubicBezTo>
                  <a:cubicBezTo>
                    <a:pt x="1045" y="13330"/>
                    <a:pt x="1107" y="12600"/>
                    <a:pt x="1170" y="11871"/>
                  </a:cubicBezTo>
                  <a:cubicBezTo>
                    <a:pt x="1233" y="11142"/>
                    <a:pt x="1309" y="10412"/>
                    <a:pt x="1384" y="9696"/>
                  </a:cubicBezTo>
                  <a:cubicBezTo>
                    <a:pt x="1460" y="8979"/>
                    <a:pt x="1535" y="8275"/>
                    <a:pt x="1610" y="7583"/>
                  </a:cubicBezTo>
                  <a:cubicBezTo>
                    <a:pt x="1686" y="6904"/>
                    <a:pt x="1774" y="6250"/>
                    <a:pt x="1849" y="5621"/>
                  </a:cubicBezTo>
                  <a:cubicBezTo>
                    <a:pt x="1937" y="5005"/>
                    <a:pt x="2013" y="4414"/>
                    <a:pt x="2101" y="3861"/>
                  </a:cubicBezTo>
                  <a:lnTo>
                    <a:pt x="2214" y="3081"/>
                  </a:lnTo>
                  <a:cubicBezTo>
                    <a:pt x="2227" y="2956"/>
                    <a:pt x="2252" y="2842"/>
                    <a:pt x="2264" y="2717"/>
                  </a:cubicBezTo>
                  <a:cubicBezTo>
                    <a:pt x="2277" y="2654"/>
                    <a:pt x="2302" y="2591"/>
                    <a:pt x="2315" y="2515"/>
                  </a:cubicBezTo>
                  <a:cubicBezTo>
                    <a:pt x="2327" y="2453"/>
                    <a:pt x="2352" y="2402"/>
                    <a:pt x="2365" y="2339"/>
                  </a:cubicBezTo>
                  <a:cubicBezTo>
                    <a:pt x="2453" y="2113"/>
                    <a:pt x="2579" y="1924"/>
                    <a:pt x="2742" y="1774"/>
                  </a:cubicBezTo>
                  <a:cubicBezTo>
                    <a:pt x="2880" y="1648"/>
                    <a:pt x="3031" y="1560"/>
                    <a:pt x="3195" y="1497"/>
                  </a:cubicBezTo>
                  <a:cubicBezTo>
                    <a:pt x="3396" y="1421"/>
                    <a:pt x="3622" y="1371"/>
                    <a:pt x="3849" y="1346"/>
                  </a:cubicBezTo>
                  <a:lnTo>
                    <a:pt x="4075" y="1321"/>
                  </a:lnTo>
                  <a:lnTo>
                    <a:pt x="3861" y="1409"/>
                  </a:lnTo>
                  <a:cubicBezTo>
                    <a:pt x="3648" y="1484"/>
                    <a:pt x="3459" y="1585"/>
                    <a:pt x="3270" y="1711"/>
                  </a:cubicBezTo>
                  <a:cubicBezTo>
                    <a:pt x="2994" y="1874"/>
                    <a:pt x="2792" y="2163"/>
                    <a:pt x="2730" y="2478"/>
                  </a:cubicBezTo>
                  <a:cubicBezTo>
                    <a:pt x="2717" y="2528"/>
                    <a:pt x="2704" y="2578"/>
                    <a:pt x="2704" y="2629"/>
                  </a:cubicBezTo>
                  <a:cubicBezTo>
                    <a:pt x="2692" y="2666"/>
                    <a:pt x="2692" y="2717"/>
                    <a:pt x="2692" y="2780"/>
                  </a:cubicBezTo>
                  <a:lnTo>
                    <a:pt x="2692" y="2805"/>
                  </a:lnTo>
                  <a:cubicBezTo>
                    <a:pt x="2880" y="2126"/>
                    <a:pt x="3409" y="1673"/>
                    <a:pt x="4301" y="1434"/>
                  </a:cubicBezTo>
                  <a:lnTo>
                    <a:pt x="43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3" name="Google Shape;10053;p59"/>
            <p:cNvSpPr/>
            <p:nvPr/>
          </p:nvSpPr>
          <p:spPr>
            <a:xfrm>
              <a:off x="7884805" y="3626789"/>
              <a:ext cx="461898" cy="261363"/>
            </a:xfrm>
            <a:custGeom>
              <a:avLst/>
              <a:gdLst/>
              <a:ahLst/>
              <a:cxnLst/>
              <a:rect l="l" t="t" r="r" b="b"/>
              <a:pathLst>
                <a:path w="9469" h="5358" extrusionOk="0">
                  <a:moveTo>
                    <a:pt x="516" y="1"/>
                  </a:moveTo>
                  <a:cubicBezTo>
                    <a:pt x="340" y="617"/>
                    <a:pt x="0" y="1862"/>
                    <a:pt x="0" y="2679"/>
                  </a:cubicBezTo>
                  <a:lnTo>
                    <a:pt x="0" y="2805"/>
                  </a:lnTo>
                  <a:cubicBezTo>
                    <a:pt x="88" y="2918"/>
                    <a:pt x="189" y="3019"/>
                    <a:pt x="302" y="3107"/>
                  </a:cubicBezTo>
                  <a:cubicBezTo>
                    <a:pt x="315" y="2893"/>
                    <a:pt x="340" y="2679"/>
                    <a:pt x="352" y="2478"/>
                  </a:cubicBezTo>
                  <a:cubicBezTo>
                    <a:pt x="377" y="2277"/>
                    <a:pt x="403" y="2088"/>
                    <a:pt x="440" y="1912"/>
                  </a:cubicBezTo>
                  <a:cubicBezTo>
                    <a:pt x="465" y="1736"/>
                    <a:pt x="503" y="1560"/>
                    <a:pt x="528" y="1409"/>
                  </a:cubicBezTo>
                  <a:cubicBezTo>
                    <a:pt x="566" y="1245"/>
                    <a:pt x="604" y="1107"/>
                    <a:pt x="641" y="981"/>
                  </a:cubicBezTo>
                  <a:cubicBezTo>
                    <a:pt x="667" y="881"/>
                    <a:pt x="692" y="780"/>
                    <a:pt x="729" y="667"/>
                  </a:cubicBezTo>
                  <a:cubicBezTo>
                    <a:pt x="792" y="504"/>
                    <a:pt x="830" y="403"/>
                    <a:pt x="830" y="403"/>
                  </a:cubicBezTo>
                  <a:lnTo>
                    <a:pt x="830" y="692"/>
                  </a:lnTo>
                  <a:cubicBezTo>
                    <a:pt x="830" y="780"/>
                    <a:pt x="830" y="893"/>
                    <a:pt x="830" y="1032"/>
                  </a:cubicBezTo>
                  <a:lnTo>
                    <a:pt x="818" y="1459"/>
                  </a:lnTo>
                  <a:cubicBezTo>
                    <a:pt x="818" y="1774"/>
                    <a:pt x="805" y="2126"/>
                    <a:pt x="792" y="2516"/>
                  </a:cubicBezTo>
                  <a:cubicBezTo>
                    <a:pt x="792" y="2717"/>
                    <a:pt x="780" y="2918"/>
                    <a:pt x="780" y="3119"/>
                  </a:cubicBezTo>
                  <a:lnTo>
                    <a:pt x="767" y="3459"/>
                  </a:lnTo>
                  <a:lnTo>
                    <a:pt x="855" y="3522"/>
                  </a:lnTo>
                  <a:cubicBezTo>
                    <a:pt x="868" y="3283"/>
                    <a:pt x="893" y="3044"/>
                    <a:pt x="918" y="2817"/>
                  </a:cubicBezTo>
                  <a:cubicBezTo>
                    <a:pt x="931" y="2666"/>
                    <a:pt x="956" y="2528"/>
                    <a:pt x="981" y="2402"/>
                  </a:cubicBezTo>
                  <a:cubicBezTo>
                    <a:pt x="1006" y="2264"/>
                    <a:pt x="1031" y="2138"/>
                    <a:pt x="1056" y="2025"/>
                  </a:cubicBezTo>
                  <a:cubicBezTo>
                    <a:pt x="1082" y="1912"/>
                    <a:pt x="1107" y="1811"/>
                    <a:pt x="1132" y="1711"/>
                  </a:cubicBezTo>
                  <a:cubicBezTo>
                    <a:pt x="1144" y="1635"/>
                    <a:pt x="1170" y="1560"/>
                    <a:pt x="1195" y="1484"/>
                  </a:cubicBezTo>
                  <a:cubicBezTo>
                    <a:pt x="1245" y="1359"/>
                    <a:pt x="1270" y="1283"/>
                    <a:pt x="1270" y="1283"/>
                  </a:cubicBezTo>
                  <a:lnTo>
                    <a:pt x="1270" y="1497"/>
                  </a:lnTo>
                  <a:cubicBezTo>
                    <a:pt x="1270" y="1635"/>
                    <a:pt x="1270" y="1824"/>
                    <a:pt x="1258" y="2050"/>
                  </a:cubicBezTo>
                  <a:lnTo>
                    <a:pt x="1245" y="2842"/>
                  </a:lnTo>
                  <a:lnTo>
                    <a:pt x="1232" y="3283"/>
                  </a:lnTo>
                  <a:lnTo>
                    <a:pt x="1220" y="3735"/>
                  </a:lnTo>
                  <a:cubicBezTo>
                    <a:pt x="1861" y="4100"/>
                    <a:pt x="2540" y="4414"/>
                    <a:pt x="3232" y="4666"/>
                  </a:cubicBezTo>
                  <a:cubicBezTo>
                    <a:pt x="3232" y="4414"/>
                    <a:pt x="3244" y="4163"/>
                    <a:pt x="3257" y="3924"/>
                  </a:cubicBezTo>
                  <a:cubicBezTo>
                    <a:pt x="3270" y="3748"/>
                    <a:pt x="3282" y="3572"/>
                    <a:pt x="3295" y="3408"/>
                  </a:cubicBezTo>
                  <a:cubicBezTo>
                    <a:pt x="3307" y="3245"/>
                    <a:pt x="3320" y="3094"/>
                    <a:pt x="3332" y="2943"/>
                  </a:cubicBezTo>
                  <a:cubicBezTo>
                    <a:pt x="3370" y="2654"/>
                    <a:pt x="3395" y="2415"/>
                    <a:pt x="3420" y="2239"/>
                  </a:cubicBezTo>
                  <a:cubicBezTo>
                    <a:pt x="3446" y="2075"/>
                    <a:pt x="3471" y="1975"/>
                    <a:pt x="3471" y="1975"/>
                  </a:cubicBezTo>
                  <a:cubicBezTo>
                    <a:pt x="3471" y="1975"/>
                    <a:pt x="3483" y="2075"/>
                    <a:pt x="3496" y="2239"/>
                  </a:cubicBezTo>
                  <a:cubicBezTo>
                    <a:pt x="3509" y="2415"/>
                    <a:pt x="3534" y="2654"/>
                    <a:pt x="3546" y="2943"/>
                  </a:cubicBezTo>
                  <a:cubicBezTo>
                    <a:pt x="3559" y="3232"/>
                    <a:pt x="3571" y="3572"/>
                    <a:pt x="3584" y="3936"/>
                  </a:cubicBezTo>
                  <a:cubicBezTo>
                    <a:pt x="3584" y="4201"/>
                    <a:pt x="3584" y="4490"/>
                    <a:pt x="3584" y="4779"/>
                  </a:cubicBezTo>
                  <a:lnTo>
                    <a:pt x="3785" y="4842"/>
                  </a:lnTo>
                  <a:lnTo>
                    <a:pt x="3785" y="4603"/>
                  </a:lnTo>
                  <a:lnTo>
                    <a:pt x="3785" y="3911"/>
                  </a:lnTo>
                  <a:cubicBezTo>
                    <a:pt x="3785" y="3685"/>
                    <a:pt x="3785" y="3459"/>
                    <a:pt x="3798" y="3232"/>
                  </a:cubicBezTo>
                  <a:cubicBezTo>
                    <a:pt x="3798" y="2993"/>
                    <a:pt x="3810" y="2780"/>
                    <a:pt x="3823" y="2553"/>
                  </a:cubicBezTo>
                  <a:cubicBezTo>
                    <a:pt x="3823" y="2339"/>
                    <a:pt x="3848" y="2138"/>
                    <a:pt x="3861" y="1925"/>
                  </a:cubicBezTo>
                  <a:cubicBezTo>
                    <a:pt x="3861" y="1723"/>
                    <a:pt x="3886" y="1547"/>
                    <a:pt x="3898" y="1371"/>
                  </a:cubicBezTo>
                  <a:cubicBezTo>
                    <a:pt x="3961" y="680"/>
                    <a:pt x="4024" y="227"/>
                    <a:pt x="4024" y="227"/>
                  </a:cubicBezTo>
                  <a:cubicBezTo>
                    <a:pt x="4024" y="227"/>
                    <a:pt x="4074" y="692"/>
                    <a:pt x="4100" y="1384"/>
                  </a:cubicBezTo>
                  <a:cubicBezTo>
                    <a:pt x="4100" y="1547"/>
                    <a:pt x="4112" y="1736"/>
                    <a:pt x="4112" y="1937"/>
                  </a:cubicBezTo>
                  <a:cubicBezTo>
                    <a:pt x="4125" y="2138"/>
                    <a:pt x="4125" y="2339"/>
                    <a:pt x="4125" y="2566"/>
                  </a:cubicBezTo>
                  <a:cubicBezTo>
                    <a:pt x="4125" y="2792"/>
                    <a:pt x="4125" y="3006"/>
                    <a:pt x="4125" y="3232"/>
                  </a:cubicBezTo>
                  <a:lnTo>
                    <a:pt x="4125" y="3924"/>
                  </a:lnTo>
                  <a:cubicBezTo>
                    <a:pt x="4125" y="4150"/>
                    <a:pt x="4125" y="4377"/>
                    <a:pt x="4125" y="4603"/>
                  </a:cubicBezTo>
                  <a:lnTo>
                    <a:pt x="4125" y="4942"/>
                  </a:lnTo>
                  <a:cubicBezTo>
                    <a:pt x="4225" y="4968"/>
                    <a:pt x="4326" y="5005"/>
                    <a:pt x="4439" y="5030"/>
                  </a:cubicBezTo>
                  <a:cubicBezTo>
                    <a:pt x="4728" y="5106"/>
                    <a:pt x="5017" y="5219"/>
                    <a:pt x="5282" y="5357"/>
                  </a:cubicBezTo>
                  <a:cubicBezTo>
                    <a:pt x="6376" y="5081"/>
                    <a:pt x="7407" y="4578"/>
                    <a:pt x="8300" y="3886"/>
                  </a:cubicBezTo>
                  <a:lnTo>
                    <a:pt x="8300" y="3723"/>
                  </a:lnTo>
                  <a:lnTo>
                    <a:pt x="8287" y="3270"/>
                  </a:lnTo>
                  <a:lnTo>
                    <a:pt x="8274" y="2830"/>
                  </a:lnTo>
                  <a:cubicBezTo>
                    <a:pt x="8274" y="2541"/>
                    <a:pt x="8262" y="2277"/>
                    <a:pt x="8262" y="2038"/>
                  </a:cubicBezTo>
                  <a:cubicBezTo>
                    <a:pt x="8249" y="1811"/>
                    <a:pt x="8262" y="1623"/>
                    <a:pt x="8249" y="1484"/>
                  </a:cubicBezTo>
                  <a:cubicBezTo>
                    <a:pt x="8237" y="1346"/>
                    <a:pt x="8249" y="1271"/>
                    <a:pt x="8249" y="1271"/>
                  </a:cubicBezTo>
                  <a:cubicBezTo>
                    <a:pt x="8249" y="1271"/>
                    <a:pt x="8274" y="1346"/>
                    <a:pt x="8325" y="1472"/>
                  </a:cubicBezTo>
                  <a:cubicBezTo>
                    <a:pt x="8337" y="1547"/>
                    <a:pt x="8350" y="1635"/>
                    <a:pt x="8362" y="1711"/>
                  </a:cubicBezTo>
                  <a:cubicBezTo>
                    <a:pt x="8388" y="1811"/>
                    <a:pt x="8413" y="1912"/>
                    <a:pt x="8438" y="2025"/>
                  </a:cubicBezTo>
                  <a:cubicBezTo>
                    <a:pt x="8463" y="2151"/>
                    <a:pt x="8488" y="2264"/>
                    <a:pt x="8513" y="2402"/>
                  </a:cubicBezTo>
                  <a:cubicBezTo>
                    <a:pt x="8526" y="2528"/>
                    <a:pt x="8551" y="2666"/>
                    <a:pt x="8576" y="2817"/>
                  </a:cubicBezTo>
                  <a:cubicBezTo>
                    <a:pt x="8601" y="3056"/>
                    <a:pt x="8626" y="3320"/>
                    <a:pt x="8639" y="3584"/>
                  </a:cubicBezTo>
                  <a:lnTo>
                    <a:pt x="8727" y="3496"/>
                  </a:lnTo>
                  <a:cubicBezTo>
                    <a:pt x="8727" y="3371"/>
                    <a:pt x="8727" y="3245"/>
                    <a:pt x="8714" y="3119"/>
                  </a:cubicBezTo>
                  <a:lnTo>
                    <a:pt x="8702" y="2516"/>
                  </a:lnTo>
                  <a:lnTo>
                    <a:pt x="8677" y="1459"/>
                  </a:lnTo>
                  <a:cubicBezTo>
                    <a:pt x="8677" y="1296"/>
                    <a:pt x="8677" y="1157"/>
                    <a:pt x="8664" y="1032"/>
                  </a:cubicBezTo>
                  <a:cubicBezTo>
                    <a:pt x="8652" y="906"/>
                    <a:pt x="8664" y="793"/>
                    <a:pt x="8652" y="692"/>
                  </a:cubicBezTo>
                  <a:cubicBezTo>
                    <a:pt x="8652" y="516"/>
                    <a:pt x="8652" y="403"/>
                    <a:pt x="8652" y="403"/>
                  </a:cubicBezTo>
                  <a:cubicBezTo>
                    <a:pt x="8652" y="403"/>
                    <a:pt x="8702" y="504"/>
                    <a:pt x="8752" y="680"/>
                  </a:cubicBezTo>
                  <a:cubicBezTo>
                    <a:pt x="8790" y="780"/>
                    <a:pt x="8828" y="881"/>
                    <a:pt x="8853" y="994"/>
                  </a:cubicBezTo>
                  <a:cubicBezTo>
                    <a:pt x="8891" y="1107"/>
                    <a:pt x="8928" y="1258"/>
                    <a:pt x="8953" y="1409"/>
                  </a:cubicBezTo>
                  <a:cubicBezTo>
                    <a:pt x="8991" y="1560"/>
                    <a:pt x="9029" y="1736"/>
                    <a:pt x="9054" y="1912"/>
                  </a:cubicBezTo>
                  <a:cubicBezTo>
                    <a:pt x="9079" y="2088"/>
                    <a:pt x="9117" y="2277"/>
                    <a:pt x="9129" y="2478"/>
                  </a:cubicBezTo>
                  <a:cubicBezTo>
                    <a:pt x="9155" y="2629"/>
                    <a:pt x="9167" y="2792"/>
                    <a:pt x="9180" y="2968"/>
                  </a:cubicBezTo>
                  <a:cubicBezTo>
                    <a:pt x="9306" y="2792"/>
                    <a:pt x="9394" y="2616"/>
                    <a:pt x="9469" y="2440"/>
                  </a:cubicBezTo>
                  <a:cubicBezTo>
                    <a:pt x="9419" y="1635"/>
                    <a:pt x="9129" y="554"/>
                    <a:pt x="89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4" name="Google Shape;10054;p59"/>
            <p:cNvSpPr/>
            <p:nvPr/>
          </p:nvSpPr>
          <p:spPr>
            <a:xfrm>
              <a:off x="7807490" y="4178832"/>
              <a:ext cx="502434" cy="401313"/>
            </a:xfrm>
            <a:custGeom>
              <a:avLst/>
              <a:gdLst/>
              <a:ahLst/>
              <a:cxnLst/>
              <a:rect l="l" t="t" r="r" b="b"/>
              <a:pathLst>
                <a:path w="10300" h="8227" extrusionOk="0">
                  <a:moveTo>
                    <a:pt x="2314" y="6527"/>
                  </a:moveTo>
                  <a:lnTo>
                    <a:pt x="2981" y="6540"/>
                  </a:lnTo>
                  <a:lnTo>
                    <a:pt x="3647" y="6565"/>
                  </a:lnTo>
                  <a:lnTo>
                    <a:pt x="4414" y="6590"/>
                  </a:lnTo>
                  <a:lnTo>
                    <a:pt x="4804" y="6615"/>
                  </a:lnTo>
                  <a:cubicBezTo>
                    <a:pt x="4930" y="6615"/>
                    <a:pt x="5056" y="6628"/>
                    <a:pt x="5182" y="6640"/>
                  </a:cubicBezTo>
                  <a:cubicBezTo>
                    <a:pt x="5420" y="6653"/>
                    <a:pt x="5647" y="6678"/>
                    <a:pt x="5848" y="6691"/>
                  </a:cubicBezTo>
                  <a:cubicBezTo>
                    <a:pt x="6238" y="6728"/>
                    <a:pt x="6502" y="6779"/>
                    <a:pt x="6502" y="6779"/>
                  </a:cubicBezTo>
                  <a:cubicBezTo>
                    <a:pt x="6502" y="6779"/>
                    <a:pt x="6426" y="6791"/>
                    <a:pt x="6313" y="6804"/>
                  </a:cubicBezTo>
                  <a:cubicBezTo>
                    <a:pt x="6200" y="6829"/>
                    <a:pt x="6037" y="6842"/>
                    <a:pt x="5848" y="6854"/>
                  </a:cubicBezTo>
                  <a:cubicBezTo>
                    <a:pt x="5647" y="6867"/>
                    <a:pt x="5420" y="6879"/>
                    <a:pt x="5169" y="6879"/>
                  </a:cubicBezTo>
                  <a:lnTo>
                    <a:pt x="4792" y="6879"/>
                  </a:lnTo>
                  <a:lnTo>
                    <a:pt x="4402" y="6867"/>
                  </a:lnTo>
                  <a:lnTo>
                    <a:pt x="4012" y="6842"/>
                  </a:lnTo>
                  <a:cubicBezTo>
                    <a:pt x="3886" y="6842"/>
                    <a:pt x="3761" y="6816"/>
                    <a:pt x="3635" y="6804"/>
                  </a:cubicBezTo>
                  <a:cubicBezTo>
                    <a:pt x="3509" y="6791"/>
                    <a:pt x="3396" y="6766"/>
                    <a:pt x="3283" y="6754"/>
                  </a:cubicBezTo>
                  <a:cubicBezTo>
                    <a:pt x="3170" y="6741"/>
                    <a:pt x="3069" y="6716"/>
                    <a:pt x="2968" y="6703"/>
                  </a:cubicBezTo>
                  <a:cubicBezTo>
                    <a:pt x="2767" y="6665"/>
                    <a:pt x="2616" y="6615"/>
                    <a:pt x="2491" y="6577"/>
                  </a:cubicBezTo>
                  <a:cubicBezTo>
                    <a:pt x="2377" y="6552"/>
                    <a:pt x="2314" y="6527"/>
                    <a:pt x="2314" y="6527"/>
                  </a:cubicBezTo>
                  <a:close/>
                  <a:moveTo>
                    <a:pt x="466" y="7143"/>
                  </a:moveTo>
                  <a:lnTo>
                    <a:pt x="541" y="7168"/>
                  </a:lnTo>
                  <a:cubicBezTo>
                    <a:pt x="604" y="7194"/>
                    <a:pt x="680" y="7219"/>
                    <a:pt x="793" y="7244"/>
                  </a:cubicBezTo>
                  <a:cubicBezTo>
                    <a:pt x="894" y="7282"/>
                    <a:pt x="1019" y="7307"/>
                    <a:pt x="1170" y="7332"/>
                  </a:cubicBezTo>
                  <a:cubicBezTo>
                    <a:pt x="1321" y="7370"/>
                    <a:pt x="1485" y="7395"/>
                    <a:pt x="1673" y="7433"/>
                  </a:cubicBezTo>
                  <a:cubicBezTo>
                    <a:pt x="1862" y="7470"/>
                    <a:pt x="2050" y="7495"/>
                    <a:pt x="2264" y="7521"/>
                  </a:cubicBezTo>
                  <a:cubicBezTo>
                    <a:pt x="2478" y="7546"/>
                    <a:pt x="2704" y="7571"/>
                    <a:pt x="2931" y="7596"/>
                  </a:cubicBezTo>
                  <a:cubicBezTo>
                    <a:pt x="3157" y="7621"/>
                    <a:pt x="3396" y="7634"/>
                    <a:pt x="3647" y="7659"/>
                  </a:cubicBezTo>
                  <a:cubicBezTo>
                    <a:pt x="3886" y="7684"/>
                    <a:pt x="4138" y="7684"/>
                    <a:pt x="4377" y="7709"/>
                  </a:cubicBezTo>
                  <a:cubicBezTo>
                    <a:pt x="4628" y="7722"/>
                    <a:pt x="4880" y="7734"/>
                    <a:pt x="5119" y="7747"/>
                  </a:cubicBezTo>
                  <a:lnTo>
                    <a:pt x="5835" y="7772"/>
                  </a:lnTo>
                  <a:lnTo>
                    <a:pt x="7105" y="7822"/>
                  </a:lnTo>
                  <a:lnTo>
                    <a:pt x="8011" y="7860"/>
                  </a:lnTo>
                  <a:cubicBezTo>
                    <a:pt x="8225" y="7873"/>
                    <a:pt x="8350" y="7873"/>
                    <a:pt x="8350" y="7873"/>
                  </a:cubicBezTo>
                  <a:cubicBezTo>
                    <a:pt x="8350" y="7873"/>
                    <a:pt x="8225" y="7885"/>
                    <a:pt x="8011" y="7910"/>
                  </a:cubicBezTo>
                  <a:lnTo>
                    <a:pt x="7621" y="7936"/>
                  </a:lnTo>
                  <a:cubicBezTo>
                    <a:pt x="7458" y="7948"/>
                    <a:pt x="7307" y="7973"/>
                    <a:pt x="7105" y="7973"/>
                  </a:cubicBezTo>
                  <a:cubicBezTo>
                    <a:pt x="6917" y="7986"/>
                    <a:pt x="6716" y="7998"/>
                    <a:pt x="6502" y="7998"/>
                  </a:cubicBezTo>
                  <a:cubicBezTo>
                    <a:pt x="6288" y="8011"/>
                    <a:pt x="6062" y="8011"/>
                    <a:pt x="5835" y="8011"/>
                  </a:cubicBezTo>
                  <a:lnTo>
                    <a:pt x="5106" y="8011"/>
                  </a:lnTo>
                  <a:cubicBezTo>
                    <a:pt x="4867" y="8011"/>
                    <a:pt x="4616" y="7998"/>
                    <a:pt x="4364" y="7986"/>
                  </a:cubicBezTo>
                  <a:cubicBezTo>
                    <a:pt x="4113" y="7961"/>
                    <a:pt x="3874" y="7948"/>
                    <a:pt x="3622" y="7923"/>
                  </a:cubicBezTo>
                  <a:cubicBezTo>
                    <a:pt x="3383" y="7898"/>
                    <a:pt x="3144" y="7873"/>
                    <a:pt x="2905" y="7835"/>
                  </a:cubicBezTo>
                  <a:cubicBezTo>
                    <a:pt x="2679" y="7797"/>
                    <a:pt x="2453" y="7759"/>
                    <a:pt x="2239" y="7722"/>
                  </a:cubicBezTo>
                  <a:cubicBezTo>
                    <a:pt x="2025" y="7684"/>
                    <a:pt x="1824" y="7634"/>
                    <a:pt x="1648" y="7583"/>
                  </a:cubicBezTo>
                  <a:cubicBezTo>
                    <a:pt x="1459" y="7546"/>
                    <a:pt x="1296" y="7495"/>
                    <a:pt x="1158" y="7433"/>
                  </a:cubicBezTo>
                  <a:cubicBezTo>
                    <a:pt x="1007" y="7382"/>
                    <a:pt x="881" y="7345"/>
                    <a:pt x="780" y="7294"/>
                  </a:cubicBezTo>
                  <a:cubicBezTo>
                    <a:pt x="692" y="7269"/>
                    <a:pt x="617" y="7231"/>
                    <a:pt x="541" y="7181"/>
                  </a:cubicBezTo>
                  <a:lnTo>
                    <a:pt x="466" y="7143"/>
                  </a:lnTo>
                  <a:close/>
                  <a:moveTo>
                    <a:pt x="4515" y="1"/>
                  </a:moveTo>
                  <a:lnTo>
                    <a:pt x="4515" y="1045"/>
                  </a:lnTo>
                  <a:lnTo>
                    <a:pt x="4289" y="1145"/>
                  </a:lnTo>
                  <a:cubicBezTo>
                    <a:pt x="3723" y="1409"/>
                    <a:pt x="3170" y="1711"/>
                    <a:pt x="2641" y="2038"/>
                  </a:cubicBezTo>
                  <a:cubicBezTo>
                    <a:pt x="1195" y="2918"/>
                    <a:pt x="1145" y="3346"/>
                    <a:pt x="1145" y="3346"/>
                  </a:cubicBezTo>
                  <a:lnTo>
                    <a:pt x="1145" y="5861"/>
                  </a:lnTo>
                  <a:lnTo>
                    <a:pt x="982" y="5986"/>
                  </a:lnTo>
                  <a:cubicBezTo>
                    <a:pt x="567" y="6288"/>
                    <a:pt x="1" y="6867"/>
                    <a:pt x="1" y="7181"/>
                  </a:cubicBezTo>
                  <a:cubicBezTo>
                    <a:pt x="1" y="7458"/>
                    <a:pt x="479" y="7659"/>
                    <a:pt x="881" y="7772"/>
                  </a:cubicBezTo>
                  <a:cubicBezTo>
                    <a:pt x="1900" y="8074"/>
                    <a:pt x="3723" y="8225"/>
                    <a:pt x="6301" y="8225"/>
                  </a:cubicBezTo>
                  <a:cubicBezTo>
                    <a:pt x="6413" y="8226"/>
                    <a:pt x="6524" y="8226"/>
                    <a:pt x="6636" y="8226"/>
                  </a:cubicBezTo>
                  <a:cubicBezTo>
                    <a:pt x="7857" y="8226"/>
                    <a:pt x="9078" y="8164"/>
                    <a:pt x="10299" y="8049"/>
                  </a:cubicBezTo>
                  <a:cubicBezTo>
                    <a:pt x="10299" y="7571"/>
                    <a:pt x="9847" y="6867"/>
                    <a:pt x="9507" y="6439"/>
                  </a:cubicBezTo>
                  <a:lnTo>
                    <a:pt x="9205" y="6464"/>
                  </a:lnTo>
                  <a:lnTo>
                    <a:pt x="8501" y="6464"/>
                  </a:lnTo>
                  <a:cubicBezTo>
                    <a:pt x="8250" y="6464"/>
                    <a:pt x="7998" y="6464"/>
                    <a:pt x="7722" y="6452"/>
                  </a:cubicBezTo>
                  <a:cubicBezTo>
                    <a:pt x="7168" y="6439"/>
                    <a:pt x="6590" y="6414"/>
                    <a:pt x="6011" y="6389"/>
                  </a:cubicBezTo>
                  <a:cubicBezTo>
                    <a:pt x="5433" y="6351"/>
                    <a:pt x="4855" y="6301"/>
                    <a:pt x="4314" y="6251"/>
                  </a:cubicBezTo>
                  <a:cubicBezTo>
                    <a:pt x="4050" y="6213"/>
                    <a:pt x="3786" y="6188"/>
                    <a:pt x="3534" y="6162"/>
                  </a:cubicBezTo>
                  <a:cubicBezTo>
                    <a:pt x="3283" y="6125"/>
                    <a:pt x="3056" y="6100"/>
                    <a:pt x="2830" y="6074"/>
                  </a:cubicBezTo>
                  <a:cubicBezTo>
                    <a:pt x="2403" y="6012"/>
                    <a:pt x="2050" y="5961"/>
                    <a:pt x="1799" y="5911"/>
                  </a:cubicBezTo>
                  <a:lnTo>
                    <a:pt x="1409" y="5848"/>
                  </a:lnTo>
                  <a:lnTo>
                    <a:pt x="1409" y="5848"/>
                  </a:lnTo>
                  <a:lnTo>
                    <a:pt x="1799" y="5873"/>
                  </a:lnTo>
                  <a:cubicBezTo>
                    <a:pt x="2050" y="5873"/>
                    <a:pt x="2415" y="5886"/>
                    <a:pt x="2843" y="5898"/>
                  </a:cubicBezTo>
                  <a:lnTo>
                    <a:pt x="3547" y="5898"/>
                  </a:lnTo>
                  <a:cubicBezTo>
                    <a:pt x="3786" y="5898"/>
                    <a:pt x="4050" y="5898"/>
                    <a:pt x="4326" y="5886"/>
                  </a:cubicBezTo>
                  <a:cubicBezTo>
                    <a:pt x="4855" y="5873"/>
                    <a:pt x="5433" y="5848"/>
                    <a:pt x="6011" y="5810"/>
                  </a:cubicBezTo>
                  <a:cubicBezTo>
                    <a:pt x="6577" y="5785"/>
                    <a:pt x="7156" y="5735"/>
                    <a:pt x="7684" y="5685"/>
                  </a:cubicBezTo>
                  <a:cubicBezTo>
                    <a:pt x="7961" y="5647"/>
                    <a:pt x="8212" y="5622"/>
                    <a:pt x="8464" y="5597"/>
                  </a:cubicBezTo>
                  <a:cubicBezTo>
                    <a:pt x="8702" y="5559"/>
                    <a:pt x="8929" y="5534"/>
                    <a:pt x="9143" y="5509"/>
                  </a:cubicBezTo>
                  <a:lnTo>
                    <a:pt x="9180" y="5509"/>
                  </a:lnTo>
                  <a:cubicBezTo>
                    <a:pt x="9180" y="4968"/>
                    <a:pt x="9205" y="4176"/>
                    <a:pt x="9231" y="3660"/>
                  </a:cubicBezTo>
                  <a:lnTo>
                    <a:pt x="9029" y="3660"/>
                  </a:lnTo>
                  <a:cubicBezTo>
                    <a:pt x="8828" y="3660"/>
                    <a:pt x="8602" y="3673"/>
                    <a:pt x="8363" y="3673"/>
                  </a:cubicBezTo>
                  <a:lnTo>
                    <a:pt x="7621" y="3673"/>
                  </a:lnTo>
                  <a:cubicBezTo>
                    <a:pt x="7105" y="3673"/>
                    <a:pt x="6552" y="3648"/>
                    <a:pt x="6011" y="3622"/>
                  </a:cubicBezTo>
                  <a:cubicBezTo>
                    <a:pt x="5458" y="3597"/>
                    <a:pt x="4905" y="3560"/>
                    <a:pt x="4389" y="3522"/>
                  </a:cubicBezTo>
                  <a:cubicBezTo>
                    <a:pt x="4138" y="3497"/>
                    <a:pt x="3886" y="3471"/>
                    <a:pt x="3660" y="3446"/>
                  </a:cubicBezTo>
                  <a:cubicBezTo>
                    <a:pt x="3421" y="3421"/>
                    <a:pt x="3195" y="3396"/>
                    <a:pt x="2994" y="3371"/>
                  </a:cubicBezTo>
                  <a:cubicBezTo>
                    <a:pt x="2591" y="3321"/>
                    <a:pt x="2252" y="3270"/>
                    <a:pt x="2013" y="3233"/>
                  </a:cubicBezTo>
                  <a:lnTo>
                    <a:pt x="1635" y="3182"/>
                  </a:lnTo>
                  <a:lnTo>
                    <a:pt x="2013" y="3195"/>
                  </a:lnTo>
                  <a:cubicBezTo>
                    <a:pt x="2252" y="3207"/>
                    <a:pt x="2591" y="3233"/>
                    <a:pt x="3006" y="3233"/>
                  </a:cubicBezTo>
                  <a:cubicBezTo>
                    <a:pt x="3207" y="3233"/>
                    <a:pt x="3434" y="3245"/>
                    <a:pt x="3660" y="3245"/>
                  </a:cubicBezTo>
                  <a:cubicBezTo>
                    <a:pt x="3740" y="3249"/>
                    <a:pt x="3821" y="3251"/>
                    <a:pt x="3903" y="3251"/>
                  </a:cubicBezTo>
                  <a:cubicBezTo>
                    <a:pt x="4067" y="3251"/>
                    <a:pt x="4234" y="3245"/>
                    <a:pt x="4402" y="3245"/>
                  </a:cubicBezTo>
                  <a:cubicBezTo>
                    <a:pt x="4917" y="3245"/>
                    <a:pt x="5458" y="3233"/>
                    <a:pt x="5999" y="3207"/>
                  </a:cubicBezTo>
                  <a:cubicBezTo>
                    <a:pt x="6552" y="3182"/>
                    <a:pt x="7093" y="3145"/>
                    <a:pt x="7608" y="3094"/>
                  </a:cubicBezTo>
                  <a:cubicBezTo>
                    <a:pt x="7860" y="3069"/>
                    <a:pt x="8099" y="3044"/>
                    <a:pt x="8338" y="3019"/>
                  </a:cubicBezTo>
                  <a:cubicBezTo>
                    <a:pt x="8577" y="2994"/>
                    <a:pt x="8791" y="2969"/>
                    <a:pt x="8992" y="2943"/>
                  </a:cubicBezTo>
                  <a:lnTo>
                    <a:pt x="9105" y="2931"/>
                  </a:lnTo>
                  <a:cubicBezTo>
                    <a:pt x="8816" y="2428"/>
                    <a:pt x="8111" y="1724"/>
                    <a:pt x="7709" y="1359"/>
                  </a:cubicBezTo>
                  <a:lnTo>
                    <a:pt x="7608" y="1359"/>
                  </a:lnTo>
                  <a:cubicBezTo>
                    <a:pt x="7282" y="1359"/>
                    <a:pt x="6854" y="1346"/>
                    <a:pt x="6426" y="1309"/>
                  </a:cubicBezTo>
                  <a:cubicBezTo>
                    <a:pt x="5999" y="1271"/>
                    <a:pt x="5584" y="1208"/>
                    <a:pt x="5270" y="1158"/>
                  </a:cubicBezTo>
                  <a:cubicBezTo>
                    <a:pt x="5106" y="1133"/>
                    <a:pt x="4980" y="1095"/>
                    <a:pt x="4892" y="1082"/>
                  </a:cubicBezTo>
                  <a:lnTo>
                    <a:pt x="4741" y="1045"/>
                  </a:lnTo>
                  <a:lnTo>
                    <a:pt x="4892" y="1045"/>
                  </a:lnTo>
                  <a:cubicBezTo>
                    <a:pt x="4980" y="1045"/>
                    <a:pt x="5119" y="1057"/>
                    <a:pt x="5270" y="1057"/>
                  </a:cubicBezTo>
                  <a:cubicBezTo>
                    <a:pt x="5584" y="1057"/>
                    <a:pt x="6011" y="1057"/>
                    <a:pt x="6426" y="1019"/>
                  </a:cubicBezTo>
                  <a:cubicBezTo>
                    <a:pt x="6779" y="994"/>
                    <a:pt x="7143" y="944"/>
                    <a:pt x="7420" y="894"/>
                  </a:cubicBezTo>
                  <a:lnTo>
                    <a:pt x="7420" y="454"/>
                  </a:lnTo>
                  <a:cubicBezTo>
                    <a:pt x="6452" y="366"/>
                    <a:pt x="5471" y="215"/>
                    <a:pt x="4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5" name="Google Shape;10055;p59"/>
            <p:cNvSpPr/>
            <p:nvPr/>
          </p:nvSpPr>
          <p:spPr>
            <a:xfrm>
              <a:off x="7942462" y="3133623"/>
              <a:ext cx="272388" cy="287753"/>
            </a:xfrm>
            <a:custGeom>
              <a:avLst/>
              <a:gdLst/>
              <a:ahLst/>
              <a:cxnLst/>
              <a:rect l="l" t="t" r="r" b="b"/>
              <a:pathLst>
                <a:path w="5584" h="5899" extrusionOk="0">
                  <a:moveTo>
                    <a:pt x="3144" y="2239"/>
                  </a:moveTo>
                  <a:cubicBezTo>
                    <a:pt x="3270" y="2239"/>
                    <a:pt x="3408" y="2239"/>
                    <a:pt x="3534" y="2251"/>
                  </a:cubicBezTo>
                  <a:cubicBezTo>
                    <a:pt x="3785" y="2264"/>
                    <a:pt x="4012" y="2276"/>
                    <a:pt x="4213" y="2289"/>
                  </a:cubicBezTo>
                  <a:cubicBezTo>
                    <a:pt x="4615" y="2327"/>
                    <a:pt x="4879" y="2377"/>
                    <a:pt x="4879" y="2377"/>
                  </a:cubicBezTo>
                  <a:cubicBezTo>
                    <a:pt x="4879" y="2377"/>
                    <a:pt x="4615" y="2415"/>
                    <a:pt x="4213" y="2453"/>
                  </a:cubicBezTo>
                  <a:cubicBezTo>
                    <a:pt x="4012" y="2465"/>
                    <a:pt x="3785" y="2490"/>
                    <a:pt x="3534" y="2490"/>
                  </a:cubicBezTo>
                  <a:cubicBezTo>
                    <a:pt x="3408" y="2490"/>
                    <a:pt x="3270" y="2503"/>
                    <a:pt x="3144" y="2503"/>
                  </a:cubicBezTo>
                  <a:lnTo>
                    <a:pt x="2339" y="2503"/>
                  </a:lnTo>
                  <a:cubicBezTo>
                    <a:pt x="2213" y="2503"/>
                    <a:pt x="2088" y="2503"/>
                    <a:pt x="1962" y="2490"/>
                  </a:cubicBezTo>
                  <a:cubicBezTo>
                    <a:pt x="1710" y="2478"/>
                    <a:pt x="1471" y="2465"/>
                    <a:pt x="1270" y="2453"/>
                  </a:cubicBezTo>
                  <a:cubicBezTo>
                    <a:pt x="868" y="2415"/>
                    <a:pt x="604" y="2377"/>
                    <a:pt x="604" y="2377"/>
                  </a:cubicBezTo>
                  <a:cubicBezTo>
                    <a:pt x="604" y="2377"/>
                    <a:pt x="868" y="2327"/>
                    <a:pt x="1270" y="2289"/>
                  </a:cubicBezTo>
                  <a:cubicBezTo>
                    <a:pt x="1471" y="2276"/>
                    <a:pt x="1710" y="2264"/>
                    <a:pt x="1962" y="2251"/>
                  </a:cubicBezTo>
                  <a:cubicBezTo>
                    <a:pt x="2088" y="2251"/>
                    <a:pt x="2213" y="2239"/>
                    <a:pt x="2339" y="2239"/>
                  </a:cubicBezTo>
                  <a:close/>
                  <a:moveTo>
                    <a:pt x="3144" y="5043"/>
                  </a:moveTo>
                  <a:cubicBezTo>
                    <a:pt x="3270" y="5043"/>
                    <a:pt x="3408" y="5056"/>
                    <a:pt x="3534" y="5056"/>
                  </a:cubicBezTo>
                  <a:cubicBezTo>
                    <a:pt x="3785" y="5068"/>
                    <a:pt x="4012" y="5081"/>
                    <a:pt x="4213" y="5093"/>
                  </a:cubicBezTo>
                  <a:cubicBezTo>
                    <a:pt x="4615" y="5131"/>
                    <a:pt x="4879" y="5181"/>
                    <a:pt x="4879" y="5181"/>
                  </a:cubicBezTo>
                  <a:cubicBezTo>
                    <a:pt x="4879" y="5181"/>
                    <a:pt x="4615" y="5232"/>
                    <a:pt x="4213" y="5257"/>
                  </a:cubicBezTo>
                  <a:cubicBezTo>
                    <a:pt x="4012" y="5282"/>
                    <a:pt x="3785" y="5294"/>
                    <a:pt x="3534" y="5307"/>
                  </a:cubicBezTo>
                  <a:lnTo>
                    <a:pt x="2339" y="5307"/>
                  </a:lnTo>
                  <a:cubicBezTo>
                    <a:pt x="2213" y="5307"/>
                    <a:pt x="2088" y="5307"/>
                    <a:pt x="1962" y="5294"/>
                  </a:cubicBezTo>
                  <a:cubicBezTo>
                    <a:pt x="1710" y="5294"/>
                    <a:pt x="1471" y="5269"/>
                    <a:pt x="1270" y="5257"/>
                  </a:cubicBezTo>
                  <a:cubicBezTo>
                    <a:pt x="868" y="5219"/>
                    <a:pt x="604" y="5181"/>
                    <a:pt x="604" y="5181"/>
                  </a:cubicBezTo>
                  <a:cubicBezTo>
                    <a:pt x="604" y="5181"/>
                    <a:pt x="868" y="5131"/>
                    <a:pt x="1270" y="5106"/>
                  </a:cubicBezTo>
                  <a:cubicBezTo>
                    <a:pt x="1471" y="5081"/>
                    <a:pt x="1710" y="5068"/>
                    <a:pt x="1962" y="5056"/>
                  </a:cubicBezTo>
                  <a:cubicBezTo>
                    <a:pt x="2088" y="5056"/>
                    <a:pt x="2213" y="5043"/>
                    <a:pt x="2339" y="5043"/>
                  </a:cubicBezTo>
                  <a:close/>
                  <a:moveTo>
                    <a:pt x="931" y="0"/>
                  </a:moveTo>
                  <a:cubicBezTo>
                    <a:pt x="931" y="214"/>
                    <a:pt x="994" y="403"/>
                    <a:pt x="1094" y="591"/>
                  </a:cubicBezTo>
                  <a:lnTo>
                    <a:pt x="1572" y="1182"/>
                  </a:lnTo>
                  <a:lnTo>
                    <a:pt x="855" y="1258"/>
                  </a:lnTo>
                  <a:cubicBezTo>
                    <a:pt x="591" y="1296"/>
                    <a:pt x="327" y="1447"/>
                    <a:pt x="327" y="1522"/>
                  </a:cubicBezTo>
                  <a:lnTo>
                    <a:pt x="327" y="4439"/>
                  </a:lnTo>
                  <a:cubicBezTo>
                    <a:pt x="327" y="4942"/>
                    <a:pt x="214" y="5445"/>
                    <a:pt x="0" y="5898"/>
                  </a:cubicBezTo>
                  <a:lnTo>
                    <a:pt x="5143" y="5898"/>
                  </a:lnTo>
                  <a:lnTo>
                    <a:pt x="5420" y="2151"/>
                  </a:lnTo>
                  <a:lnTo>
                    <a:pt x="5583" y="4263"/>
                  </a:lnTo>
                  <a:lnTo>
                    <a:pt x="5583" y="1811"/>
                  </a:lnTo>
                  <a:lnTo>
                    <a:pt x="491" y="1585"/>
                  </a:lnTo>
                  <a:lnTo>
                    <a:pt x="4728" y="1396"/>
                  </a:lnTo>
                  <a:lnTo>
                    <a:pt x="1660" y="1182"/>
                  </a:lnTo>
                  <a:lnTo>
                    <a:pt x="4892" y="956"/>
                  </a:lnTo>
                  <a:cubicBezTo>
                    <a:pt x="4967" y="843"/>
                    <a:pt x="5030" y="730"/>
                    <a:pt x="5080" y="604"/>
                  </a:cubicBezTo>
                  <a:cubicBezTo>
                    <a:pt x="5118" y="516"/>
                    <a:pt x="5131" y="428"/>
                    <a:pt x="5131" y="353"/>
                  </a:cubicBezTo>
                  <a:cubicBezTo>
                    <a:pt x="3722" y="327"/>
                    <a:pt x="2327" y="214"/>
                    <a:pt x="9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6" name="Google Shape;10056;p59"/>
            <p:cNvSpPr/>
            <p:nvPr/>
          </p:nvSpPr>
          <p:spPr>
            <a:xfrm>
              <a:off x="7917292" y="3455668"/>
              <a:ext cx="341119" cy="144194"/>
            </a:xfrm>
            <a:custGeom>
              <a:avLst/>
              <a:gdLst/>
              <a:ahLst/>
              <a:cxnLst/>
              <a:rect l="l" t="t" r="r" b="b"/>
              <a:pathLst>
                <a:path w="6993" h="2956" extrusionOk="0">
                  <a:moveTo>
                    <a:pt x="1208" y="0"/>
                  </a:moveTo>
                  <a:lnTo>
                    <a:pt x="1208" y="0"/>
                  </a:lnTo>
                  <a:cubicBezTo>
                    <a:pt x="1233" y="528"/>
                    <a:pt x="1208" y="1547"/>
                    <a:pt x="579" y="1874"/>
                  </a:cubicBezTo>
                  <a:cubicBezTo>
                    <a:pt x="277" y="2025"/>
                    <a:pt x="76" y="2628"/>
                    <a:pt x="1" y="2955"/>
                  </a:cubicBezTo>
                  <a:lnTo>
                    <a:pt x="6992" y="2955"/>
                  </a:lnTo>
                  <a:cubicBezTo>
                    <a:pt x="6942" y="2666"/>
                    <a:pt x="6866" y="2389"/>
                    <a:pt x="6753" y="2113"/>
                  </a:cubicBezTo>
                  <a:lnTo>
                    <a:pt x="1019" y="1861"/>
                  </a:lnTo>
                  <a:lnTo>
                    <a:pt x="6464" y="1622"/>
                  </a:lnTo>
                  <a:cubicBezTo>
                    <a:pt x="6326" y="1182"/>
                    <a:pt x="6250" y="717"/>
                    <a:pt x="6250" y="252"/>
                  </a:cubicBezTo>
                  <a:cubicBezTo>
                    <a:pt x="4050" y="214"/>
                    <a:pt x="1849" y="51"/>
                    <a:pt x="120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7" name="Google Shape;10057;p59"/>
            <p:cNvSpPr/>
            <p:nvPr/>
          </p:nvSpPr>
          <p:spPr>
            <a:xfrm>
              <a:off x="7711834" y="2825675"/>
              <a:ext cx="806041" cy="1775251"/>
            </a:xfrm>
            <a:custGeom>
              <a:avLst/>
              <a:gdLst/>
              <a:ahLst/>
              <a:cxnLst/>
              <a:rect l="l" t="t" r="r" b="b"/>
              <a:pathLst>
                <a:path w="16524" h="36393" extrusionOk="0">
                  <a:moveTo>
                    <a:pt x="8274" y="4940"/>
                  </a:moveTo>
                  <a:cubicBezTo>
                    <a:pt x="8466" y="4940"/>
                    <a:pt x="8658" y="5025"/>
                    <a:pt x="8790" y="5194"/>
                  </a:cubicBezTo>
                  <a:lnTo>
                    <a:pt x="8790" y="5207"/>
                  </a:lnTo>
                  <a:lnTo>
                    <a:pt x="7721" y="5345"/>
                  </a:lnTo>
                  <a:lnTo>
                    <a:pt x="8890" y="5345"/>
                  </a:lnTo>
                  <a:lnTo>
                    <a:pt x="9066" y="5358"/>
                  </a:lnTo>
                  <a:cubicBezTo>
                    <a:pt x="9972" y="5421"/>
                    <a:pt x="11041" y="5572"/>
                    <a:pt x="11531" y="5722"/>
                  </a:cubicBezTo>
                  <a:cubicBezTo>
                    <a:pt x="11481" y="5735"/>
                    <a:pt x="11443" y="5748"/>
                    <a:pt x="11405" y="5760"/>
                  </a:cubicBezTo>
                  <a:lnTo>
                    <a:pt x="5156" y="5760"/>
                  </a:lnTo>
                  <a:cubicBezTo>
                    <a:pt x="5118" y="5748"/>
                    <a:pt x="5068" y="5735"/>
                    <a:pt x="5030" y="5722"/>
                  </a:cubicBezTo>
                  <a:cubicBezTo>
                    <a:pt x="5520" y="5572"/>
                    <a:pt x="6589" y="5408"/>
                    <a:pt x="7495" y="5358"/>
                  </a:cubicBezTo>
                  <a:lnTo>
                    <a:pt x="7658" y="5358"/>
                  </a:lnTo>
                  <a:lnTo>
                    <a:pt x="7759" y="5194"/>
                  </a:lnTo>
                  <a:cubicBezTo>
                    <a:pt x="7891" y="5025"/>
                    <a:pt x="8083" y="4940"/>
                    <a:pt x="8274" y="4940"/>
                  </a:cubicBezTo>
                  <a:close/>
                  <a:moveTo>
                    <a:pt x="8274" y="416"/>
                  </a:moveTo>
                  <a:cubicBezTo>
                    <a:pt x="9607" y="416"/>
                    <a:pt x="12223" y="2202"/>
                    <a:pt x="12776" y="2654"/>
                  </a:cubicBezTo>
                  <a:cubicBezTo>
                    <a:pt x="13329" y="3119"/>
                    <a:pt x="13631" y="4113"/>
                    <a:pt x="13631" y="5584"/>
                  </a:cubicBezTo>
                  <a:cubicBezTo>
                    <a:pt x="13631" y="6955"/>
                    <a:pt x="14122" y="8300"/>
                    <a:pt x="15014" y="9357"/>
                  </a:cubicBezTo>
                  <a:lnTo>
                    <a:pt x="15052" y="9394"/>
                  </a:lnTo>
                  <a:cubicBezTo>
                    <a:pt x="15329" y="9746"/>
                    <a:pt x="15681" y="11255"/>
                    <a:pt x="15681" y="11771"/>
                  </a:cubicBezTo>
                  <a:cubicBezTo>
                    <a:pt x="15681" y="12048"/>
                    <a:pt x="15605" y="12186"/>
                    <a:pt x="15115" y="12198"/>
                  </a:cubicBezTo>
                  <a:lnTo>
                    <a:pt x="15102" y="12048"/>
                  </a:lnTo>
                  <a:cubicBezTo>
                    <a:pt x="14863" y="9671"/>
                    <a:pt x="13329" y="8904"/>
                    <a:pt x="11871" y="8640"/>
                  </a:cubicBezTo>
                  <a:lnTo>
                    <a:pt x="11871" y="7835"/>
                  </a:lnTo>
                  <a:cubicBezTo>
                    <a:pt x="11871" y="7282"/>
                    <a:pt x="11003" y="7156"/>
                    <a:pt x="11003" y="7156"/>
                  </a:cubicBezTo>
                  <a:cubicBezTo>
                    <a:pt x="11179" y="6867"/>
                    <a:pt x="11267" y="6527"/>
                    <a:pt x="11255" y="6188"/>
                  </a:cubicBezTo>
                  <a:cubicBezTo>
                    <a:pt x="11255" y="6188"/>
                    <a:pt x="12059" y="6175"/>
                    <a:pt x="12059" y="5647"/>
                  </a:cubicBezTo>
                  <a:cubicBezTo>
                    <a:pt x="12059" y="5131"/>
                    <a:pt x="9079" y="4930"/>
                    <a:pt x="9079" y="4930"/>
                  </a:cubicBezTo>
                  <a:cubicBezTo>
                    <a:pt x="8884" y="4654"/>
                    <a:pt x="8579" y="4515"/>
                    <a:pt x="8274" y="4515"/>
                  </a:cubicBezTo>
                  <a:cubicBezTo>
                    <a:pt x="7969" y="4515"/>
                    <a:pt x="7664" y="4654"/>
                    <a:pt x="7469" y="4930"/>
                  </a:cubicBezTo>
                  <a:cubicBezTo>
                    <a:pt x="7469" y="4930"/>
                    <a:pt x="4489" y="5131"/>
                    <a:pt x="4489" y="5647"/>
                  </a:cubicBezTo>
                  <a:cubicBezTo>
                    <a:pt x="4489" y="6163"/>
                    <a:pt x="5294" y="6188"/>
                    <a:pt x="5294" y="6188"/>
                  </a:cubicBezTo>
                  <a:cubicBezTo>
                    <a:pt x="5281" y="6527"/>
                    <a:pt x="5369" y="6867"/>
                    <a:pt x="5546" y="7156"/>
                  </a:cubicBezTo>
                  <a:cubicBezTo>
                    <a:pt x="5546" y="7156"/>
                    <a:pt x="4690" y="7269"/>
                    <a:pt x="4690" y="7835"/>
                  </a:cubicBezTo>
                  <a:lnTo>
                    <a:pt x="4690" y="8678"/>
                  </a:lnTo>
                  <a:cubicBezTo>
                    <a:pt x="3269" y="8979"/>
                    <a:pt x="1672" y="9797"/>
                    <a:pt x="1446" y="12035"/>
                  </a:cubicBezTo>
                  <a:lnTo>
                    <a:pt x="1434" y="12186"/>
                  </a:lnTo>
                  <a:cubicBezTo>
                    <a:pt x="956" y="12186"/>
                    <a:pt x="868" y="12060"/>
                    <a:pt x="868" y="11771"/>
                  </a:cubicBezTo>
                  <a:cubicBezTo>
                    <a:pt x="868" y="11255"/>
                    <a:pt x="1232" y="9746"/>
                    <a:pt x="1509" y="9394"/>
                  </a:cubicBezTo>
                  <a:lnTo>
                    <a:pt x="1547" y="9357"/>
                  </a:lnTo>
                  <a:cubicBezTo>
                    <a:pt x="2427" y="8300"/>
                    <a:pt x="2930" y="6955"/>
                    <a:pt x="2930" y="5584"/>
                  </a:cubicBezTo>
                  <a:cubicBezTo>
                    <a:pt x="2930" y="4113"/>
                    <a:pt x="3219" y="3132"/>
                    <a:pt x="3785" y="2654"/>
                  </a:cubicBezTo>
                  <a:cubicBezTo>
                    <a:pt x="4351" y="2189"/>
                    <a:pt x="6954" y="416"/>
                    <a:pt x="8274" y="416"/>
                  </a:cubicBezTo>
                  <a:close/>
                  <a:moveTo>
                    <a:pt x="5659" y="6313"/>
                  </a:moveTo>
                  <a:lnTo>
                    <a:pt x="5659" y="6313"/>
                  </a:lnTo>
                  <a:cubicBezTo>
                    <a:pt x="7055" y="6515"/>
                    <a:pt x="8463" y="6640"/>
                    <a:pt x="9871" y="6666"/>
                  </a:cubicBezTo>
                  <a:cubicBezTo>
                    <a:pt x="9871" y="6754"/>
                    <a:pt x="9859" y="6842"/>
                    <a:pt x="9821" y="6917"/>
                  </a:cubicBezTo>
                  <a:cubicBezTo>
                    <a:pt x="9771" y="7043"/>
                    <a:pt x="9708" y="7156"/>
                    <a:pt x="9632" y="7269"/>
                  </a:cubicBezTo>
                  <a:lnTo>
                    <a:pt x="6401" y="7495"/>
                  </a:lnTo>
                  <a:lnTo>
                    <a:pt x="9469" y="7722"/>
                  </a:lnTo>
                  <a:lnTo>
                    <a:pt x="5231" y="7898"/>
                  </a:lnTo>
                  <a:lnTo>
                    <a:pt x="10324" y="8124"/>
                  </a:lnTo>
                  <a:lnTo>
                    <a:pt x="10324" y="10576"/>
                  </a:lnTo>
                  <a:lnTo>
                    <a:pt x="10160" y="8464"/>
                  </a:lnTo>
                  <a:lnTo>
                    <a:pt x="9871" y="12211"/>
                  </a:lnTo>
                  <a:lnTo>
                    <a:pt x="4728" y="12211"/>
                  </a:lnTo>
                  <a:cubicBezTo>
                    <a:pt x="4942" y="11758"/>
                    <a:pt x="5055" y="11255"/>
                    <a:pt x="5055" y="10752"/>
                  </a:cubicBezTo>
                  <a:lnTo>
                    <a:pt x="5055" y="7835"/>
                  </a:lnTo>
                  <a:cubicBezTo>
                    <a:pt x="5055" y="7772"/>
                    <a:pt x="5319" y="7621"/>
                    <a:pt x="5596" y="7571"/>
                  </a:cubicBezTo>
                  <a:lnTo>
                    <a:pt x="6313" y="7495"/>
                  </a:lnTo>
                  <a:lnTo>
                    <a:pt x="5835" y="6892"/>
                  </a:lnTo>
                  <a:cubicBezTo>
                    <a:pt x="5722" y="6716"/>
                    <a:pt x="5671" y="6515"/>
                    <a:pt x="5659" y="6313"/>
                  </a:cubicBezTo>
                  <a:close/>
                  <a:moveTo>
                    <a:pt x="5407" y="12915"/>
                  </a:moveTo>
                  <a:lnTo>
                    <a:pt x="5407" y="12915"/>
                  </a:lnTo>
                  <a:cubicBezTo>
                    <a:pt x="6036" y="12966"/>
                    <a:pt x="8262" y="13129"/>
                    <a:pt x="10450" y="13167"/>
                  </a:cubicBezTo>
                  <a:cubicBezTo>
                    <a:pt x="10450" y="13632"/>
                    <a:pt x="10525" y="14097"/>
                    <a:pt x="10676" y="14537"/>
                  </a:cubicBezTo>
                  <a:lnTo>
                    <a:pt x="5231" y="14776"/>
                  </a:lnTo>
                  <a:lnTo>
                    <a:pt x="10965" y="15028"/>
                  </a:lnTo>
                  <a:cubicBezTo>
                    <a:pt x="11066" y="15304"/>
                    <a:pt x="11154" y="15581"/>
                    <a:pt x="11192" y="15870"/>
                  </a:cubicBezTo>
                  <a:lnTo>
                    <a:pt x="4213" y="15870"/>
                  </a:lnTo>
                  <a:cubicBezTo>
                    <a:pt x="4288" y="15543"/>
                    <a:pt x="4477" y="14940"/>
                    <a:pt x="4778" y="14789"/>
                  </a:cubicBezTo>
                  <a:cubicBezTo>
                    <a:pt x="5407" y="14449"/>
                    <a:pt x="5432" y="13443"/>
                    <a:pt x="5407" y="12915"/>
                  </a:cubicBezTo>
                  <a:close/>
                  <a:moveTo>
                    <a:pt x="12449" y="16424"/>
                  </a:moveTo>
                  <a:cubicBezTo>
                    <a:pt x="12613" y="16977"/>
                    <a:pt x="12902" y="18046"/>
                    <a:pt x="12952" y="18863"/>
                  </a:cubicBezTo>
                  <a:cubicBezTo>
                    <a:pt x="12889" y="19039"/>
                    <a:pt x="12814" y="19215"/>
                    <a:pt x="12713" y="19379"/>
                  </a:cubicBezTo>
                  <a:cubicBezTo>
                    <a:pt x="12701" y="19215"/>
                    <a:pt x="12675" y="19052"/>
                    <a:pt x="12663" y="18888"/>
                  </a:cubicBezTo>
                  <a:cubicBezTo>
                    <a:pt x="12638" y="18687"/>
                    <a:pt x="12613" y="18498"/>
                    <a:pt x="12575" y="18322"/>
                  </a:cubicBezTo>
                  <a:cubicBezTo>
                    <a:pt x="12550" y="18146"/>
                    <a:pt x="12512" y="17983"/>
                    <a:pt x="12487" y="17819"/>
                  </a:cubicBezTo>
                  <a:cubicBezTo>
                    <a:pt x="12449" y="17668"/>
                    <a:pt x="12411" y="17530"/>
                    <a:pt x="12386" y="17404"/>
                  </a:cubicBezTo>
                  <a:cubicBezTo>
                    <a:pt x="12349" y="17291"/>
                    <a:pt x="12323" y="17191"/>
                    <a:pt x="12286" y="17090"/>
                  </a:cubicBezTo>
                  <a:cubicBezTo>
                    <a:pt x="12223" y="16914"/>
                    <a:pt x="12185" y="16813"/>
                    <a:pt x="12185" y="16813"/>
                  </a:cubicBezTo>
                  <a:lnTo>
                    <a:pt x="12185" y="17115"/>
                  </a:lnTo>
                  <a:cubicBezTo>
                    <a:pt x="12185" y="17203"/>
                    <a:pt x="12185" y="17316"/>
                    <a:pt x="12185" y="17442"/>
                  </a:cubicBezTo>
                  <a:cubicBezTo>
                    <a:pt x="12198" y="17568"/>
                    <a:pt x="12185" y="17706"/>
                    <a:pt x="12198" y="17870"/>
                  </a:cubicBezTo>
                  <a:lnTo>
                    <a:pt x="12223" y="18939"/>
                  </a:lnTo>
                  <a:lnTo>
                    <a:pt x="12235" y="19530"/>
                  </a:lnTo>
                  <a:cubicBezTo>
                    <a:pt x="12235" y="19655"/>
                    <a:pt x="12248" y="19781"/>
                    <a:pt x="12260" y="19907"/>
                  </a:cubicBezTo>
                  <a:lnTo>
                    <a:pt x="12160" y="19995"/>
                  </a:lnTo>
                  <a:cubicBezTo>
                    <a:pt x="12147" y="19731"/>
                    <a:pt x="12122" y="19479"/>
                    <a:pt x="12097" y="19228"/>
                  </a:cubicBezTo>
                  <a:cubicBezTo>
                    <a:pt x="12084" y="19077"/>
                    <a:pt x="12059" y="18939"/>
                    <a:pt x="12034" y="18813"/>
                  </a:cubicBezTo>
                  <a:cubicBezTo>
                    <a:pt x="12022" y="18674"/>
                    <a:pt x="11996" y="18561"/>
                    <a:pt x="11959" y="18448"/>
                  </a:cubicBezTo>
                  <a:cubicBezTo>
                    <a:pt x="11934" y="18335"/>
                    <a:pt x="11908" y="18222"/>
                    <a:pt x="11883" y="18134"/>
                  </a:cubicBezTo>
                  <a:cubicBezTo>
                    <a:pt x="11871" y="18046"/>
                    <a:pt x="11846" y="17970"/>
                    <a:pt x="11820" y="17895"/>
                  </a:cubicBezTo>
                  <a:cubicBezTo>
                    <a:pt x="11770" y="17769"/>
                    <a:pt x="11745" y="17694"/>
                    <a:pt x="11745" y="17694"/>
                  </a:cubicBezTo>
                  <a:lnTo>
                    <a:pt x="11745" y="17907"/>
                  </a:lnTo>
                  <a:cubicBezTo>
                    <a:pt x="11745" y="18046"/>
                    <a:pt x="11745" y="18234"/>
                    <a:pt x="11757" y="18473"/>
                  </a:cubicBezTo>
                  <a:cubicBezTo>
                    <a:pt x="11770" y="18700"/>
                    <a:pt x="11770" y="18964"/>
                    <a:pt x="11770" y="19253"/>
                  </a:cubicBezTo>
                  <a:lnTo>
                    <a:pt x="11783" y="19693"/>
                  </a:lnTo>
                  <a:lnTo>
                    <a:pt x="11795" y="20146"/>
                  </a:lnTo>
                  <a:lnTo>
                    <a:pt x="11795" y="20309"/>
                  </a:lnTo>
                  <a:cubicBezTo>
                    <a:pt x="10902" y="21001"/>
                    <a:pt x="9871" y="21504"/>
                    <a:pt x="8777" y="21780"/>
                  </a:cubicBezTo>
                  <a:cubicBezTo>
                    <a:pt x="8513" y="21642"/>
                    <a:pt x="8224" y="21529"/>
                    <a:pt x="7935" y="21453"/>
                  </a:cubicBezTo>
                  <a:cubicBezTo>
                    <a:pt x="7834" y="21428"/>
                    <a:pt x="7721" y="21403"/>
                    <a:pt x="7620" y="21365"/>
                  </a:cubicBezTo>
                  <a:lnTo>
                    <a:pt x="7620" y="21039"/>
                  </a:lnTo>
                  <a:cubicBezTo>
                    <a:pt x="7620" y="20812"/>
                    <a:pt x="7620" y="20573"/>
                    <a:pt x="7620" y="20347"/>
                  </a:cubicBezTo>
                  <a:cubicBezTo>
                    <a:pt x="7633" y="20121"/>
                    <a:pt x="7620" y="19882"/>
                    <a:pt x="7620" y="19655"/>
                  </a:cubicBezTo>
                  <a:lnTo>
                    <a:pt x="7620" y="18989"/>
                  </a:lnTo>
                  <a:cubicBezTo>
                    <a:pt x="7620" y="18775"/>
                    <a:pt x="7620" y="18561"/>
                    <a:pt x="7608" y="18360"/>
                  </a:cubicBezTo>
                  <a:cubicBezTo>
                    <a:pt x="7595" y="18159"/>
                    <a:pt x="7595" y="17983"/>
                    <a:pt x="7595" y="17807"/>
                  </a:cubicBezTo>
                  <a:cubicBezTo>
                    <a:pt x="7570" y="17115"/>
                    <a:pt x="7520" y="16650"/>
                    <a:pt x="7520" y="16650"/>
                  </a:cubicBezTo>
                  <a:cubicBezTo>
                    <a:pt x="7520" y="16650"/>
                    <a:pt x="7457" y="17103"/>
                    <a:pt x="7394" y="17794"/>
                  </a:cubicBezTo>
                  <a:cubicBezTo>
                    <a:pt x="7381" y="17970"/>
                    <a:pt x="7356" y="18159"/>
                    <a:pt x="7356" y="18360"/>
                  </a:cubicBezTo>
                  <a:cubicBezTo>
                    <a:pt x="7344" y="18549"/>
                    <a:pt x="7319" y="18762"/>
                    <a:pt x="7319" y="18989"/>
                  </a:cubicBezTo>
                  <a:cubicBezTo>
                    <a:pt x="7306" y="19203"/>
                    <a:pt x="7293" y="19429"/>
                    <a:pt x="7293" y="19655"/>
                  </a:cubicBezTo>
                  <a:cubicBezTo>
                    <a:pt x="7293" y="19882"/>
                    <a:pt x="7281" y="20108"/>
                    <a:pt x="7281" y="20347"/>
                  </a:cubicBezTo>
                  <a:cubicBezTo>
                    <a:pt x="7268" y="20573"/>
                    <a:pt x="7281" y="20800"/>
                    <a:pt x="7281" y="21039"/>
                  </a:cubicBezTo>
                  <a:lnTo>
                    <a:pt x="7281" y="21265"/>
                  </a:lnTo>
                  <a:lnTo>
                    <a:pt x="7080" y="21202"/>
                  </a:lnTo>
                  <a:cubicBezTo>
                    <a:pt x="7080" y="20913"/>
                    <a:pt x="7080" y="20636"/>
                    <a:pt x="7080" y="20359"/>
                  </a:cubicBezTo>
                  <a:cubicBezTo>
                    <a:pt x="7067" y="19995"/>
                    <a:pt x="7055" y="19655"/>
                    <a:pt x="7042" y="19366"/>
                  </a:cubicBezTo>
                  <a:cubicBezTo>
                    <a:pt x="7029" y="19077"/>
                    <a:pt x="7004" y="18838"/>
                    <a:pt x="6992" y="18674"/>
                  </a:cubicBezTo>
                  <a:cubicBezTo>
                    <a:pt x="6979" y="18498"/>
                    <a:pt x="6966" y="18410"/>
                    <a:pt x="6966" y="18410"/>
                  </a:cubicBezTo>
                  <a:cubicBezTo>
                    <a:pt x="6966" y="18410"/>
                    <a:pt x="6941" y="18498"/>
                    <a:pt x="6916" y="18662"/>
                  </a:cubicBezTo>
                  <a:cubicBezTo>
                    <a:pt x="6891" y="18838"/>
                    <a:pt x="6866" y="19077"/>
                    <a:pt x="6828" y="19366"/>
                  </a:cubicBezTo>
                  <a:cubicBezTo>
                    <a:pt x="6816" y="19504"/>
                    <a:pt x="6803" y="19668"/>
                    <a:pt x="6790" y="19831"/>
                  </a:cubicBezTo>
                  <a:cubicBezTo>
                    <a:pt x="6778" y="20007"/>
                    <a:pt x="6765" y="20171"/>
                    <a:pt x="6753" y="20359"/>
                  </a:cubicBezTo>
                  <a:cubicBezTo>
                    <a:pt x="6740" y="20586"/>
                    <a:pt x="6740" y="20837"/>
                    <a:pt x="6728" y="21089"/>
                  </a:cubicBezTo>
                  <a:cubicBezTo>
                    <a:pt x="6036" y="20837"/>
                    <a:pt x="5357" y="20523"/>
                    <a:pt x="4716" y="20158"/>
                  </a:cubicBezTo>
                  <a:lnTo>
                    <a:pt x="4728" y="19706"/>
                  </a:lnTo>
                  <a:lnTo>
                    <a:pt x="4741" y="19265"/>
                  </a:lnTo>
                  <a:lnTo>
                    <a:pt x="4766" y="18486"/>
                  </a:lnTo>
                  <a:cubicBezTo>
                    <a:pt x="4766" y="18247"/>
                    <a:pt x="4766" y="18058"/>
                    <a:pt x="4778" y="17920"/>
                  </a:cubicBezTo>
                  <a:cubicBezTo>
                    <a:pt x="4791" y="17794"/>
                    <a:pt x="4778" y="17706"/>
                    <a:pt x="4778" y="17706"/>
                  </a:cubicBezTo>
                  <a:cubicBezTo>
                    <a:pt x="4778" y="17706"/>
                    <a:pt x="4741" y="17782"/>
                    <a:pt x="4703" y="17907"/>
                  </a:cubicBezTo>
                  <a:cubicBezTo>
                    <a:pt x="4665" y="17983"/>
                    <a:pt x="4640" y="18058"/>
                    <a:pt x="4628" y="18146"/>
                  </a:cubicBezTo>
                  <a:cubicBezTo>
                    <a:pt x="4602" y="18234"/>
                    <a:pt x="4565" y="18335"/>
                    <a:pt x="4552" y="18461"/>
                  </a:cubicBezTo>
                  <a:cubicBezTo>
                    <a:pt x="4527" y="18574"/>
                    <a:pt x="4502" y="18687"/>
                    <a:pt x="4477" y="18825"/>
                  </a:cubicBezTo>
                  <a:cubicBezTo>
                    <a:pt x="4452" y="18951"/>
                    <a:pt x="4426" y="19089"/>
                    <a:pt x="4414" y="19240"/>
                  </a:cubicBezTo>
                  <a:cubicBezTo>
                    <a:pt x="4389" y="19467"/>
                    <a:pt x="4376" y="19706"/>
                    <a:pt x="4351" y="19945"/>
                  </a:cubicBezTo>
                  <a:lnTo>
                    <a:pt x="4263" y="19882"/>
                  </a:lnTo>
                  <a:lnTo>
                    <a:pt x="4275" y="19542"/>
                  </a:lnTo>
                  <a:cubicBezTo>
                    <a:pt x="4275" y="19341"/>
                    <a:pt x="4288" y="19140"/>
                    <a:pt x="4288" y="18951"/>
                  </a:cubicBezTo>
                  <a:cubicBezTo>
                    <a:pt x="4301" y="18561"/>
                    <a:pt x="4313" y="18197"/>
                    <a:pt x="4313" y="17882"/>
                  </a:cubicBezTo>
                  <a:lnTo>
                    <a:pt x="4326" y="17455"/>
                  </a:lnTo>
                  <a:cubicBezTo>
                    <a:pt x="4326" y="17329"/>
                    <a:pt x="4326" y="17216"/>
                    <a:pt x="4326" y="17128"/>
                  </a:cubicBezTo>
                  <a:lnTo>
                    <a:pt x="4326" y="16826"/>
                  </a:lnTo>
                  <a:cubicBezTo>
                    <a:pt x="4326" y="16826"/>
                    <a:pt x="4288" y="16927"/>
                    <a:pt x="4225" y="17103"/>
                  </a:cubicBezTo>
                  <a:cubicBezTo>
                    <a:pt x="4187" y="17203"/>
                    <a:pt x="4162" y="17304"/>
                    <a:pt x="4137" y="17417"/>
                  </a:cubicBezTo>
                  <a:cubicBezTo>
                    <a:pt x="4099" y="17543"/>
                    <a:pt x="4062" y="17681"/>
                    <a:pt x="4024" y="17832"/>
                  </a:cubicBezTo>
                  <a:cubicBezTo>
                    <a:pt x="3999" y="17983"/>
                    <a:pt x="3961" y="18159"/>
                    <a:pt x="3936" y="18335"/>
                  </a:cubicBezTo>
                  <a:cubicBezTo>
                    <a:pt x="3911" y="18511"/>
                    <a:pt x="3873" y="18700"/>
                    <a:pt x="3848" y="18901"/>
                  </a:cubicBezTo>
                  <a:cubicBezTo>
                    <a:pt x="3835" y="19102"/>
                    <a:pt x="3810" y="19316"/>
                    <a:pt x="3798" y="19530"/>
                  </a:cubicBezTo>
                  <a:cubicBezTo>
                    <a:pt x="3684" y="19442"/>
                    <a:pt x="3584" y="19341"/>
                    <a:pt x="3496" y="19228"/>
                  </a:cubicBezTo>
                  <a:lnTo>
                    <a:pt x="3496" y="19102"/>
                  </a:lnTo>
                  <a:cubicBezTo>
                    <a:pt x="3496" y="18285"/>
                    <a:pt x="3835" y="17040"/>
                    <a:pt x="4011" y="16424"/>
                  </a:cubicBezTo>
                  <a:close/>
                  <a:moveTo>
                    <a:pt x="3132" y="18990"/>
                  </a:moveTo>
                  <a:cubicBezTo>
                    <a:pt x="3144" y="19028"/>
                    <a:pt x="3157" y="19077"/>
                    <a:pt x="3181" y="19115"/>
                  </a:cubicBezTo>
                  <a:cubicBezTo>
                    <a:pt x="3232" y="19228"/>
                    <a:pt x="3295" y="19328"/>
                    <a:pt x="3370" y="19429"/>
                  </a:cubicBezTo>
                  <a:cubicBezTo>
                    <a:pt x="3659" y="19731"/>
                    <a:pt x="3986" y="20007"/>
                    <a:pt x="4351" y="20209"/>
                  </a:cubicBezTo>
                  <a:cubicBezTo>
                    <a:pt x="4841" y="20510"/>
                    <a:pt x="5357" y="20774"/>
                    <a:pt x="5898" y="21001"/>
                  </a:cubicBezTo>
                  <a:cubicBezTo>
                    <a:pt x="6501" y="21252"/>
                    <a:pt x="7117" y="21479"/>
                    <a:pt x="7746" y="21642"/>
                  </a:cubicBezTo>
                  <a:cubicBezTo>
                    <a:pt x="7910" y="21680"/>
                    <a:pt x="8073" y="21730"/>
                    <a:pt x="8237" y="21780"/>
                  </a:cubicBezTo>
                  <a:cubicBezTo>
                    <a:pt x="8325" y="21818"/>
                    <a:pt x="8400" y="21856"/>
                    <a:pt x="8488" y="21894"/>
                  </a:cubicBezTo>
                  <a:lnTo>
                    <a:pt x="8274" y="21944"/>
                  </a:lnTo>
                  <a:lnTo>
                    <a:pt x="8199" y="21919"/>
                  </a:lnTo>
                  <a:cubicBezTo>
                    <a:pt x="8048" y="21831"/>
                    <a:pt x="7884" y="21793"/>
                    <a:pt x="7721" y="21755"/>
                  </a:cubicBezTo>
                  <a:cubicBezTo>
                    <a:pt x="7080" y="21579"/>
                    <a:pt x="6463" y="21353"/>
                    <a:pt x="5860" y="21089"/>
                  </a:cubicBezTo>
                  <a:cubicBezTo>
                    <a:pt x="5319" y="20850"/>
                    <a:pt x="4804" y="20573"/>
                    <a:pt x="4313" y="20259"/>
                  </a:cubicBezTo>
                  <a:cubicBezTo>
                    <a:pt x="3949" y="20033"/>
                    <a:pt x="3634" y="19756"/>
                    <a:pt x="3358" y="19429"/>
                  </a:cubicBezTo>
                  <a:cubicBezTo>
                    <a:pt x="3282" y="19328"/>
                    <a:pt x="3219" y="19228"/>
                    <a:pt x="3169" y="19115"/>
                  </a:cubicBezTo>
                  <a:cubicBezTo>
                    <a:pt x="3156" y="19077"/>
                    <a:pt x="3144" y="19028"/>
                    <a:pt x="3132" y="18990"/>
                  </a:cubicBezTo>
                  <a:close/>
                  <a:moveTo>
                    <a:pt x="7633" y="21956"/>
                  </a:moveTo>
                  <a:lnTo>
                    <a:pt x="7847" y="22007"/>
                  </a:lnTo>
                  <a:lnTo>
                    <a:pt x="7910" y="22032"/>
                  </a:lnTo>
                  <a:cubicBezTo>
                    <a:pt x="7809" y="22057"/>
                    <a:pt x="7721" y="22095"/>
                    <a:pt x="7633" y="22120"/>
                  </a:cubicBezTo>
                  <a:lnTo>
                    <a:pt x="7633" y="21956"/>
                  </a:lnTo>
                  <a:close/>
                  <a:moveTo>
                    <a:pt x="7117" y="21793"/>
                  </a:moveTo>
                  <a:lnTo>
                    <a:pt x="7331" y="21868"/>
                  </a:lnTo>
                  <a:cubicBezTo>
                    <a:pt x="7344" y="21994"/>
                    <a:pt x="7356" y="22107"/>
                    <a:pt x="7356" y="22221"/>
                  </a:cubicBezTo>
                  <a:cubicBezTo>
                    <a:pt x="7268" y="22258"/>
                    <a:pt x="7180" y="22296"/>
                    <a:pt x="7105" y="22334"/>
                  </a:cubicBezTo>
                  <a:cubicBezTo>
                    <a:pt x="7105" y="22158"/>
                    <a:pt x="7105" y="21982"/>
                    <a:pt x="7117" y="21793"/>
                  </a:cubicBezTo>
                  <a:close/>
                  <a:moveTo>
                    <a:pt x="2678" y="15455"/>
                  </a:moveTo>
                  <a:cubicBezTo>
                    <a:pt x="2678" y="15456"/>
                    <a:pt x="2678" y="15996"/>
                    <a:pt x="2628" y="16801"/>
                  </a:cubicBezTo>
                  <a:cubicBezTo>
                    <a:pt x="2616" y="17203"/>
                    <a:pt x="2578" y="17681"/>
                    <a:pt x="2540" y="18184"/>
                  </a:cubicBezTo>
                  <a:cubicBezTo>
                    <a:pt x="2528" y="18436"/>
                    <a:pt x="2502" y="18687"/>
                    <a:pt x="2490" y="18951"/>
                  </a:cubicBezTo>
                  <a:lnTo>
                    <a:pt x="2414" y="19756"/>
                  </a:lnTo>
                  <a:lnTo>
                    <a:pt x="2339" y="20548"/>
                  </a:lnTo>
                  <a:cubicBezTo>
                    <a:pt x="2314" y="20812"/>
                    <a:pt x="2276" y="21076"/>
                    <a:pt x="2251" y="21328"/>
                  </a:cubicBezTo>
                  <a:cubicBezTo>
                    <a:pt x="2201" y="21831"/>
                    <a:pt x="2150" y="22296"/>
                    <a:pt x="2100" y="22698"/>
                  </a:cubicBezTo>
                  <a:cubicBezTo>
                    <a:pt x="1999" y="23503"/>
                    <a:pt x="1911" y="24031"/>
                    <a:pt x="1911" y="24031"/>
                  </a:cubicBezTo>
                  <a:cubicBezTo>
                    <a:pt x="1911" y="24031"/>
                    <a:pt x="1911" y="23491"/>
                    <a:pt x="1962" y="22686"/>
                  </a:cubicBezTo>
                  <a:cubicBezTo>
                    <a:pt x="1987" y="22271"/>
                    <a:pt x="2012" y="21806"/>
                    <a:pt x="2050" y="21303"/>
                  </a:cubicBezTo>
                  <a:cubicBezTo>
                    <a:pt x="2075" y="21051"/>
                    <a:pt x="2087" y="20787"/>
                    <a:pt x="2113" y="20523"/>
                  </a:cubicBezTo>
                  <a:lnTo>
                    <a:pt x="2175" y="19731"/>
                  </a:lnTo>
                  <a:lnTo>
                    <a:pt x="2251" y="18926"/>
                  </a:lnTo>
                  <a:cubicBezTo>
                    <a:pt x="2276" y="18662"/>
                    <a:pt x="2314" y="18410"/>
                    <a:pt x="2339" y="18159"/>
                  </a:cubicBezTo>
                  <a:cubicBezTo>
                    <a:pt x="2389" y="17656"/>
                    <a:pt x="2452" y="17191"/>
                    <a:pt x="2490" y="16788"/>
                  </a:cubicBezTo>
                  <a:cubicBezTo>
                    <a:pt x="2590" y="15984"/>
                    <a:pt x="2678" y="15456"/>
                    <a:pt x="2678" y="15455"/>
                  </a:cubicBezTo>
                  <a:close/>
                  <a:moveTo>
                    <a:pt x="13304" y="18687"/>
                  </a:moveTo>
                  <a:lnTo>
                    <a:pt x="13266" y="18813"/>
                  </a:lnTo>
                  <a:cubicBezTo>
                    <a:pt x="13254" y="18876"/>
                    <a:pt x="13229" y="18926"/>
                    <a:pt x="13204" y="18976"/>
                  </a:cubicBezTo>
                  <a:cubicBezTo>
                    <a:pt x="13178" y="19052"/>
                    <a:pt x="13153" y="19115"/>
                    <a:pt x="13116" y="19177"/>
                  </a:cubicBezTo>
                  <a:cubicBezTo>
                    <a:pt x="13090" y="19265"/>
                    <a:pt x="13053" y="19353"/>
                    <a:pt x="13015" y="19442"/>
                  </a:cubicBezTo>
                  <a:lnTo>
                    <a:pt x="13002" y="19429"/>
                  </a:lnTo>
                  <a:lnTo>
                    <a:pt x="12914" y="19567"/>
                  </a:lnTo>
                  <a:cubicBezTo>
                    <a:pt x="12889" y="19605"/>
                    <a:pt x="12852" y="19655"/>
                    <a:pt x="12826" y="19693"/>
                  </a:cubicBezTo>
                  <a:cubicBezTo>
                    <a:pt x="12789" y="19743"/>
                    <a:pt x="12751" y="19794"/>
                    <a:pt x="12713" y="19831"/>
                  </a:cubicBezTo>
                  <a:lnTo>
                    <a:pt x="12600" y="19970"/>
                  </a:lnTo>
                  <a:cubicBezTo>
                    <a:pt x="12525" y="20070"/>
                    <a:pt x="12424" y="20158"/>
                    <a:pt x="12323" y="20259"/>
                  </a:cubicBezTo>
                  <a:cubicBezTo>
                    <a:pt x="12235" y="20359"/>
                    <a:pt x="12122" y="20447"/>
                    <a:pt x="12009" y="20548"/>
                  </a:cubicBezTo>
                  <a:cubicBezTo>
                    <a:pt x="11908" y="20649"/>
                    <a:pt x="11783" y="20724"/>
                    <a:pt x="11657" y="20825"/>
                  </a:cubicBezTo>
                  <a:cubicBezTo>
                    <a:pt x="11405" y="21013"/>
                    <a:pt x="11129" y="21177"/>
                    <a:pt x="10852" y="21328"/>
                  </a:cubicBezTo>
                  <a:cubicBezTo>
                    <a:pt x="10701" y="21403"/>
                    <a:pt x="10563" y="21491"/>
                    <a:pt x="10399" y="21554"/>
                  </a:cubicBezTo>
                  <a:cubicBezTo>
                    <a:pt x="10249" y="21617"/>
                    <a:pt x="10085" y="21705"/>
                    <a:pt x="9934" y="21755"/>
                  </a:cubicBezTo>
                  <a:cubicBezTo>
                    <a:pt x="9607" y="21881"/>
                    <a:pt x="9293" y="21994"/>
                    <a:pt x="8953" y="22095"/>
                  </a:cubicBezTo>
                  <a:lnTo>
                    <a:pt x="7972" y="22359"/>
                  </a:lnTo>
                  <a:lnTo>
                    <a:pt x="7507" y="22522"/>
                  </a:lnTo>
                  <a:lnTo>
                    <a:pt x="7055" y="22711"/>
                  </a:lnTo>
                  <a:cubicBezTo>
                    <a:pt x="6904" y="22786"/>
                    <a:pt x="6765" y="22849"/>
                    <a:pt x="6627" y="22937"/>
                  </a:cubicBezTo>
                  <a:lnTo>
                    <a:pt x="6426" y="23050"/>
                  </a:lnTo>
                  <a:lnTo>
                    <a:pt x="6325" y="23113"/>
                  </a:lnTo>
                  <a:lnTo>
                    <a:pt x="6237" y="23176"/>
                  </a:lnTo>
                  <a:cubicBezTo>
                    <a:pt x="6111" y="23252"/>
                    <a:pt x="5998" y="23340"/>
                    <a:pt x="5885" y="23440"/>
                  </a:cubicBezTo>
                  <a:cubicBezTo>
                    <a:pt x="5772" y="23528"/>
                    <a:pt x="5671" y="23616"/>
                    <a:pt x="5571" y="23717"/>
                  </a:cubicBezTo>
                  <a:cubicBezTo>
                    <a:pt x="5470" y="23805"/>
                    <a:pt x="5395" y="23906"/>
                    <a:pt x="5307" y="23994"/>
                  </a:cubicBezTo>
                  <a:cubicBezTo>
                    <a:pt x="5219" y="24082"/>
                    <a:pt x="5143" y="24182"/>
                    <a:pt x="5080" y="24270"/>
                  </a:cubicBezTo>
                  <a:cubicBezTo>
                    <a:pt x="4967" y="24434"/>
                    <a:pt x="4866" y="24597"/>
                    <a:pt x="4766" y="24761"/>
                  </a:cubicBezTo>
                  <a:cubicBezTo>
                    <a:pt x="4690" y="24899"/>
                    <a:pt x="4628" y="25025"/>
                    <a:pt x="4590" y="25100"/>
                  </a:cubicBezTo>
                  <a:lnTo>
                    <a:pt x="4527" y="25213"/>
                  </a:lnTo>
                  <a:lnTo>
                    <a:pt x="4577" y="25100"/>
                  </a:lnTo>
                  <a:cubicBezTo>
                    <a:pt x="4615" y="25012"/>
                    <a:pt x="4678" y="24899"/>
                    <a:pt x="4753" y="24748"/>
                  </a:cubicBezTo>
                  <a:cubicBezTo>
                    <a:pt x="4841" y="24572"/>
                    <a:pt x="4942" y="24396"/>
                    <a:pt x="5055" y="24232"/>
                  </a:cubicBezTo>
                  <a:cubicBezTo>
                    <a:pt x="5105" y="24144"/>
                    <a:pt x="5193" y="24044"/>
                    <a:pt x="5256" y="23943"/>
                  </a:cubicBezTo>
                  <a:cubicBezTo>
                    <a:pt x="5332" y="23843"/>
                    <a:pt x="5432" y="23755"/>
                    <a:pt x="5520" y="23654"/>
                  </a:cubicBezTo>
                  <a:cubicBezTo>
                    <a:pt x="5621" y="23553"/>
                    <a:pt x="5734" y="23453"/>
                    <a:pt x="5835" y="23365"/>
                  </a:cubicBezTo>
                  <a:cubicBezTo>
                    <a:pt x="5948" y="23264"/>
                    <a:pt x="6074" y="23176"/>
                    <a:pt x="6187" y="23088"/>
                  </a:cubicBezTo>
                  <a:lnTo>
                    <a:pt x="6287" y="23013"/>
                  </a:lnTo>
                  <a:lnTo>
                    <a:pt x="6388" y="22950"/>
                  </a:lnTo>
                  <a:lnTo>
                    <a:pt x="6589" y="22824"/>
                  </a:lnTo>
                  <a:cubicBezTo>
                    <a:pt x="6728" y="22749"/>
                    <a:pt x="6866" y="22673"/>
                    <a:pt x="7017" y="22598"/>
                  </a:cubicBezTo>
                  <a:lnTo>
                    <a:pt x="7469" y="22397"/>
                  </a:lnTo>
                  <a:lnTo>
                    <a:pt x="7935" y="22233"/>
                  </a:lnTo>
                  <a:cubicBezTo>
                    <a:pt x="8274" y="22133"/>
                    <a:pt x="8601" y="22044"/>
                    <a:pt x="8928" y="21956"/>
                  </a:cubicBezTo>
                  <a:cubicBezTo>
                    <a:pt x="9255" y="21856"/>
                    <a:pt x="9569" y="21755"/>
                    <a:pt x="9896" y="21630"/>
                  </a:cubicBezTo>
                  <a:cubicBezTo>
                    <a:pt x="10047" y="21567"/>
                    <a:pt x="10211" y="21504"/>
                    <a:pt x="10349" y="21428"/>
                  </a:cubicBezTo>
                  <a:cubicBezTo>
                    <a:pt x="10500" y="21365"/>
                    <a:pt x="10651" y="21290"/>
                    <a:pt x="10802" y="21215"/>
                  </a:cubicBezTo>
                  <a:cubicBezTo>
                    <a:pt x="11078" y="21064"/>
                    <a:pt x="11343" y="20900"/>
                    <a:pt x="11607" y="20724"/>
                  </a:cubicBezTo>
                  <a:cubicBezTo>
                    <a:pt x="11732" y="20636"/>
                    <a:pt x="11846" y="20548"/>
                    <a:pt x="11959" y="20460"/>
                  </a:cubicBezTo>
                  <a:cubicBezTo>
                    <a:pt x="12072" y="20385"/>
                    <a:pt x="12172" y="20284"/>
                    <a:pt x="12273" y="20196"/>
                  </a:cubicBezTo>
                  <a:cubicBezTo>
                    <a:pt x="12374" y="20095"/>
                    <a:pt x="12462" y="20020"/>
                    <a:pt x="12550" y="19919"/>
                  </a:cubicBezTo>
                  <a:lnTo>
                    <a:pt x="12675" y="19781"/>
                  </a:lnTo>
                  <a:cubicBezTo>
                    <a:pt x="12713" y="19743"/>
                    <a:pt x="12738" y="19693"/>
                    <a:pt x="12776" y="19655"/>
                  </a:cubicBezTo>
                  <a:cubicBezTo>
                    <a:pt x="12814" y="19605"/>
                    <a:pt x="12852" y="19567"/>
                    <a:pt x="12877" y="19530"/>
                  </a:cubicBezTo>
                  <a:lnTo>
                    <a:pt x="12965" y="19404"/>
                  </a:lnTo>
                  <a:cubicBezTo>
                    <a:pt x="13015" y="19328"/>
                    <a:pt x="13053" y="19253"/>
                    <a:pt x="13103" y="19165"/>
                  </a:cubicBezTo>
                  <a:cubicBezTo>
                    <a:pt x="13141" y="19102"/>
                    <a:pt x="13166" y="19039"/>
                    <a:pt x="13191" y="18976"/>
                  </a:cubicBezTo>
                  <a:cubicBezTo>
                    <a:pt x="13216" y="18926"/>
                    <a:pt x="13241" y="18876"/>
                    <a:pt x="13254" y="18813"/>
                  </a:cubicBezTo>
                  <a:lnTo>
                    <a:pt x="13304" y="18687"/>
                  </a:lnTo>
                  <a:close/>
                  <a:moveTo>
                    <a:pt x="9192" y="22258"/>
                  </a:moveTo>
                  <a:cubicBezTo>
                    <a:pt x="9305" y="22334"/>
                    <a:pt x="9431" y="22422"/>
                    <a:pt x="9544" y="22510"/>
                  </a:cubicBezTo>
                  <a:cubicBezTo>
                    <a:pt x="10010" y="22887"/>
                    <a:pt x="10450" y="23302"/>
                    <a:pt x="10852" y="23767"/>
                  </a:cubicBezTo>
                  <a:cubicBezTo>
                    <a:pt x="11129" y="24094"/>
                    <a:pt x="11405" y="24434"/>
                    <a:pt x="11644" y="24798"/>
                  </a:cubicBezTo>
                  <a:cubicBezTo>
                    <a:pt x="11745" y="24937"/>
                    <a:pt x="11833" y="25088"/>
                    <a:pt x="11908" y="25238"/>
                  </a:cubicBezTo>
                  <a:lnTo>
                    <a:pt x="11896" y="25226"/>
                  </a:lnTo>
                  <a:cubicBezTo>
                    <a:pt x="11808" y="25088"/>
                    <a:pt x="11720" y="24949"/>
                    <a:pt x="11619" y="24811"/>
                  </a:cubicBezTo>
                  <a:cubicBezTo>
                    <a:pt x="11368" y="24471"/>
                    <a:pt x="11091" y="24132"/>
                    <a:pt x="10789" y="23818"/>
                  </a:cubicBezTo>
                  <a:cubicBezTo>
                    <a:pt x="10387" y="23377"/>
                    <a:pt x="9947" y="22975"/>
                    <a:pt x="9469" y="22610"/>
                  </a:cubicBezTo>
                  <a:cubicBezTo>
                    <a:pt x="9331" y="22510"/>
                    <a:pt x="9180" y="22409"/>
                    <a:pt x="9029" y="22296"/>
                  </a:cubicBezTo>
                  <a:lnTo>
                    <a:pt x="9192" y="22258"/>
                  </a:lnTo>
                  <a:close/>
                  <a:moveTo>
                    <a:pt x="3546" y="19995"/>
                  </a:moveTo>
                  <a:cubicBezTo>
                    <a:pt x="3622" y="20058"/>
                    <a:pt x="3710" y="20133"/>
                    <a:pt x="3798" y="20196"/>
                  </a:cubicBezTo>
                  <a:cubicBezTo>
                    <a:pt x="3772" y="20950"/>
                    <a:pt x="3785" y="21692"/>
                    <a:pt x="3848" y="22447"/>
                  </a:cubicBezTo>
                  <a:cubicBezTo>
                    <a:pt x="3873" y="22761"/>
                    <a:pt x="3911" y="23013"/>
                    <a:pt x="3936" y="23201"/>
                  </a:cubicBezTo>
                  <a:cubicBezTo>
                    <a:pt x="3961" y="23390"/>
                    <a:pt x="3986" y="23491"/>
                    <a:pt x="3986" y="23491"/>
                  </a:cubicBezTo>
                  <a:cubicBezTo>
                    <a:pt x="3986" y="23491"/>
                    <a:pt x="3999" y="23390"/>
                    <a:pt x="4024" y="23201"/>
                  </a:cubicBezTo>
                  <a:cubicBezTo>
                    <a:pt x="4049" y="23025"/>
                    <a:pt x="4087" y="22761"/>
                    <a:pt x="4125" y="22447"/>
                  </a:cubicBezTo>
                  <a:cubicBezTo>
                    <a:pt x="4137" y="22283"/>
                    <a:pt x="4162" y="22120"/>
                    <a:pt x="4175" y="21944"/>
                  </a:cubicBezTo>
                  <a:cubicBezTo>
                    <a:pt x="4187" y="21755"/>
                    <a:pt x="4200" y="21567"/>
                    <a:pt x="4213" y="21378"/>
                  </a:cubicBezTo>
                  <a:cubicBezTo>
                    <a:pt x="4225" y="21177"/>
                    <a:pt x="4238" y="20976"/>
                    <a:pt x="4250" y="20774"/>
                  </a:cubicBezTo>
                  <a:lnTo>
                    <a:pt x="4263" y="20523"/>
                  </a:lnTo>
                  <a:lnTo>
                    <a:pt x="4376" y="20586"/>
                  </a:lnTo>
                  <a:lnTo>
                    <a:pt x="4376" y="20598"/>
                  </a:lnTo>
                  <a:lnTo>
                    <a:pt x="4376" y="21039"/>
                  </a:lnTo>
                  <a:cubicBezTo>
                    <a:pt x="4376" y="21328"/>
                    <a:pt x="4389" y="21604"/>
                    <a:pt x="4414" y="21831"/>
                  </a:cubicBezTo>
                  <a:cubicBezTo>
                    <a:pt x="4439" y="22057"/>
                    <a:pt x="4464" y="22258"/>
                    <a:pt x="4477" y="22384"/>
                  </a:cubicBezTo>
                  <a:cubicBezTo>
                    <a:pt x="4502" y="22522"/>
                    <a:pt x="4514" y="22598"/>
                    <a:pt x="4514" y="22598"/>
                  </a:cubicBezTo>
                  <a:cubicBezTo>
                    <a:pt x="4514" y="22598"/>
                    <a:pt x="4527" y="22522"/>
                    <a:pt x="4552" y="22384"/>
                  </a:cubicBezTo>
                  <a:cubicBezTo>
                    <a:pt x="4565" y="22258"/>
                    <a:pt x="4602" y="22057"/>
                    <a:pt x="4615" y="21831"/>
                  </a:cubicBezTo>
                  <a:cubicBezTo>
                    <a:pt x="4628" y="21718"/>
                    <a:pt x="4653" y="21592"/>
                    <a:pt x="4653" y="21466"/>
                  </a:cubicBezTo>
                  <a:cubicBezTo>
                    <a:pt x="4665" y="21328"/>
                    <a:pt x="4678" y="21189"/>
                    <a:pt x="4690" y="21051"/>
                  </a:cubicBezTo>
                  <a:cubicBezTo>
                    <a:pt x="4690" y="20963"/>
                    <a:pt x="4703" y="20862"/>
                    <a:pt x="4716" y="20774"/>
                  </a:cubicBezTo>
                  <a:cubicBezTo>
                    <a:pt x="5369" y="21127"/>
                    <a:pt x="6049" y="21428"/>
                    <a:pt x="6753" y="21680"/>
                  </a:cubicBezTo>
                  <a:lnTo>
                    <a:pt x="6753" y="22044"/>
                  </a:lnTo>
                  <a:cubicBezTo>
                    <a:pt x="6753" y="22195"/>
                    <a:pt x="6753" y="22346"/>
                    <a:pt x="6765" y="22485"/>
                  </a:cubicBezTo>
                  <a:cubicBezTo>
                    <a:pt x="5822" y="22950"/>
                    <a:pt x="5043" y="23704"/>
                    <a:pt x="4552" y="24635"/>
                  </a:cubicBezTo>
                  <a:lnTo>
                    <a:pt x="4540" y="24622"/>
                  </a:lnTo>
                  <a:lnTo>
                    <a:pt x="4414" y="24509"/>
                  </a:lnTo>
                  <a:lnTo>
                    <a:pt x="4313" y="24409"/>
                  </a:lnTo>
                  <a:cubicBezTo>
                    <a:pt x="4250" y="24346"/>
                    <a:pt x="4200" y="24270"/>
                    <a:pt x="4150" y="24207"/>
                  </a:cubicBezTo>
                  <a:cubicBezTo>
                    <a:pt x="4062" y="24107"/>
                    <a:pt x="3986" y="24006"/>
                    <a:pt x="3911" y="23893"/>
                  </a:cubicBezTo>
                  <a:cubicBezTo>
                    <a:pt x="3873" y="23818"/>
                    <a:pt x="3835" y="23767"/>
                    <a:pt x="3835" y="23767"/>
                  </a:cubicBezTo>
                  <a:lnTo>
                    <a:pt x="3835" y="23767"/>
                  </a:lnTo>
                  <a:cubicBezTo>
                    <a:pt x="3835" y="23830"/>
                    <a:pt x="3848" y="23880"/>
                    <a:pt x="3848" y="23931"/>
                  </a:cubicBezTo>
                  <a:cubicBezTo>
                    <a:pt x="3848" y="24069"/>
                    <a:pt x="3873" y="24220"/>
                    <a:pt x="3911" y="24358"/>
                  </a:cubicBezTo>
                  <a:cubicBezTo>
                    <a:pt x="3923" y="24459"/>
                    <a:pt x="3961" y="24559"/>
                    <a:pt x="3999" y="24660"/>
                  </a:cubicBezTo>
                  <a:cubicBezTo>
                    <a:pt x="4011" y="24710"/>
                    <a:pt x="4024" y="24761"/>
                    <a:pt x="4049" y="24824"/>
                  </a:cubicBezTo>
                  <a:lnTo>
                    <a:pt x="4125" y="25000"/>
                  </a:lnTo>
                  <a:cubicBezTo>
                    <a:pt x="4162" y="25075"/>
                    <a:pt x="4200" y="25150"/>
                    <a:pt x="4250" y="25226"/>
                  </a:cubicBezTo>
                  <a:cubicBezTo>
                    <a:pt x="4238" y="25251"/>
                    <a:pt x="4225" y="25289"/>
                    <a:pt x="4213" y="25314"/>
                  </a:cubicBezTo>
                  <a:cubicBezTo>
                    <a:pt x="3785" y="24861"/>
                    <a:pt x="3546" y="24258"/>
                    <a:pt x="3546" y="23641"/>
                  </a:cubicBezTo>
                  <a:lnTo>
                    <a:pt x="3546" y="19995"/>
                  </a:lnTo>
                  <a:close/>
                  <a:moveTo>
                    <a:pt x="13002" y="19869"/>
                  </a:moveTo>
                  <a:lnTo>
                    <a:pt x="13002" y="23641"/>
                  </a:lnTo>
                  <a:cubicBezTo>
                    <a:pt x="13002" y="24308"/>
                    <a:pt x="12726" y="24949"/>
                    <a:pt x="12248" y="25415"/>
                  </a:cubicBezTo>
                  <a:lnTo>
                    <a:pt x="12235" y="25377"/>
                  </a:lnTo>
                  <a:lnTo>
                    <a:pt x="12235" y="25364"/>
                  </a:lnTo>
                  <a:cubicBezTo>
                    <a:pt x="12399" y="25113"/>
                    <a:pt x="12525" y="24849"/>
                    <a:pt x="12625" y="24585"/>
                  </a:cubicBezTo>
                  <a:cubicBezTo>
                    <a:pt x="12663" y="24459"/>
                    <a:pt x="12701" y="24333"/>
                    <a:pt x="12726" y="24232"/>
                  </a:cubicBezTo>
                  <a:cubicBezTo>
                    <a:pt x="12763" y="24119"/>
                    <a:pt x="12776" y="24019"/>
                    <a:pt x="12789" y="23931"/>
                  </a:cubicBezTo>
                  <a:cubicBezTo>
                    <a:pt x="12826" y="23780"/>
                    <a:pt x="12839" y="23629"/>
                    <a:pt x="12852" y="23478"/>
                  </a:cubicBezTo>
                  <a:cubicBezTo>
                    <a:pt x="12852" y="23390"/>
                    <a:pt x="12839" y="23327"/>
                    <a:pt x="12839" y="23327"/>
                  </a:cubicBezTo>
                  <a:lnTo>
                    <a:pt x="12826" y="23365"/>
                  </a:lnTo>
                  <a:cubicBezTo>
                    <a:pt x="12814" y="23377"/>
                    <a:pt x="12789" y="23415"/>
                    <a:pt x="12776" y="23453"/>
                  </a:cubicBezTo>
                  <a:lnTo>
                    <a:pt x="12688" y="23591"/>
                  </a:lnTo>
                  <a:lnTo>
                    <a:pt x="12562" y="23780"/>
                  </a:lnTo>
                  <a:cubicBezTo>
                    <a:pt x="12512" y="23843"/>
                    <a:pt x="12462" y="23918"/>
                    <a:pt x="12399" y="23994"/>
                  </a:cubicBezTo>
                  <a:cubicBezTo>
                    <a:pt x="12349" y="24069"/>
                    <a:pt x="12286" y="24157"/>
                    <a:pt x="12210" y="24232"/>
                  </a:cubicBezTo>
                  <a:cubicBezTo>
                    <a:pt x="12084" y="24371"/>
                    <a:pt x="11959" y="24497"/>
                    <a:pt x="11833" y="24610"/>
                  </a:cubicBezTo>
                  <a:cubicBezTo>
                    <a:pt x="11179" y="23679"/>
                    <a:pt x="10374" y="22862"/>
                    <a:pt x="9456" y="22183"/>
                  </a:cubicBezTo>
                  <a:cubicBezTo>
                    <a:pt x="10311" y="21906"/>
                    <a:pt x="11129" y="21491"/>
                    <a:pt x="11871" y="20963"/>
                  </a:cubicBezTo>
                  <a:lnTo>
                    <a:pt x="11871" y="21051"/>
                  </a:lnTo>
                  <a:cubicBezTo>
                    <a:pt x="11871" y="21202"/>
                    <a:pt x="11883" y="21328"/>
                    <a:pt x="11896" y="21466"/>
                  </a:cubicBezTo>
                  <a:cubicBezTo>
                    <a:pt x="11908" y="21604"/>
                    <a:pt x="11921" y="21718"/>
                    <a:pt x="11934" y="21843"/>
                  </a:cubicBezTo>
                  <a:cubicBezTo>
                    <a:pt x="11959" y="22070"/>
                    <a:pt x="11984" y="22258"/>
                    <a:pt x="12009" y="22397"/>
                  </a:cubicBezTo>
                  <a:cubicBezTo>
                    <a:pt x="12022" y="22535"/>
                    <a:pt x="12047" y="22610"/>
                    <a:pt x="12047" y="22610"/>
                  </a:cubicBezTo>
                  <a:cubicBezTo>
                    <a:pt x="12047" y="22610"/>
                    <a:pt x="12059" y="22535"/>
                    <a:pt x="12072" y="22397"/>
                  </a:cubicBezTo>
                  <a:cubicBezTo>
                    <a:pt x="12097" y="22258"/>
                    <a:pt x="12122" y="22070"/>
                    <a:pt x="12147" y="21831"/>
                  </a:cubicBezTo>
                  <a:cubicBezTo>
                    <a:pt x="12160" y="21604"/>
                    <a:pt x="12172" y="21328"/>
                    <a:pt x="12185" y="21051"/>
                  </a:cubicBezTo>
                  <a:lnTo>
                    <a:pt x="12185" y="20712"/>
                  </a:lnTo>
                  <a:lnTo>
                    <a:pt x="12298" y="20624"/>
                  </a:lnTo>
                  <a:lnTo>
                    <a:pt x="12298" y="20774"/>
                  </a:lnTo>
                  <a:cubicBezTo>
                    <a:pt x="12311" y="20988"/>
                    <a:pt x="12323" y="21189"/>
                    <a:pt x="12336" y="21378"/>
                  </a:cubicBezTo>
                  <a:cubicBezTo>
                    <a:pt x="12349" y="21579"/>
                    <a:pt x="12374" y="21768"/>
                    <a:pt x="12386" y="21944"/>
                  </a:cubicBezTo>
                  <a:cubicBezTo>
                    <a:pt x="12399" y="22120"/>
                    <a:pt x="12424" y="22296"/>
                    <a:pt x="12437" y="22447"/>
                  </a:cubicBezTo>
                  <a:cubicBezTo>
                    <a:pt x="12462" y="22761"/>
                    <a:pt x="12499" y="23025"/>
                    <a:pt x="12525" y="23214"/>
                  </a:cubicBezTo>
                  <a:cubicBezTo>
                    <a:pt x="12550" y="23390"/>
                    <a:pt x="12575" y="23491"/>
                    <a:pt x="12575" y="23491"/>
                  </a:cubicBezTo>
                  <a:cubicBezTo>
                    <a:pt x="12575" y="23491"/>
                    <a:pt x="12600" y="23390"/>
                    <a:pt x="12625" y="23214"/>
                  </a:cubicBezTo>
                  <a:cubicBezTo>
                    <a:pt x="12650" y="23025"/>
                    <a:pt x="12688" y="22761"/>
                    <a:pt x="12713" y="22447"/>
                  </a:cubicBezTo>
                  <a:cubicBezTo>
                    <a:pt x="12776" y="21692"/>
                    <a:pt x="12789" y="20938"/>
                    <a:pt x="12751" y="20171"/>
                  </a:cubicBezTo>
                  <a:cubicBezTo>
                    <a:pt x="12839" y="20070"/>
                    <a:pt x="12927" y="19970"/>
                    <a:pt x="13002" y="19869"/>
                  </a:cubicBezTo>
                  <a:close/>
                  <a:moveTo>
                    <a:pt x="8727" y="22397"/>
                  </a:moveTo>
                  <a:cubicBezTo>
                    <a:pt x="9821" y="23025"/>
                    <a:pt x="10877" y="24220"/>
                    <a:pt x="11393" y="24949"/>
                  </a:cubicBezTo>
                  <a:lnTo>
                    <a:pt x="11368" y="24962"/>
                  </a:lnTo>
                  <a:cubicBezTo>
                    <a:pt x="11317" y="25000"/>
                    <a:pt x="11267" y="25037"/>
                    <a:pt x="11217" y="25075"/>
                  </a:cubicBezTo>
                  <a:cubicBezTo>
                    <a:pt x="11166" y="25113"/>
                    <a:pt x="11104" y="25138"/>
                    <a:pt x="11041" y="25176"/>
                  </a:cubicBezTo>
                  <a:cubicBezTo>
                    <a:pt x="10978" y="25201"/>
                    <a:pt x="10915" y="25238"/>
                    <a:pt x="10865" y="25276"/>
                  </a:cubicBezTo>
                  <a:cubicBezTo>
                    <a:pt x="10802" y="25301"/>
                    <a:pt x="10726" y="25327"/>
                    <a:pt x="10663" y="25352"/>
                  </a:cubicBezTo>
                  <a:cubicBezTo>
                    <a:pt x="10601" y="25377"/>
                    <a:pt x="10538" y="25415"/>
                    <a:pt x="10475" y="25440"/>
                  </a:cubicBezTo>
                  <a:cubicBezTo>
                    <a:pt x="10412" y="25465"/>
                    <a:pt x="10362" y="25477"/>
                    <a:pt x="10311" y="25490"/>
                  </a:cubicBezTo>
                  <a:lnTo>
                    <a:pt x="10337" y="25465"/>
                  </a:lnTo>
                  <a:cubicBezTo>
                    <a:pt x="10399" y="25377"/>
                    <a:pt x="10450" y="25289"/>
                    <a:pt x="10487" y="25201"/>
                  </a:cubicBezTo>
                  <a:cubicBezTo>
                    <a:pt x="10525" y="25138"/>
                    <a:pt x="10538" y="25075"/>
                    <a:pt x="10550" y="25012"/>
                  </a:cubicBezTo>
                  <a:cubicBezTo>
                    <a:pt x="10550" y="24987"/>
                    <a:pt x="10550" y="24962"/>
                    <a:pt x="10550" y="24937"/>
                  </a:cubicBezTo>
                  <a:cubicBezTo>
                    <a:pt x="10538" y="24949"/>
                    <a:pt x="10513" y="24949"/>
                    <a:pt x="10500" y="24962"/>
                  </a:cubicBezTo>
                  <a:cubicBezTo>
                    <a:pt x="10450" y="24987"/>
                    <a:pt x="10412" y="25012"/>
                    <a:pt x="10362" y="25037"/>
                  </a:cubicBezTo>
                  <a:cubicBezTo>
                    <a:pt x="10286" y="25062"/>
                    <a:pt x="10211" y="25088"/>
                    <a:pt x="10135" y="25100"/>
                  </a:cubicBezTo>
                  <a:cubicBezTo>
                    <a:pt x="10098" y="25113"/>
                    <a:pt x="10060" y="25125"/>
                    <a:pt x="10010" y="25125"/>
                  </a:cubicBezTo>
                  <a:cubicBezTo>
                    <a:pt x="9959" y="25138"/>
                    <a:pt x="9909" y="25138"/>
                    <a:pt x="9859" y="25138"/>
                  </a:cubicBezTo>
                  <a:cubicBezTo>
                    <a:pt x="9808" y="25150"/>
                    <a:pt x="9758" y="25150"/>
                    <a:pt x="9708" y="25163"/>
                  </a:cubicBezTo>
                  <a:lnTo>
                    <a:pt x="9532" y="25163"/>
                  </a:lnTo>
                  <a:cubicBezTo>
                    <a:pt x="9475" y="25169"/>
                    <a:pt x="9415" y="25169"/>
                    <a:pt x="9354" y="25169"/>
                  </a:cubicBezTo>
                  <a:cubicBezTo>
                    <a:pt x="9293" y="25169"/>
                    <a:pt x="9230" y="25169"/>
                    <a:pt x="9167" y="25176"/>
                  </a:cubicBezTo>
                  <a:lnTo>
                    <a:pt x="8740" y="25176"/>
                  </a:lnTo>
                  <a:cubicBezTo>
                    <a:pt x="8853" y="24471"/>
                    <a:pt x="8450" y="24195"/>
                    <a:pt x="8488" y="23742"/>
                  </a:cubicBezTo>
                  <a:cubicBezTo>
                    <a:pt x="8538" y="23080"/>
                    <a:pt x="8529" y="22834"/>
                    <a:pt x="8482" y="22834"/>
                  </a:cubicBezTo>
                  <a:cubicBezTo>
                    <a:pt x="8401" y="22834"/>
                    <a:pt x="8207" y="23590"/>
                    <a:pt x="8023" y="24182"/>
                  </a:cubicBezTo>
                  <a:cubicBezTo>
                    <a:pt x="7935" y="24509"/>
                    <a:pt x="7922" y="24849"/>
                    <a:pt x="7972" y="25188"/>
                  </a:cubicBezTo>
                  <a:lnTo>
                    <a:pt x="6841" y="25188"/>
                  </a:lnTo>
                  <a:cubicBezTo>
                    <a:pt x="6740" y="25188"/>
                    <a:pt x="6652" y="25176"/>
                    <a:pt x="6564" y="25163"/>
                  </a:cubicBezTo>
                  <a:cubicBezTo>
                    <a:pt x="6489" y="25150"/>
                    <a:pt x="6413" y="25138"/>
                    <a:pt x="6338" y="25125"/>
                  </a:cubicBezTo>
                  <a:cubicBezTo>
                    <a:pt x="6287" y="25100"/>
                    <a:pt x="6237" y="25088"/>
                    <a:pt x="6199" y="25062"/>
                  </a:cubicBezTo>
                  <a:cubicBezTo>
                    <a:pt x="6174" y="25050"/>
                    <a:pt x="6162" y="25050"/>
                    <a:pt x="6149" y="25037"/>
                  </a:cubicBezTo>
                  <a:cubicBezTo>
                    <a:pt x="6137" y="25037"/>
                    <a:pt x="6137" y="25050"/>
                    <a:pt x="6149" y="25050"/>
                  </a:cubicBezTo>
                  <a:cubicBezTo>
                    <a:pt x="6137" y="25062"/>
                    <a:pt x="6137" y="25088"/>
                    <a:pt x="6149" y="25100"/>
                  </a:cubicBezTo>
                  <a:cubicBezTo>
                    <a:pt x="6162" y="25163"/>
                    <a:pt x="6174" y="25226"/>
                    <a:pt x="6212" y="25289"/>
                  </a:cubicBezTo>
                  <a:cubicBezTo>
                    <a:pt x="6262" y="25377"/>
                    <a:pt x="6313" y="25465"/>
                    <a:pt x="6388" y="25540"/>
                  </a:cubicBezTo>
                  <a:lnTo>
                    <a:pt x="6426" y="25578"/>
                  </a:lnTo>
                  <a:cubicBezTo>
                    <a:pt x="6338" y="25553"/>
                    <a:pt x="6250" y="25540"/>
                    <a:pt x="6162" y="25515"/>
                  </a:cubicBezTo>
                  <a:cubicBezTo>
                    <a:pt x="6036" y="25465"/>
                    <a:pt x="5910" y="25427"/>
                    <a:pt x="5772" y="25377"/>
                  </a:cubicBezTo>
                  <a:lnTo>
                    <a:pt x="5407" y="25226"/>
                  </a:lnTo>
                  <a:cubicBezTo>
                    <a:pt x="5294" y="25163"/>
                    <a:pt x="5181" y="25100"/>
                    <a:pt x="5080" y="25037"/>
                  </a:cubicBezTo>
                  <a:lnTo>
                    <a:pt x="4967" y="24962"/>
                  </a:lnTo>
                  <a:cubicBezTo>
                    <a:pt x="5369" y="24170"/>
                    <a:pt x="6011" y="23516"/>
                    <a:pt x="6803" y="23101"/>
                  </a:cubicBezTo>
                  <a:lnTo>
                    <a:pt x="6803" y="23126"/>
                  </a:lnTo>
                  <a:cubicBezTo>
                    <a:pt x="6803" y="23302"/>
                    <a:pt x="6828" y="23453"/>
                    <a:pt x="6841" y="23604"/>
                  </a:cubicBezTo>
                  <a:cubicBezTo>
                    <a:pt x="6853" y="23755"/>
                    <a:pt x="6878" y="23880"/>
                    <a:pt x="6891" y="23994"/>
                  </a:cubicBezTo>
                  <a:cubicBezTo>
                    <a:pt x="6904" y="24119"/>
                    <a:pt x="6916" y="24220"/>
                    <a:pt x="6941" y="24295"/>
                  </a:cubicBezTo>
                  <a:cubicBezTo>
                    <a:pt x="6966" y="24459"/>
                    <a:pt x="6992" y="24559"/>
                    <a:pt x="6992" y="24559"/>
                  </a:cubicBezTo>
                  <a:cubicBezTo>
                    <a:pt x="6992" y="24559"/>
                    <a:pt x="6992" y="24459"/>
                    <a:pt x="7004" y="24295"/>
                  </a:cubicBezTo>
                  <a:cubicBezTo>
                    <a:pt x="7017" y="24119"/>
                    <a:pt x="7042" y="23880"/>
                    <a:pt x="7042" y="23591"/>
                  </a:cubicBezTo>
                  <a:cubicBezTo>
                    <a:pt x="7055" y="23403"/>
                    <a:pt x="7067" y="23189"/>
                    <a:pt x="7080" y="22962"/>
                  </a:cubicBezTo>
                  <a:cubicBezTo>
                    <a:pt x="7180" y="22912"/>
                    <a:pt x="7281" y="22862"/>
                    <a:pt x="7394" y="22824"/>
                  </a:cubicBezTo>
                  <a:lnTo>
                    <a:pt x="7394" y="22887"/>
                  </a:lnTo>
                  <a:cubicBezTo>
                    <a:pt x="7407" y="23050"/>
                    <a:pt x="7419" y="23214"/>
                    <a:pt x="7444" y="23352"/>
                  </a:cubicBezTo>
                  <a:cubicBezTo>
                    <a:pt x="7457" y="23491"/>
                    <a:pt x="7469" y="23616"/>
                    <a:pt x="7495" y="23717"/>
                  </a:cubicBezTo>
                  <a:cubicBezTo>
                    <a:pt x="7520" y="23918"/>
                    <a:pt x="7545" y="24031"/>
                    <a:pt x="7545" y="24031"/>
                  </a:cubicBezTo>
                  <a:cubicBezTo>
                    <a:pt x="7545" y="24031"/>
                    <a:pt x="7558" y="23918"/>
                    <a:pt x="7558" y="23717"/>
                  </a:cubicBezTo>
                  <a:lnTo>
                    <a:pt x="7595" y="22874"/>
                  </a:lnTo>
                  <a:lnTo>
                    <a:pt x="7595" y="22749"/>
                  </a:lnTo>
                  <a:cubicBezTo>
                    <a:pt x="7922" y="22623"/>
                    <a:pt x="8249" y="22510"/>
                    <a:pt x="8589" y="22434"/>
                  </a:cubicBezTo>
                  <a:lnTo>
                    <a:pt x="8727" y="22397"/>
                  </a:lnTo>
                  <a:close/>
                  <a:moveTo>
                    <a:pt x="4678" y="10954"/>
                  </a:moveTo>
                  <a:lnTo>
                    <a:pt x="4678" y="10954"/>
                  </a:lnTo>
                  <a:cubicBezTo>
                    <a:pt x="4640" y="11545"/>
                    <a:pt x="4426" y="12123"/>
                    <a:pt x="4238" y="12211"/>
                  </a:cubicBezTo>
                  <a:cubicBezTo>
                    <a:pt x="4087" y="12324"/>
                    <a:pt x="3974" y="12475"/>
                    <a:pt x="3923" y="12651"/>
                  </a:cubicBezTo>
                  <a:lnTo>
                    <a:pt x="5030" y="12651"/>
                  </a:lnTo>
                  <a:cubicBezTo>
                    <a:pt x="5030" y="12651"/>
                    <a:pt x="5219" y="14097"/>
                    <a:pt x="4628" y="14399"/>
                  </a:cubicBezTo>
                  <a:cubicBezTo>
                    <a:pt x="4037" y="14713"/>
                    <a:pt x="3835" y="15908"/>
                    <a:pt x="3835" y="15908"/>
                  </a:cubicBezTo>
                  <a:cubicBezTo>
                    <a:pt x="3835" y="15908"/>
                    <a:pt x="3307" y="17505"/>
                    <a:pt x="3207" y="18700"/>
                  </a:cubicBezTo>
                  <a:cubicBezTo>
                    <a:pt x="3181" y="18693"/>
                    <a:pt x="3156" y="18690"/>
                    <a:pt x="3133" y="18690"/>
                  </a:cubicBezTo>
                  <a:cubicBezTo>
                    <a:pt x="3109" y="18690"/>
                    <a:pt x="3087" y="18693"/>
                    <a:pt x="3068" y="18700"/>
                  </a:cubicBezTo>
                  <a:cubicBezTo>
                    <a:pt x="2930" y="18750"/>
                    <a:pt x="2842" y="18901"/>
                    <a:pt x="2880" y="19052"/>
                  </a:cubicBezTo>
                  <a:cubicBezTo>
                    <a:pt x="2943" y="19253"/>
                    <a:pt x="3043" y="19454"/>
                    <a:pt x="3181" y="19618"/>
                  </a:cubicBezTo>
                  <a:lnTo>
                    <a:pt x="3181" y="23641"/>
                  </a:lnTo>
                  <a:cubicBezTo>
                    <a:pt x="3181" y="24446"/>
                    <a:pt x="3521" y="25226"/>
                    <a:pt x="4112" y="25779"/>
                  </a:cubicBezTo>
                  <a:cubicBezTo>
                    <a:pt x="4087" y="25955"/>
                    <a:pt x="4125" y="26144"/>
                    <a:pt x="4213" y="26295"/>
                  </a:cubicBezTo>
                  <a:lnTo>
                    <a:pt x="4464" y="26081"/>
                  </a:lnTo>
                  <a:cubicBezTo>
                    <a:pt x="4955" y="26471"/>
                    <a:pt x="5520" y="26773"/>
                    <a:pt x="6124" y="26974"/>
                  </a:cubicBezTo>
                  <a:lnTo>
                    <a:pt x="6124" y="28508"/>
                  </a:lnTo>
                  <a:cubicBezTo>
                    <a:pt x="6124" y="28508"/>
                    <a:pt x="5810" y="28659"/>
                    <a:pt x="5369" y="28885"/>
                  </a:cubicBezTo>
                  <a:cubicBezTo>
                    <a:pt x="4137" y="28847"/>
                    <a:pt x="2779" y="28697"/>
                    <a:pt x="2352" y="28143"/>
                  </a:cubicBezTo>
                  <a:cubicBezTo>
                    <a:pt x="2100" y="27829"/>
                    <a:pt x="2012" y="27263"/>
                    <a:pt x="2087" y="26496"/>
                  </a:cubicBezTo>
                  <a:lnTo>
                    <a:pt x="2087" y="26483"/>
                  </a:lnTo>
                  <a:cubicBezTo>
                    <a:pt x="2301" y="24371"/>
                    <a:pt x="2616" y="20724"/>
                    <a:pt x="2905" y="17492"/>
                  </a:cubicBezTo>
                  <a:cubicBezTo>
                    <a:pt x="3119" y="15154"/>
                    <a:pt x="3295" y="13142"/>
                    <a:pt x="3383" y="12286"/>
                  </a:cubicBezTo>
                  <a:cubicBezTo>
                    <a:pt x="3433" y="11721"/>
                    <a:pt x="3772" y="11230"/>
                    <a:pt x="4678" y="10954"/>
                  </a:cubicBezTo>
                  <a:close/>
                  <a:moveTo>
                    <a:pt x="11858" y="10903"/>
                  </a:moveTo>
                  <a:lnTo>
                    <a:pt x="11858" y="10903"/>
                  </a:lnTo>
                  <a:cubicBezTo>
                    <a:pt x="12940" y="11155"/>
                    <a:pt x="13116" y="11670"/>
                    <a:pt x="13166" y="12299"/>
                  </a:cubicBezTo>
                  <a:cubicBezTo>
                    <a:pt x="13254" y="13154"/>
                    <a:pt x="13430" y="15166"/>
                    <a:pt x="13644" y="17492"/>
                  </a:cubicBezTo>
                  <a:cubicBezTo>
                    <a:pt x="13933" y="20724"/>
                    <a:pt x="14260" y="24383"/>
                    <a:pt x="14461" y="26496"/>
                  </a:cubicBezTo>
                  <a:cubicBezTo>
                    <a:pt x="14537" y="27263"/>
                    <a:pt x="14449" y="27829"/>
                    <a:pt x="14197" y="28156"/>
                  </a:cubicBezTo>
                  <a:cubicBezTo>
                    <a:pt x="13719" y="28772"/>
                    <a:pt x="12512" y="28885"/>
                    <a:pt x="11192" y="28910"/>
                  </a:cubicBezTo>
                  <a:cubicBezTo>
                    <a:pt x="10752" y="28671"/>
                    <a:pt x="10425" y="28520"/>
                    <a:pt x="10425" y="28520"/>
                  </a:cubicBezTo>
                  <a:lnTo>
                    <a:pt x="10425" y="26961"/>
                  </a:lnTo>
                  <a:cubicBezTo>
                    <a:pt x="11003" y="26773"/>
                    <a:pt x="11544" y="26496"/>
                    <a:pt x="12034" y="26119"/>
                  </a:cubicBezTo>
                  <a:lnTo>
                    <a:pt x="12223" y="26282"/>
                  </a:lnTo>
                  <a:cubicBezTo>
                    <a:pt x="12298" y="26156"/>
                    <a:pt x="12336" y="26018"/>
                    <a:pt x="12336" y="25867"/>
                  </a:cubicBezTo>
                  <a:cubicBezTo>
                    <a:pt x="12977" y="25301"/>
                    <a:pt x="13367" y="24484"/>
                    <a:pt x="13367" y="23629"/>
                  </a:cubicBezTo>
                  <a:lnTo>
                    <a:pt x="13367" y="19291"/>
                  </a:lnTo>
                  <a:cubicBezTo>
                    <a:pt x="13443" y="19127"/>
                    <a:pt x="13505" y="18951"/>
                    <a:pt x="13556" y="18775"/>
                  </a:cubicBezTo>
                  <a:cubicBezTo>
                    <a:pt x="13593" y="18637"/>
                    <a:pt x="13518" y="18473"/>
                    <a:pt x="13380" y="18423"/>
                  </a:cubicBezTo>
                  <a:cubicBezTo>
                    <a:pt x="13354" y="18423"/>
                    <a:pt x="13329" y="18410"/>
                    <a:pt x="13317" y="18410"/>
                  </a:cubicBezTo>
                  <a:cubicBezTo>
                    <a:pt x="13178" y="17568"/>
                    <a:pt x="12977" y="16725"/>
                    <a:pt x="12726" y="15908"/>
                  </a:cubicBezTo>
                  <a:cubicBezTo>
                    <a:pt x="12726" y="15908"/>
                    <a:pt x="12512" y="14726"/>
                    <a:pt x="11921" y="14412"/>
                  </a:cubicBezTo>
                  <a:cubicBezTo>
                    <a:pt x="11330" y="14097"/>
                    <a:pt x="11531" y="12664"/>
                    <a:pt x="11531" y="12664"/>
                  </a:cubicBezTo>
                  <a:lnTo>
                    <a:pt x="12625" y="12664"/>
                  </a:lnTo>
                  <a:cubicBezTo>
                    <a:pt x="12575" y="12488"/>
                    <a:pt x="12462" y="12337"/>
                    <a:pt x="12311" y="12224"/>
                  </a:cubicBezTo>
                  <a:cubicBezTo>
                    <a:pt x="12210" y="12173"/>
                    <a:pt x="12110" y="11985"/>
                    <a:pt x="12022" y="11733"/>
                  </a:cubicBezTo>
                  <a:cubicBezTo>
                    <a:pt x="11996" y="11658"/>
                    <a:pt x="11984" y="11595"/>
                    <a:pt x="11959" y="11519"/>
                  </a:cubicBezTo>
                  <a:cubicBezTo>
                    <a:pt x="11908" y="11318"/>
                    <a:pt x="11871" y="11104"/>
                    <a:pt x="11858" y="10903"/>
                  </a:cubicBezTo>
                  <a:close/>
                  <a:moveTo>
                    <a:pt x="12361" y="9344"/>
                  </a:moveTo>
                  <a:lnTo>
                    <a:pt x="12386" y="9357"/>
                  </a:lnTo>
                  <a:cubicBezTo>
                    <a:pt x="12713" y="9520"/>
                    <a:pt x="13028" y="9721"/>
                    <a:pt x="13292" y="9973"/>
                  </a:cubicBezTo>
                  <a:cubicBezTo>
                    <a:pt x="13644" y="10287"/>
                    <a:pt x="13920" y="10689"/>
                    <a:pt x="14096" y="11130"/>
                  </a:cubicBezTo>
                  <a:cubicBezTo>
                    <a:pt x="14210" y="11394"/>
                    <a:pt x="14285" y="11658"/>
                    <a:pt x="14323" y="11934"/>
                  </a:cubicBezTo>
                  <a:cubicBezTo>
                    <a:pt x="14335" y="12010"/>
                    <a:pt x="14348" y="12073"/>
                    <a:pt x="14360" y="12148"/>
                  </a:cubicBezTo>
                  <a:lnTo>
                    <a:pt x="14373" y="12249"/>
                  </a:lnTo>
                  <a:lnTo>
                    <a:pt x="14386" y="12374"/>
                  </a:lnTo>
                  <a:lnTo>
                    <a:pt x="14386" y="12437"/>
                  </a:lnTo>
                  <a:lnTo>
                    <a:pt x="14386" y="12463"/>
                  </a:lnTo>
                  <a:lnTo>
                    <a:pt x="14386" y="12488"/>
                  </a:lnTo>
                  <a:lnTo>
                    <a:pt x="14386" y="12613"/>
                  </a:lnTo>
                  <a:lnTo>
                    <a:pt x="14398" y="12865"/>
                  </a:lnTo>
                  <a:cubicBezTo>
                    <a:pt x="14436" y="13544"/>
                    <a:pt x="14474" y="14248"/>
                    <a:pt x="14537" y="14990"/>
                  </a:cubicBezTo>
                  <a:cubicBezTo>
                    <a:pt x="14587" y="15719"/>
                    <a:pt x="14637" y="16486"/>
                    <a:pt x="14700" y="17254"/>
                  </a:cubicBezTo>
                  <a:cubicBezTo>
                    <a:pt x="14763" y="18021"/>
                    <a:pt x="14838" y="18800"/>
                    <a:pt x="14901" y="19592"/>
                  </a:cubicBezTo>
                  <a:cubicBezTo>
                    <a:pt x="14964" y="20372"/>
                    <a:pt x="15052" y="21152"/>
                    <a:pt x="15128" y="21919"/>
                  </a:cubicBezTo>
                  <a:cubicBezTo>
                    <a:pt x="15203" y="22686"/>
                    <a:pt x="15291" y="23440"/>
                    <a:pt x="15366" y="24170"/>
                  </a:cubicBezTo>
                  <a:cubicBezTo>
                    <a:pt x="15417" y="24547"/>
                    <a:pt x="15454" y="24899"/>
                    <a:pt x="15505" y="25251"/>
                  </a:cubicBezTo>
                  <a:lnTo>
                    <a:pt x="15568" y="25767"/>
                  </a:lnTo>
                  <a:lnTo>
                    <a:pt x="15593" y="26031"/>
                  </a:lnTo>
                  <a:cubicBezTo>
                    <a:pt x="15605" y="26106"/>
                    <a:pt x="15618" y="26182"/>
                    <a:pt x="15618" y="26270"/>
                  </a:cubicBezTo>
                  <a:cubicBezTo>
                    <a:pt x="15681" y="26861"/>
                    <a:pt x="15656" y="27452"/>
                    <a:pt x="15543" y="28043"/>
                  </a:cubicBezTo>
                  <a:cubicBezTo>
                    <a:pt x="15442" y="28520"/>
                    <a:pt x="15228" y="28973"/>
                    <a:pt x="14926" y="29350"/>
                  </a:cubicBezTo>
                  <a:cubicBezTo>
                    <a:pt x="14700" y="29652"/>
                    <a:pt x="14436" y="29904"/>
                    <a:pt x="14134" y="30130"/>
                  </a:cubicBezTo>
                  <a:cubicBezTo>
                    <a:pt x="14084" y="30155"/>
                    <a:pt x="14046" y="30193"/>
                    <a:pt x="13996" y="30218"/>
                  </a:cubicBezTo>
                  <a:cubicBezTo>
                    <a:pt x="13744" y="29828"/>
                    <a:pt x="13028" y="29413"/>
                    <a:pt x="12688" y="29225"/>
                  </a:cubicBezTo>
                  <a:cubicBezTo>
                    <a:pt x="13505" y="29112"/>
                    <a:pt x="14122" y="28885"/>
                    <a:pt x="14474" y="28432"/>
                  </a:cubicBezTo>
                  <a:cubicBezTo>
                    <a:pt x="14801" y="28005"/>
                    <a:pt x="14926" y="27338"/>
                    <a:pt x="14826" y="26446"/>
                  </a:cubicBezTo>
                  <a:cubicBezTo>
                    <a:pt x="14625" y="24321"/>
                    <a:pt x="14298" y="20674"/>
                    <a:pt x="14008" y="17455"/>
                  </a:cubicBezTo>
                  <a:cubicBezTo>
                    <a:pt x="13807" y="15216"/>
                    <a:pt x="13631" y="13116"/>
                    <a:pt x="13543" y="12249"/>
                  </a:cubicBezTo>
                  <a:cubicBezTo>
                    <a:pt x="13468" y="11507"/>
                    <a:pt x="13229" y="10941"/>
                    <a:pt x="12361" y="10614"/>
                  </a:cubicBezTo>
                  <a:lnTo>
                    <a:pt x="12361" y="9344"/>
                  </a:lnTo>
                  <a:close/>
                  <a:moveTo>
                    <a:pt x="4690" y="9105"/>
                  </a:moveTo>
                  <a:lnTo>
                    <a:pt x="4690" y="10526"/>
                  </a:lnTo>
                  <a:cubicBezTo>
                    <a:pt x="3785" y="10765"/>
                    <a:pt x="3257" y="11218"/>
                    <a:pt x="3068" y="11897"/>
                  </a:cubicBezTo>
                  <a:lnTo>
                    <a:pt x="3068" y="11872"/>
                  </a:lnTo>
                  <a:cubicBezTo>
                    <a:pt x="3068" y="11809"/>
                    <a:pt x="3081" y="11771"/>
                    <a:pt x="3081" y="11721"/>
                  </a:cubicBezTo>
                  <a:cubicBezTo>
                    <a:pt x="3093" y="11670"/>
                    <a:pt x="3093" y="11620"/>
                    <a:pt x="3106" y="11582"/>
                  </a:cubicBezTo>
                  <a:cubicBezTo>
                    <a:pt x="3181" y="11255"/>
                    <a:pt x="3370" y="10979"/>
                    <a:pt x="3659" y="10803"/>
                  </a:cubicBezTo>
                  <a:cubicBezTo>
                    <a:pt x="3835" y="10677"/>
                    <a:pt x="4037" y="10576"/>
                    <a:pt x="4238" y="10501"/>
                  </a:cubicBezTo>
                  <a:lnTo>
                    <a:pt x="4452" y="10413"/>
                  </a:lnTo>
                  <a:lnTo>
                    <a:pt x="4452" y="10413"/>
                  </a:lnTo>
                  <a:lnTo>
                    <a:pt x="4225" y="10438"/>
                  </a:lnTo>
                  <a:cubicBezTo>
                    <a:pt x="3999" y="10463"/>
                    <a:pt x="3785" y="10513"/>
                    <a:pt x="3571" y="10589"/>
                  </a:cubicBezTo>
                  <a:cubicBezTo>
                    <a:pt x="3408" y="10652"/>
                    <a:pt x="3257" y="10752"/>
                    <a:pt x="3131" y="10866"/>
                  </a:cubicBezTo>
                  <a:cubicBezTo>
                    <a:pt x="2955" y="11016"/>
                    <a:pt x="2829" y="11218"/>
                    <a:pt x="2754" y="11431"/>
                  </a:cubicBezTo>
                  <a:cubicBezTo>
                    <a:pt x="2729" y="11494"/>
                    <a:pt x="2716" y="11557"/>
                    <a:pt x="2691" y="11620"/>
                  </a:cubicBezTo>
                  <a:cubicBezTo>
                    <a:pt x="2678" y="11683"/>
                    <a:pt x="2666" y="11746"/>
                    <a:pt x="2653" y="11809"/>
                  </a:cubicBezTo>
                  <a:cubicBezTo>
                    <a:pt x="2628" y="11934"/>
                    <a:pt x="2616" y="12048"/>
                    <a:pt x="2590" y="12173"/>
                  </a:cubicBezTo>
                  <a:lnTo>
                    <a:pt x="2477" y="12966"/>
                  </a:lnTo>
                  <a:cubicBezTo>
                    <a:pt x="2402" y="13506"/>
                    <a:pt x="2326" y="14097"/>
                    <a:pt x="2238" y="14713"/>
                  </a:cubicBezTo>
                  <a:cubicBezTo>
                    <a:pt x="2150" y="15342"/>
                    <a:pt x="2075" y="15996"/>
                    <a:pt x="1987" y="16688"/>
                  </a:cubicBezTo>
                  <a:cubicBezTo>
                    <a:pt x="1911" y="17367"/>
                    <a:pt x="1836" y="18071"/>
                    <a:pt x="1761" y="18788"/>
                  </a:cubicBezTo>
                  <a:cubicBezTo>
                    <a:pt x="1685" y="19504"/>
                    <a:pt x="1610" y="20234"/>
                    <a:pt x="1547" y="20963"/>
                  </a:cubicBezTo>
                  <a:cubicBezTo>
                    <a:pt x="1471" y="21692"/>
                    <a:pt x="1421" y="22422"/>
                    <a:pt x="1358" y="23138"/>
                  </a:cubicBezTo>
                  <a:cubicBezTo>
                    <a:pt x="1308" y="23868"/>
                    <a:pt x="1258" y="24572"/>
                    <a:pt x="1207" y="25251"/>
                  </a:cubicBezTo>
                  <a:lnTo>
                    <a:pt x="1144" y="26270"/>
                  </a:lnTo>
                  <a:lnTo>
                    <a:pt x="1107" y="26760"/>
                  </a:lnTo>
                  <a:cubicBezTo>
                    <a:pt x="1094" y="26923"/>
                    <a:pt x="1094" y="27100"/>
                    <a:pt x="1094" y="27276"/>
                  </a:cubicBezTo>
                  <a:cubicBezTo>
                    <a:pt x="1094" y="27628"/>
                    <a:pt x="1157" y="27992"/>
                    <a:pt x="1270" y="28319"/>
                  </a:cubicBezTo>
                  <a:cubicBezTo>
                    <a:pt x="1295" y="28407"/>
                    <a:pt x="1333" y="28495"/>
                    <a:pt x="1383" y="28571"/>
                  </a:cubicBezTo>
                  <a:cubicBezTo>
                    <a:pt x="1408" y="28621"/>
                    <a:pt x="1434" y="28659"/>
                    <a:pt x="1459" y="28709"/>
                  </a:cubicBezTo>
                  <a:cubicBezTo>
                    <a:pt x="1496" y="28759"/>
                    <a:pt x="1496" y="28747"/>
                    <a:pt x="1534" y="28797"/>
                  </a:cubicBezTo>
                  <a:cubicBezTo>
                    <a:pt x="1647" y="28923"/>
                    <a:pt x="1773" y="29036"/>
                    <a:pt x="1924" y="29112"/>
                  </a:cubicBezTo>
                  <a:cubicBezTo>
                    <a:pt x="2339" y="29338"/>
                    <a:pt x="2817" y="29451"/>
                    <a:pt x="3295" y="29464"/>
                  </a:cubicBezTo>
                  <a:cubicBezTo>
                    <a:pt x="3433" y="29470"/>
                    <a:pt x="3574" y="29473"/>
                    <a:pt x="3716" y="29473"/>
                  </a:cubicBezTo>
                  <a:cubicBezTo>
                    <a:pt x="3857" y="29473"/>
                    <a:pt x="3999" y="29470"/>
                    <a:pt x="4137" y="29464"/>
                  </a:cubicBezTo>
                  <a:lnTo>
                    <a:pt x="4137" y="29464"/>
                  </a:lnTo>
                  <a:cubicBezTo>
                    <a:pt x="3710" y="29703"/>
                    <a:pt x="3332" y="30029"/>
                    <a:pt x="3005" y="30407"/>
                  </a:cubicBezTo>
                  <a:cubicBezTo>
                    <a:pt x="2150" y="30155"/>
                    <a:pt x="1522" y="29791"/>
                    <a:pt x="1182" y="29350"/>
                  </a:cubicBezTo>
                  <a:lnTo>
                    <a:pt x="1170" y="29350"/>
                  </a:lnTo>
                  <a:cubicBezTo>
                    <a:pt x="604" y="28621"/>
                    <a:pt x="390" y="27590"/>
                    <a:pt x="516" y="26282"/>
                  </a:cubicBezTo>
                  <a:cubicBezTo>
                    <a:pt x="729" y="24182"/>
                    <a:pt x="1044" y="20523"/>
                    <a:pt x="1333" y="17316"/>
                  </a:cubicBezTo>
                  <a:cubicBezTo>
                    <a:pt x="1547" y="14977"/>
                    <a:pt x="1723" y="12953"/>
                    <a:pt x="1811" y="12085"/>
                  </a:cubicBezTo>
                  <a:cubicBezTo>
                    <a:pt x="1962" y="10488"/>
                    <a:pt x="2930" y="9495"/>
                    <a:pt x="4690" y="9105"/>
                  </a:cubicBezTo>
                  <a:close/>
                  <a:moveTo>
                    <a:pt x="6489" y="27766"/>
                  </a:moveTo>
                  <a:cubicBezTo>
                    <a:pt x="7444" y="27980"/>
                    <a:pt x="8413" y="28118"/>
                    <a:pt x="9393" y="28219"/>
                  </a:cubicBezTo>
                  <a:lnTo>
                    <a:pt x="9393" y="28646"/>
                  </a:lnTo>
                  <a:cubicBezTo>
                    <a:pt x="9104" y="28697"/>
                    <a:pt x="8752" y="28747"/>
                    <a:pt x="8400" y="28772"/>
                  </a:cubicBezTo>
                  <a:cubicBezTo>
                    <a:pt x="7972" y="28810"/>
                    <a:pt x="7558" y="28822"/>
                    <a:pt x="7243" y="28822"/>
                  </a:cubicBezTo>
                  <a:cubicBezTo>
                    <a:pt x="7080" y="28822"/>
                    <a:pt x="6954" y="28822"/>
                    <a:pt x="6866" y="28810"/>
                  </a:cubicBezTo>
                  <a:lnTo>
                    <a:pt x="6715" y="28810"/>
                  </a:lnTo>
                  <a:lnTo>
                    <a:pt x="6853" y="28835"/>
                  </a:lnTo>
                  <a:cubicBezTo>
                    <a:pt x="6954" y="28860"/>
                    <a:pt x="7080" y="28885"/>
                    <a:pt x="7231" y="28910"/>
                  </a:cubicBezTo>
                  <a:cubicBezTo>
                    <a:pt x="7545" y="28973"/>
                    <a:pt x="7972" y="29036"/>
                    <a:pt x="8400" y="29074"/>
                  </a:cubicBezTo>
                  <a:cubicBezTo>
                    <a:pt x="8749" y="29094"/>
                    <a:pt x="9090" y="29115"/>
                    <a:pt x="9381" y="29115"/>
                  </a:cubicBezTo>
                  <a:cubicBezTo>
                    <a:pt x="9447" y="29115"/>
                    <a:pt x="9509" y="29114"/>
                    <a:pt x="9569" y="29112"/>
                  </a:cubicBezTo>
                  <a:lnTo>
                    <a:pt x="9683" y="29112"/>
                  </a:lnTo>
                  <a:cubicBezTo>
                    <a:pt x="10072" y="29489"/>
                    <a:pt x="10777" y="30180"/>
                    <a:pt x="11066" y="30683"/>
                  </a:cubicBezTo>
                  <a:lnTo>
                    <a:pt x="10965" y="30709"/>
                  </a:lnTo>
                  <a:cubicBezTo>
                    <a:pt x="10764" y="30734"/>
                    <a:pt x="10538" y="30759"/>
                    <a:pt x="10311" y="30784"/>
                  </a:cubicBezTo>
                  <a:cubicBezTo>
                    <a:pt x="10072" y="30809"/>
                    <a:pt x="9834" y="30822"/>
                    <a:pt x="9569" y="30847"/>
                  </a:cubicBezTo>
                  <a:cubicBezTo>
                    <a:pt x="9066" y="30897"/>
                    <a:pt x="8513" y="30935"/>
                    <a:pt x="7972" y="30960"/>
                  </a:cubicBezTo>
                  <a:cubicBezTo>
                    <a:pt x="7432" y="30985"/>
                    <a:pt x="6878" y="30998"/>
                    <a:pt x="6375" y="31010"/>
                  </a:cubicBezTo>
                  <a:lnTo>
                    <a:pt x="5634" y="31010"/>
                  </a:lnTo>
                  <a:cubicBezTo>
                    <a:pt x="5395" y="31010"/>
                    <a:pt x="5168" y="31010"/>
                    <a:pt x="4967" y="30998"/>
                  </a:cubicBezTo>
                  <a:cubicBezTo>
                    <a:pt x="4552" y="30985"/>
                    <a:pt x="4213" y="30973"/>
                    <a:pt x="3974" y="30960"/>
                  </a:cubicBezTo>
                  <a:lnTo>
                    <a:pt x="3596" y="30935"/>
                  </a:lnTo>
                  <a:lnTo>
                    <a:pt x="3974" y="30998"/>
                  </a:lnTo>
                  <a:cubicBezTo>
                    <a:pt x="4213" y="31023"/>
                    <a:pt x="4552" y="31073"/>
                    <a:pt x="4967" y="31123"/>
                  </a:cubicBezTo>
                  <a:cubicBezTo>
                    <a:pt x="5168" y="31149"/>
                    <a:pt x="5395" y="31174"/>
                    <a:pt x="5621" y="31199"/>
                  </a:cubicBezTo>
                  <a:cubicBezTo>
                    <a:pt x="5860" y="31224"/>
                    <a:pt x="6111" y="31249"/>
                    <a:pt x="6363" y="31274"/>
                  </a:cubicBezTo>
                  <a:cubicBezTo>
                    <a:pt x="6878" y="31312"/>
                    <a:pt x="7432" y="31350"/>
                    <a:pt x="7972" y="31388"/>
                  </a:cubicBezTo>
                  <a:cubicBezTo>
                    <a:pt x="8526" y="31413"/>
                    <a:pt x="9079" y="31425"/>
                    <a:pt x="9595" y="31425"/>
                  </a:cubicBezTo>
                  <a:lnTo>
                    <a:pt x="10337" y="31425"/>
                  </a:lnTo>
                  <a:cubicBezTo>
                    <a:pt x="10575" y="31425"/>
                    <a:pt x="10802" y="31425"/>
                    <a:pt x="11003" y="31413"/>
                  </a:cubicBezTo>
                  <a:lnTo>
                    <a:pt x="11192" y="31413"/>
                  </a:lnTo>
                  <a:cubicBezTo>
                    <a:pt x="11179" y="31941"/>
                    <a:pt x="11141" y="32720"/>
                    <a:pt x="11141" y="33261"/>
                  </a:cubicBezTo>
                  <a:lnTo>
                    <a:pt x="11116" y="33261"/>
                  </a:lnTo>
                  <a:cubicBezTo>
                    <a:pt x="10902" y="33286"/>
                    <a:pt x="10676" y="33324"/>
                    <a:pt x="10425" y="33349"/>
                  </a:cubicBezTo>
                  <a:cubicBezTo>
                    <a:pt x="10186" y="33374"/>
                    <a:pt x="9922" y="33412"/>
                    <a:pt x="9658" y="33437"/>
                  </a:cubicBezTo>
                  <a:cubicBezTo>
                    <a:pt x="9117" y="33488"/>
                    <a:pt x="8551" y="33538"/>
                    <a:pt x="7972" y="33576"/>
                  </a:cubicBezTo>
                  <a:cubicBezTo>
                    <a:pt x="7394" y="33613"/>
                    <a:pt x="6828" y="33626"/>
                    <a:pt x="6287" y="33638"/>
                  </a:cubicBezTo>
                  <a:cubicBezTo>
                    <a:pt x="6023" y="33638"/>
                    <a:pt x="5759" y="33651"/>
                    <a:pt x="5508" y="33651"/>
                  </a:cubicBezTo>
                  <a:lnTo>
                    <a:pt x="4816" y="33651"/>
                  </a:lnTo>
                  <a:cubicBezTo>
                    <a:pt x="4376" y="33651"/>
                    <a:pt x="4024" y="33638"/>
                    <a:pt x="3772" y="33626"/>
                  </a:cubicBezTo>
                  <a:lnTo>
                    <a:pt x="3370" y="33613"/>
                  </a:lnTo>
                  <a:lnTo>
                    <a:pt x="3772" y="33676"/>
                  </a:lnTo>
                  <a:cubicBezTo>
                    <a:pt x="4011" y="33714"/>
                    <a:pt x="4376" y="33764"/>
                    <a:pt x="4804" y="33827"/>
                  </a:cubicBezTo>
                  <a:cubicBezTo>
                    <a:pt x="5017" y="33865"/>
                    <a:pt x="5256" y="33890"/>
                    <a:pt x="5495" y="33915"/>
                  </a:cubicBezTo>
                  <a:cubicBezTo>
                    <a:pt x="5747" y="33940"/>
                    <a:pt x="6011" y="33978"/>
                    <a:pt x="6287" y="34003"/>
                  </a:cubicBezTo>
                  <a:cubicBezTo>
                    <a:pt x="6828" y="34053"/>
                    <a:pt x="7407" y="34104"/>
                    <a:pt x="7985" y="34141"/>
                  </a:cubicBezTo>
                  <a:cubicBezTo>
                    <a:pt x="8563" y="34179"/>
                    <a:pt x="9142" y="34204"/>
                    <a:pt x="9683" y="34217"/>
                  </a:cubicBezTo>
                  <a:lnTo>
                    <a:pt x="11493" y="34217"/>
                  </a:lnTo>
                  <a:cubicBezTo>
                    <a:pt x="11808" y="34644"/>
                    <a:pt x="12286" y="35349"/>
                    <a:pt x="12286" y="35826"/>
                  </a:cubicBezTo>
                  <a:cubicBezTo>
                    <a:pt x="11085" y="35940"/>
                    <a:pt x="9884" y="35992"/>
                    <a:pt x="8683" y="35992"/>
                  </a:cubicBezTo>
                  <a:cubicBezTo>
                    <a:pt x="8551" y="35992"/>
                    <a:pt x="8419" y="35991"/>
                    <a:pt x="8287" y="35990"/>
                  </a:cubicBezTo>
                  <a:lnTo>
                    <a:pt x="8274" y="35977"/>
                  </a:lnTo>
                  <a:cubicBezTo>
                    <a:pt x="5684" y="35977"/>
                    <a:pt x="3861" y="35826"/>
                    <a:pt x="2842" y="35537"/>
                  </a:cubicBezTo>
                  <a:cubicBezTo>
                    <a:pt x="2440" y="35411"/>
                    <a:pt x="1962" y="35223"/>
                    <a:pt x="1962" y="34946"/>
                  </a:cubicBezTo>
                  <a:cubicBezTo>
                    <a:pt x="1962" y="34632"/>
                    <a:pt x="2540" y="34041"/>
                    <a:pt x="2943" y="33739"/>
                  </a:cubicBezTo>
                  <a:lnTo>
                    <a:pt x="3119" y="33626"/>
                  </a:lnTo>
                  <a:lnTo>
                    <a:pt x="3119" y="31111"/>
                  </a:lnTo>
                  <a:cubicBezTo>
                    <a:pt x="3119" y="31111"/>
                    <a:pt x="3156" y="30683"/>
                    <a:pt x="4602" y="29791"/>
                  </a:cubicBezTo>
                  <a:cubicBezTo>
                    <a:pt x="5143" y="29464"/>
                    <a:pt x="5696" y="29174"/>
                    <a:pt x="6262" y="28898"/>
                  </a:cubicBezTo>
                  <a:lnTo>
                    <a:pt x="6489" y="28797"/>
                  </a:lnTo>
                  <a:lnTo>
                    <a:pt x="6489" y="27766"/>
                  </a:lnTo>
                  <a:close/>
                  <a:moveTo>
                    <a:pt x="8274" y="1"/>
                  </a:moveTo>
                  <a:cubicBezTo>
                    <a:pt x="6728" y="1"/>
                    <a:pt x="3911" y="2051"/>
                    <a:pt x="3559" y="2327"/>
                  </a:cubicBezTo>
                  <a:cubicBezTo>
                    <a:pt x="2880" y="2893"/>
                    <a:pt x="2553" y="3962"/>
                    <a:pt x="2553" y="5584"/>
                  </a:cubicBezTo>
                  <a:cubicBezTo>
                    <a:pt x="2553" y="6867"/>
                    <a:pt x="2087" y="8099"/>
                    <a:pt x="1258" y="9080"/>
                  </a:cubicBezTo>
                  <a:lnTo>
                    <a:pt x="1232" y="9118"/>
                  </a:lnTo>
                  <a:cubicBezTo>
                    <a:pt x="868" y="9570"/>
                    <a:pt x="490" y="11230"/>
                    <a:pt x="490" y="11771"/>
                  </a:cubicBezTo>
                  <a:cubicBezTo>
                    <a:pt x="490" y="12513"/>
                    <a:pt x="1031" y="12601"/>
                    <a:pt x="1383" y="12613"/>
                  </a:cubicBezTo>
                  <a:cubicBezTo>
                    <a:pt x="1295" y="13645"/>
                    <a:pt x="1132" y="15355"/>
                    <a:pt x="968" y="17266"/>
                  </a:cubicBezTo>
                  <a:cubicBezTo>
                    <a:pt x="679" y="20498"/>
                    <a:pt x="352" y="24144"/>
                    <a:pt x="151" y="26244"/>
                  </a:cubicBezTo>
                  <a:cubicBezTo>
                    <a:pt x="0" y="27665"/>
                    <a:pt x="252" y="28810"/>
                    <a:pt x="893" y="29627"/>
                  </a:cubicBezTo>
                  <a:cubicBezTo>
                    <a:pt x="1346" y="30206"/>
                    <a:pt x="2113" y="30570"/>
                    <a:pt x="2842" y="30784"/>
                  </a:cubicBezTo>
                  <a:cubicBezTo>
                    <a:pt x="2779" y="30872"/>
                    <a:pt x="2754" y="30985"/>
                    <a:pt x="2741" y="31098"/>
                  </a:cubicBezTo>
                  <a:lnTo>
                    <a:pt x="2741" y="33387"/>
                  </a:lnTo>
                  <a:cubicBezTo>
                    <a:pt x="2741" y="33387"/>
                    <a:pt x="1597" y="34217"/>
                    <a:pt x="1597" y="34934"/>
                  </a:cubicBezTo>
                  <a:cubicBezTo>
                    <a:pt x="1597" y="35650"/>
                    <a:pt x="2452" y="36392"/>
                    <a:pt x="8262" y="36392"/>
                  </a:cubicBezTo>
                  <a:cubicBezTo>
                    <a:pt x="14084" y="36392"/>
                    <a:pt x="14939" y="35650"/>
                    <a:pt x="14939" y="34934"/>
                  </a:cubicBezTo>
                  <a:cubicBezTo>
                    <a:pt x="14939" y="34217"/>
                    <a:pt x="13782" y="33387"/>
                    <a:pt x="13782" y="33387"/>
                  </a:cubicBezTo>
                  <a:lnTo>
                    <a:pt x="13782" y="31111"/>
                  </a:lnTo>
                  <a:cubicBezTo>
                    <a:pt x="13782" y="31010"/>
                    <a:pt x="13757" y="30922"/>
                    <a:pt x="13719" y="30847"/>
                  </a:cubicBezTo>
                  <a:cubicBezTo>
                    <a:pt x="14474" y="30658"/>
                    <a:pt x="15153" y="30231"/>
                    <a:pt x="15643" y="29627"/>
                  </a:cubicBezTo>
                  <a:cubicBezTo>
                    <a:pt x="16272" y="28810"/>
                    <a:pt x="16523" y="27665"/>
                    <a:pt x="16385" y="26244"/>
                  </a:cubicBezTo>
                  <a:cubicBezTo>
                    <a:pt x="16184" y="24144"/>
                    <a:pt x="15869" y="20498"/>
                    <a:pt x="15580" y="17266"/>
                  </a:cubicBezTo>
                  <a:cubicBezTo>
                    <a:pt x="15404" y="15355"/>
                    <a:pt x="15266" y="13657"/>
                    <a:pt x="15165" y="12613"/>
                  </a:cubicBezTo>
                  <a:cubicBezTo>
                    <a:pt x="15517" y="12601"/>
                    <a:pt x="16046" y="12513"/>
                    <a:pt x="16046" y="11771"/>
                  </a:cubicBezTo>
                  <a:cubicBezTo>
                    <a:pt x="16046" y="11230"/>
                    <a:pt x="15681" y="9570"/>
                    <a:pt x="15316" y="9118"/>
                  </a:cubicBezTo>
                  <a:lnTo>
                    <a:pt x="15291" y="9080"/>
                  </a:lnTo>
                  <a:cubicBezTo>
                    <a:pt x="14449" y="8099"/>
                    <a:pt x="13996" y="6867"/>
                    <a:pt x="13996" y="5584"/>
                  </a:cubicBezTo>
                  <a:cubicBezTo>
                    <a:pt x="13996" y="3962"/>
                    <a:pt x="13669" y="2893"/>
                    <a:pt x="12990" y="2327"/>
                  </a:cubicBezTo>
                  <a:cubicBezTo>
                    <a:pt x="12638" y="2038"/>
                    <a:pt x="9821" y="1"/>
                    <a:pt x="82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8" name="Google Shape;10058;p59"/>
            <p:cNvSpPr/>
            <p:nvPr/>
          </p:nvSpPr>
          <p:spPr>
            <a:xfrm>
              <a:off x="7971290" y="3379572"/>
              <a:ext cx="209217" cy="13561"/>
            </a:xfrm>
            <a:custGeom>
              <a:avLst/>
              <a:gdLst/>
              <a:ahLst/>
              <a:cxnLst/>
              <a:rect l="l" t="t" r="r" b="b"/>
              <a:pathLst>
                <a:path w="4289" h="278" extrusionOk="0">
                  <a:moveTo>
                    <a:pt x="1748" y="1"/>
                  </a:moveTo>
                  <a:cubicBezTo>
                    <a:pt x="1610" y="1"/>
                    <a:pt x="1484" y="14"/>
                    <a:pt x="1358" y="14"/>
                  </a:cubicBezTo>
                  <a:cubicBezTo>
                    <a:pt x="1107" y="26"/>
                    <a:pt x="880" y="39"/>
                    <a:pt x="679" y="64"/>
                  </a:cubicBezTo>
                  <a:cubicBezTo>
                    <a:pt x="277" y="89"/>
                    <a:pt x="0" y="139"/>
                    <a:pt x="0" y="139"/>
                  </a:cubicBezTo>
                  <a:cubicBezTo>
                    <a:pt x="0" y="139"/>
                    <a:pt x="277" y="190"/>
                    <a:pt x="679" y="215"/>
                  </a:cubicBezTo>
                  <a:cubicBezTo>
                    <a:pt x="868" y="240"/>
                    <a:pt x="1107" y="252"/>
                    <a:pt x="1358" y="265"/>
                  </a:cubicBezTo>
                  <a:cubicBezTo>
                    <a:pt x="1484" y="265"/>
                    <a:pt x="1610" y="278"/>
                    <a:pt x="1748" y="278"/>
                  </a:cubicBezTo>
                  <a:lnTo>
                    <a:pt x="2540" y="278"/>
                  </a:lnTo>
                  <a:cubicBezTo>
                    <a:pt x="2679" y="278"/>
                    <a:pt x="2804" y="265"/>
                    <a:pt x="2930" y="265"/>
                  </a:cubicBezTo>
                  <a:cubicBezTo>
                    <a:pt x="3182" y="252"/>
                    <a:pt x="3421" y="240"/>
                    <a:pt x="3622" y="215"/>
                  </a:cubicBezTo>
                  <a:cubicBezTo>
                    <a:pt x="4012" y="190"/>
                    <a:pt x="4288" y="139"/>
                    <a:pt x="4288" y="139"/>
                  </a:cubicBezTo>
                  <a:cubicBezTo>
                    <a:pt x="4288" y="139"/>
                    <a:pt x="4012" y="89"/>
                    <a:pt x="3622" y="64"/>
                  </a:cubicBezTo>
                  <a:cubicBezTo>
                    <a:pt x="3421" y="39"/>
                    <a:pt x="3182" y="26"/>
                    <a:pt x="2930" y="14"/>
                  </a:cubicBezTo>
                  <a:cubicBezTo>
                    <a:pt x="2804" y="14"/>
                    <a:pt x="2679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9" name="Google Shape;10059;p59"/>
            <p:cNvSpPr/>
            <p:nvPr/>
          </p:nvSpPr>
          <p:spPr>
            <a:xfrm>
              <a:off x="7971290" y="3242792"/>
              <a:ext cx="209217" cy="12927"/>
            </a:xfrm>
            <a:custGeom>
              <a:avLst/>
              <a:gdLst/>
              <a:ahLst/>
              <a:cxnLst/>
              <a:rect l="l" t="t" r="r" b="b"/>
              <a:pathLst>
                <a:path w="4289" h="265" extrusionOk="0">
                  <a:moveTo>
                    <a:pt x="1748" y="1"/>
                  </a:moveTo>
                  <a:cubicBezTo>
                    <a:pt x="1610" y="1"/>
                    <a:pt x="1484" y="1"/>
                    <a:pt x="1358" y="13"/>
                  </a:cubicBezTo>
                  <a:cubicBezTo>
                    <a:pt x="1107" y="26"/>
                    <a:pt x="880" y="38"/>
                    <a:pt x="679" y="51"/>
                  </a:cubicBezTo>
                  <a:cubicBezTo>
                    <a:pt x="277" y="89"/>
                    <a:pt x="0" y="127"/>
                    <a:pt x="0" y="127"/>
                  </a:cubicBezTo>
                  <a:cubicBezTo>
                    <a:pt x="0" y="127"/>
                    <a:pt x="277" y="177"/>
                    <a:pt x="679" y="215"/>
                  </a:cubicBezTo>
                  <a:cubicBezTo>
                    <a:pt x="868" y="227"/>
                    <a:pt x="1107" y="240"/>
                    <a:pt x="1358" y="252"/>
                  </a:cubicBezTo>
                  <a:cubicBezTo>
                    <a:pt x="1484" y="252"/>
                    <a:pt x="1610" y="265"/>
                    <a:pt x="1748" y="265"/>
                  </a:cubicBezTo>
                  <a:lnTo>
                    <a:pt x="2540" y="265"/>
                  </a:lnTo>
                  <a:cubicBezTo>
                    <a:pt x="2679" y="265"/>
                    <a:pt x="2804" y="265"/>
                    <a:pt x="2930" y="252"/>
                  </a:cubicBezTo>
                  <a:cubicBezTo>
                    <a:pt x="3182" y="252"/>
                    <a:pt x="3421" y="227"/>
                    <a:pt x="3622" y="215"/>
                  </a:cubicBezTo>
                  <a:cubicBezTo>
                    <a:pt x="4012" y="177"/>
                    <a:pt x="4288" y="139"/>
                    <a:pt x="4288" y="139"/>
                  </a:cubicBezTo>
                  <a:cubicBezTo>
                    <a:pt x="4288" y="139"/>
                    <a:pt x="4012" y="89"/>
                    <a:pt x="3622" y="51"/>
                  </a:cubicBezTo>
                  <a:cubicBezTo>
                    <a:pt x="3421" y="38"/>
                    <a:pt x="3182" y="26"/>
                    <a:pt x="2930" y="13"/>
                  </a:cubicBezTo>
                  <a:cubicBezTo>
                    <a:pt x="2804" y="13"/>
                    <a:pt x="2679" y="1"/>
                    <a:pt x="25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0" name="Google Shape;10060;p59"/>
            <p:cNvSpPr/>
            <p:nvPr/>
          </p:nvSpPr>
          <p:spPr>
            <a:xfrm>
              <a:off x="8384694" y="3431132"/>
              <a:ext cx="57707" cy="649018"/>
            </a:xfrm>
            <a:custGeom>
              <a:avLst/>
              <a:gdLst/>
              <a:ahLst/>
              <a:cxnLst/>
              <a:rect l="l" t="t" r="r" b="b"/>
              <a:pathLst>
                <a:path w="1183" h="13305" extrusionOk="0">
                  <a:moveTo>
                    <a:pt x="1" y="0"/>
                  </a:moveTo>
                  <a:cubicBezTo>
                    <a:pt x="1" y="0"/>
                    <a:pt x="1" y="214"/>
                    <a:pt x="26" y="579"/>
                  </a:cubicBezTo>
                  <a:cubicBezTo>
                    <a:pt x="51" y="943"/>
                    <a:pt x="76" y="1459"/>
                    <a:pt x="114" y="2088"/>
                  </a:cubicBezTo>
                  <a:cubicBezTo>
                    <a:pt x="164" y="2716"/>
                    <a:pt x="214" y="3446"/>
                    <a:pt x="277" y="4225"/>
                  </a:cubicBezTo>
                  <a:lnTo>
                    <a:pt x="365" y="5420"/>
                  </a:lnTo>
                  <a:lnTo>
                    <a:pt x="478" y="6665"/>
                  </a:lnTo>
                  <a:lnTo>
                    <a:pt x="592" y="7910"/>
                  </a:lnTo>
                  <a:lnTo>
                    <a:pt x="705" y="9117"/>
                  </a:lnTo>
                  <a:cubicBezTo>
                    <a:pt x="780" y="9897"/>
                    <a:pt x="868" y="10613"/>
                    <a:pt x="931" y="11242"/>
                  </a:cubicBezTo>
                  <a:cubicBezTo>
                    <a:pt x="1007" y="11858"/>
                    <a:pt x="1069" y="12374"/>
                    <a:pt x="1120" y="12738"/>
                  </a:cubicBezTo>
                  <a:cubicBezTo>
                    <a:pt x="1157" y="13103"/>
                    <a:pt x="1183" y="13304"/>
                    <a:pt x="1183" y="13304"/>
                  </a:cubicBezTo>
                  <a:cubicBezTo>
                    <a:pt x="1183" y="13304"/>
                    <a:pt x="1183" y="13103"/>
                    <a:pt x="1157" y="12738"/>
                  </a:cubicBezTo>
                  <a:cubicBezTo>
                    <a:pt x="1132" y="12374"/>
                    <a:pt x="1120" y="11846"/>
                    <a:pt x="1069" y="11217"/>
                  </a:cubicBezTo>
                  <a:cubicBezTo>
                    <a:pt x="1032" y="10588"/>
                    <a:pt x="981" y="9859"/>
                    <a:pt x="919" y="9079"/>
                  </a:cubicBezTo>
                  <a:lnTo>
                    <a:pt x="818" y="7885"/>
                  </a:lnTo>
                  <a:lnTo>
                    <a:pt x="717" y="6640"/>
                  </a:lnTo>
                  <a:lnTo>
                    <a:pt x="604" y="5395"/>
                  </a:lnTo>
                  <a:lnTo>
                    <a:pt x="478" y="4200"/>
                  </a:lnTo>
                  <a:cubicBezTo>
                    <a:pt x="403" y="3408"/>
                    <a:pt x="328" y="2691"/>
                    <a:pt x="252" y="2075"/>
                  </a:cubicBezTo>
                  <a:cubicBezTo>
                    <a:pt x="177" y="1446"/>
                    <a:pt x="114" y="931"/>
                    <a:pt x="76" y="566"/>
                  </a:cubicBezTo>
                  <a:cubicBezTo>
                    <a:pt x="26" y="20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1" name="Google Shape;10061;p59"/>
            <p:cNvSpPr/>
            <p:nvPr/>
          </p:nvSpPr>
          <p:spPr>
            <a:xfrm>
              <a:off x="7751052" y="3431132"/>
              <a:ext cx="58341" cy="649018"/>
            </a:xfrm>
            <a:custGeom>
              <a:avLst/>
              <a:gdLst/>
              <a:ahLst/>
              <a:cxnLst/>
              <a:rect l="l" t="t" r="r" b="b"/>
              <a:pathLst>
                <a:path w="1196" h="13305" extrusionOk="0">
                  <a:moveTo>
                    <a:pt x="1195" y="0"/>
                  </a:moveTo>
                  <a:cubicBezTo>
                    <a:pt x="1195" y="0"/>
                    <a:pt x="1170" y="202"/>
                    <a:pt x="1133" y="566"/>
                  </a:cubicBezTo>
                  <a:cubicBezTo>
                    <a:pt x="1082" y="931"/>
                    <a:pt x="1019" y="1446"/>
                    <a:pt x="944" y="2075"/>
                  </a:cubicBezTo>
                  <a:cubicBezTo>
                    <a:pt x="881" y="2691"/>
                    <a:pt x="793" y="3421"/>
                    <a:pt x="718" y="4200"/>
                  </a:cubicBezTo>
                  <a:lnTo>
                    <a:pt x="604" y="5395"/>
                  </a:lnTo>
                  <a:lnTo>
                    <a:pt x="491" y="6640"/>
                  </a:lnTo>
                  <a:lnTo>
                    <a:pt x="378" y="7885"/>
                  </a:lnTo>
                  <a:lnTo>
                    <a:pt x="277" y="9079"/>
                  </a:lnTo>
                  <a:cubicBezTo>
                    <a:pt x="215" y="9871"/>
                    <a:pt x="164" y="10588"/>
                    <a:pt x="127" y="11217"/>
                  </a:cubicBezTo>
                  <a:cubicBezTo>
                    <a:pt x="76" y="11846"/>
                    <a:pt x="64" y="12361"/>
                    <a:pt x="39" y="12726"/>
                  </a:cubicBezTo>
                  <a:cubicBezTo>
                    <a:pt x="13" y="13091"/>
                    <a:pt x="1" y="13304"/>
                    <a:pt x="1" y="13304"/>
                  </a:cubicBezTo>
                  <a:cubicBezTo>
                    <a:pt x="1" y="13304"/>
                    <a:pt x="39" y="13103"/>
                    <a:pt x="76" y="12738"/>
                  </a:cubicBezTo>
                  <a:cubicBezTo>
                    <a:pt x="127" y="12374"/>
                    <a:pt x="189" y="11858"/>
                    <a:pt x="265" y="11229"/>
                  </a:cubicBezTo>
                  <a:cubicBezTo>
                    <a:pt x="328" y="10613"/>
                    <a:pt x="416" y="9884"/>
                    <a:pt x="491" y="9104"/>
                  </a:cubicBezTo>
                  <a:lnTo>
                    <a:pt x="604" y="7910"/>
                  </a:lnTo>
                  <a:lnTo>
                    <a:pt x="718" y="6665"/>
                  </a:lnTo>
                  <a:lnTo>
                    <a:pt x="831" y="5420"/>
                  </a:lnTo>
                  <a:lnTo>
                    <a:pt x="931" y="4225"/>
                  </a:lnTo>
                  <a:cubicBezTo>
                    <a:pt x="982" y="3433"/>
                    <a:pt x="1045" y="2716"/>
                    <a:pt x="1082" y="2088"/>
                  </a:cubicBezTo>
                  <a:cubicBezTo>
                    <a:pt x="1133" y="1459"/>
                    <a:pt x="1145" y="943"/>
                    <a:pt x="1170" y="579"/>
                  </a:cubicBezTo>
                  <a:cubicBezTo>
                    <a:pt x="1195" y="214"/>
                    <a:pt x="1195" y="0"/>
                    <a:pt x="1195" y="0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2" name="Google Shape;10062;p59"/>
            <p:cNvSpPr/>
            <p:nvPr/>
          </p:nvSpPr>
          <p:spPr>
            <a:xfrm>
              <a:off x="7830172" y="4526633"/>
              <a:ext cx="384679" cy="43268"/>
            </a:xfrm>
            <a:custGeom>
              <a:avLst/>
              <a:gdLst/>
              <a:ahLst/>
              <a:cxnLst/>
              <a:rect l="l" t="t" r="r" b="b"/>
              <a:pathLst>
                <a:path w="7886" h="887" extrusionOk="0">
                  <a:moveTo>
                    <a:pt x="1" y="1"/>
                  </a:moveTo>
                  <a:lnTo>
                    <a:pt x="76" y="51"/>
                  </a:lnTo>
                  <a:cubicBezTo>
                    <a:pt x="152" y="89"/>
                    <a:pt x="240" y="126"/>
                    <a:pt x="315" y="164"/>
                  </a:cubicBezTo>
                  <a:cubicBezTo>
                    <a:pt x="416" y="202"/>
                    <a:pt x="542" y="252"/>
                    <a:pt x="693" y="303"/>
                  </a:cubicBezTo>
                  <a:cubicBezTo>
                    <a:pt x="843" y="353"/>
                    <a:pt x="1007" y="403"/>
                    <a:pt x="1183" y="453"/>
                  </a:cubicBezTo>
                  <a:cubicBezTo>
                    <a:pt x="1372" y="504"/>
                    <a:pt x="1573" y="541"/>
                    <a:pt x="1774" y="579"/>
                  </a:cubicBezTo>
                  <a:cubicBezTo>
                    <a:pt x="1988" y="617"/>
                    <a:pt x="2214" y="667"/>
                    <a:pt x="2453" y="692"/>
                  </a:cubicBezTo>
                  <a:cubicBezTo>
                    <a:pt x="2679" y="730"/>
                    <a:pt x="2918" y="755"/>
                    <a:pt x="3170" y="780"/>
                  </a:cubicBezTo>
                  <a:cubicBezTo>
                    <a:pt x="3409" y="806"/>
                    <a:pt x="3660" y="831"/>
                    <a:pt x="3912" y="843"/>
                  </a:cubicBezTo>
                  <a:cubicBezTo>
                    <a:pt x="4151" y="868"/>
                    <a:pt x="4402" y="868"/>
                    <a:pt x="4654" y="881"/>
                  </a:cubicBezTo>
                  <a:cubicBezTo>
                    <a:pt x="4733" y="885"/>
                    <a:pt x="4813" y="887"/>
                    <a:pt x="4893" y="887"/>
                  </a:cubicBezTo>
                  <a:cubicBezTo>
                    <a:pt x="5052" y="887"/>
                    <a:pt x="5211" y="881"/>
                    <a:pt x="5370" y="881"/>
                  </a:cubicBezTo>
                  <a:cubicBezTo>
                    <a:pt x="5597" y="881"/>
                    <a:pt x="5823" y="881"/>
                    <a:pt x="6037" y="868"/>
                  </a:cubicBezTo>
                  <a:cubicBezTo>
                    <a:pt x="6251" y="856"/>
                    <a:pt x="6464" y="843"/>
                    <a:pt x="6640" y="843"/>
                  </a:cubicBezTo>
                  <a:cubicBezTo>
                    <a:pt x="6829" y="831"/>
                    <a:pt x="7005" y="818"/>
                    <a:pt x="7156" y="806"/>
                  </a:cubicBezTo>
                  <a:lnTo>
                    <a:pt x="7546" y="768"/>
                  </a:lnTo>
                  <a:cubicBezTo>
                    <a:pt x="7760" y="755"/>
                    <a:pt x="7885" y="730"/>
                    <a:pt x="7885" y="730"/>
                  </a:cubicBezTo>
                  <a:cubicBezTo>
                    <a:pt x="7885" y="730"/>
                    <a:pt x="7760" y="730"/>
                    <a:pt x="7546" y="718"/>
                  </a:cubicBezTo>
                  <a:lnTo>
                    <a:pt x="6640" y="692"/>
                  </a:lnTo>
                  <a:lnTo>
                    <a:pt x="5370" y="642"/>
                  </a:lnTo>
                  <a:lnTo>
                    <a:pt x="4654" y="604"/>
                  </a:lnTo>
                  <a:cubicBezTo>
                    <a:pt x="4415" y="592"/>
                    <a:pt x="4163" y="579"/>
                    <a:pt x="3924" y="567"/>
                  </a:cubicBezTo>
                  <a:cubicBezTo>
                    <a:pt x="3673" y="554"/>
                    <a:pt x="3421" y="541"/>
                    <a:pt x="3182" y="516"/>
                  </a:cubicBezTo>
                  <a:cubicBezTo>
                    <a:pt x="2943" y="491"/>
                    <a:pt x="2705" y="479"/>
                    <a:pt x="2466" y="453"/>
                  </a:cubicBezTo>
                  <a:cubicBezTo>
                    <a:pt x="2239" y="428"/>
                    <a:pt x="2013" y="403"/>
                    <a:pt x="1799" y="378"/>
                  </a:cubicBezTo>
                  <a:cubicBezTo>
                    <a:pt x="1598" y="353"/>
                    <a:pt x="1397" y="315"/>
                    <a:pt x="1208" y="290"/>
                  </a:cubicBezTo>
                  <a:cubicBezTo>
                    <a:pt x="1032" y="265"/>
                    <a:pt x="856" y="240"/>
                    <a:pt x="705" y="202"/>
                  </a:cubicBezTo>
                  <a:cubicBezTo>
                    <a:pt x="567" y="164"/>
                    <a:pt x="429" y="139"/>
                    <a:pt x="328" y="114"/>
                  </a:cubicBezTo>
                  <a:cubicBezTo>
                    <a:pt x="227" y="76"/>
                    <a:pt x="139" y="51"/>
                    <a:pt x="89" y="3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3" name="Google Shape;10063;p59"/>
            <p:cNvSpPr/>
            <p:nvPr/>
          </p:nvSpPr>
          <p:spPr>
            <a:xfrm>
              <a:off x="7920365" y="4496585"/>
              <a:ext cx="203705" cy="17853"/>
            </a:xfrm>
            <a:custGeom>
              <a:avLst/>
              <a:gdLst/>
              <a:ahLst/>
              <a:cxnLst/>
              <a:rect l="l" t="t" r="r" b="b"/>
              <a:pathLst>
                <a:path w="4176" h="366" extrusionOk="0">
                  <a:moveTo>
                    <a:pt x="0" y="1"/>
                  </a:moveTo>
                  <a:cubicBezTo>
                    <a:pt x="0" y="1"/>
                    <a:pt x="63" y="26"/>
                    <a:pt x="177" y="63"/>
                  </a:cubicBezTo>
                  <a:cubicBezTo>
                    <a:pt x="290" y="101"/>
                    <a:pt x="453" y="139"/>
                    <a:pt x="654" y="177"/>
                  </a:cubicBezTo>
                  <a:cubicBezTo>
                    <a:pt x="742" y="202"/>
                    <a:pt x="856" y="214"/>
                    <a:pt x="969" y="240"/>
                  </a:cubicBezTo>
                  <a:cubicBezTo>
                    <a:pt x="1082" y="252"/>
                    <a:pt x="1195" y="277"/>
                    <a:pt x="1321" y="290"/>
                  </a:cubicBezTo>
                  <a:cubicBezTo>
                    <a:pt x="1434" y="302"/>
                    <a:pt x="1560" y="315"/>
                    <a:pt x="1698" y="328"/>
                  </a:cubicBezTo>
                  <a:lnTo>
                    <a:pt x="2088" y="353"/>
                  </a:lnTo>
                  <a:lnTo>
                    <a:pt x="2478" y="365"/>
                  </a:lnTo>
                  <a:lnTo>
                    <a:pt x="2855" y="365"/>
                  </a:lnTo>
                  <a:cubicBezTo>
                    <a:pt x="3106" y="365"/>
                    <a:pt x="3333" y="353"/>
                    <a:pt x="3534" y="340"/>
                  </a:cubicBezTo>
                  <a:cubicBezTo>
                    <a:pt x="3735" y="328"/>
                    <a:pt x="3886" y="302"/>
                    <a:pt x="3999" y="290"/>
                  </a:cubicBezTo>
                  <a:cubicBezTo>
                    <a:pt x="4112" y="277"/>
                    <a:pt x="4175" y="265"/>
                    <a:pt x="4175" y="265"/>
                  </a:cubicBezTo>
                  <a:cubicBezTo>
                    <a:pt x="4175" y="265"/>
                    <a:pt x="3924" y="214"/>
                    <a:pt x="3534" y="177"/>
                  </a:cubicBezTo>
                  <a:cubicBezTo>
                    <a:pt x="3333" y="151"/>
                    <a:pt x="3106" y="139"/>
                    <a:pt x="2855" y="126"/>
                  </a:cubicBezTo>
                  <a:cubicBezTo>
                    <a:pt x="2742" y="126"/>
                    <a:pt x="2616" y="101"/>
                    <a:pt x="2478" y="101"/>
                  </a:cubicBezTo>
                  <a:lnTo>
                    <a:pt x="2100" y="76"/>
                  </a:lnTo>
                  <a:lnTo>
                    <a:pt x="1333" y="38"/>
                  </a:lnTo>
                  <a:lnTo>
                    <a:pt x="667" y="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1" name="Google Shape;10081;p59"/>
          <p:cNvGrpSpPr/>
          <p:nvPr/>
        </p:nvGrpSpPr>
        <p:grpSpPr>
          <a:xfrm rot="1314047">
            <a:off x="632224" y="913335"/>
            <a:ext cx="1685438" cy="1538110"/>
            <a:chOff x="2906800" y="421925"/>
            <a:chExt cx="931500" cy="850075"/>
          </a:xfrm>
        </p:grpSpPr>
        <p:sp>
          <p:nvSpPr>
            <p:cNvPr id="10082" name="Google Shape;10082;p59"/>
            <p:cNvSpPr/>
            <p:nvPr/>
          </p:nvSpPr>
          <p:spPr>
            <a:xfrm>
              <a:off x="2906800" y="421925"/>
              <a:ext cx="931500" cy="850075"/>
            </a:xfrm>
            <a:custGeom>
              <a:avLst/>
              <a:gdLst/>
              <a:ahLst/>
              <a:cxnLst/>
              <a:rect l="l" t="t" r="r" b="b"/>
              <a:pathLst>
                <a:path w="37260" h="34003" extrusionOk="0">
                  <a:moveTo>
                    <a:pt x="34154" y="0"/>
                  </a:moveTo>
                  <a:cubicBezTo>
                    <a:pt x="33248" y="0"/>
                    <a:pt x="32519" y="465"/>
                    <a:pt x="31953" y="830"/>
                  </a:cubicBezTo>
                  <a:cubicBezTo>
                    <a:pt x="31639" y="1044"/>
                    <a:pt x="31312" y="1220"/>
                    <a:pt x="30985" y="1371"/>
                  </a:cubicBezTo>
                  <a:cubicBezTo>
                    <a:pt x="30394" y="1622"/>
                    <a:pt x="29866" y="1999"/>
                    <a:pt x="29451" y="2477"/>
                  </a:cubicBezTo>
                  <a:cubicBezTo>
                    <a:pt x="29287" y="2502"/>
                    <a:pt x="29149" y="2553"/>
                    <a:pt x="29011" y="2616"/>
                  </a:cubicBezTo>
                  <a:cubicBezTo>
                    <a:pt x="28772" y="2716"/>
                    <a:pt x="28545" y="2842"/>
                    <a:pt x="28332" y="2980"/>
                  </a:cubicBezTo>
                  <a:cubicBezTo>
                    <a:pt x="27954" y="2754"/>
                    <a:pt x="27527" y="2641"/>
                    <a:pt x="27087" y="2641"/>
                  </a:cubicBezTo>
                  <a:lnTo>
                    <a:pt x="22019" y="2641"/>
                  </a:lnTo>
                  <a:cubicBezTo>
                    <a:pt x="21755" y="2641"/>
                    <a:pt x="21504" y="2678"/>
                    <a:pt x="21252" y="2766"/>
                  </a:cubicBezTo>
                  <a:lnTo>
                    <a:pt x="14990" y="2766"/>
                  </a:lnTo>
                  <a:cubicBezTo>
                    <a:pt x="14751" y="2678"/>
                    <a:pt x="14499" y="2641"/>
                    <a:pt x="14248" y="2641"/>
                  </a:cubicBezTo>
                  <a:lnTo>
                    <a:pt x="9180" y="2641"/>
                  </a:lnTo>
                  <a:cubicBezTo>
                    <a:pt x="8740" y="2641"/>
                    <a:pt x="8325" y="2754"/>
                    <a:pt x="7948" y="2968"/>
                  </a:cubicBezTo>
                  <a:cubicBezTo>
                    <a:pt x="6615" y="3332"/>
                    <a:pt x="5835" y="4213"/>
                    <a:pt x="5559" y="5621"/>
                  </a:cubicBezTo>
                  <a:cubicBezTo>
                    <a:pt x="5483" y="6036"/>
                    <a:pt x="4653" y="9154"/>
                    <a:pt x="3987" y="11657"/>
                  </a:cubicBezTo>
                  <a:lnTo>
                    <a:pt x="3974" y="11707"/>
                  </a:lnTo>
                  <a:cubicBezTo>
                    <a:pt x="2239" y="18208"/>
                    <a:pt x="1095" y="22559"/>
                    <a:pt x="944" y="23590"/>
                  </a:cubicBezTo>
                  <a:cubicBezTo>
                    <a:pt x="906" y="23867"/>
                    <a:pt x="843" y="24169"/>
                    <a:pt x="768" y="24521"/>
                  </a:cubicBezTo>
                  <a:cubicBezTo>
                    <a:pt x="466" y="25904"/>
                    <a:pt x="1" y="27979"/>
                    <a:pt x="1334" y="30154"/>
                  </a:cubicBezTo>
                  <a:cubicBezTo>
                    <a:pt x="2993" y="32883"/>
                    <a:pt x="5269" y="33009"/>
                    <a:pt x="9155" y="33009"/>
                  </a:cubicBezTo>
                  <a:cubicBezTo>
                    <a:pt x="9960" y="33009"/>
                    <a:pt x="10890" y="32996"/>
                    <a:pt x="11984" y="32996"/>
                  </a:cubicBezTo>
                  <a:lnTo>
                    <a:pt x="11997" y="32996"/>
                  </a:lnTo>
                  <a:lnTo>
                    <a:pt x="14160" y="32971"/>
                  </a:lnTo>
                  <a:cubicBezTo>
                    <a:pt x="14482" y="33603"/>
                    <a:pt x="15145" y="34002"/>
                    <a:pt x="15850" y="34002"/>
                  </a:cubicBezTo>
                  <a:cubicBezTo>
                    <a:pt x="15861" y="34002"/>
                    <a:pt x="15872" y="34002"/>
                    <a:pt x="15883" y="34002"/>
                  </a:cubicBezTo>
                  <a:cubicBezTo>
                    <a:pt x="16298" y="34002"/>
                    <a:pt x="16700" y="33876"/>
                    <a:pt x="17039" y="33625"/>
                  </a:cubicBezTo>
                  <a:cubicBezTo>
                    <a:pt x="17329" y="33424"/>
                    <a:pt x="17605" y="33197"/>
                    <a:pt x="17907" y="32946"/>
                  </a:cubicBezTo>
                  <a:lnTo>
                    <a:pt x="30985" y="32946"/>
                  </a:lnTo>
                  <a:cubicBezTo>
                    <a:pt x="31727" y="32946"/>
                    <a:pt x="32431" y="32606"/>
                    <a:pt x="32884" y="32003"/>
                  </a:cubicBezTo>
                  <a:cubicBezTo>
                    <a:pt x="33336" y="31412"/>
                    <a:pt x="33475" y="30632"/>
                    <a:pt x="33274" y="29915"/>
                  </a:cubicBezTo>
                  <a:lnTo>
                    <a:pt x="32217" y="26193"/>
                  </a:lnTo>
                  <a:cubicBezTo>
                    <a:pt x="32896" y="26181"/>
                    <a:pt x="33550" y="25854"/>
                    <a:pt x="33978" y="25313"/>
                  </a:cubicBezTo>
                  <a:cubicBezTo>
                    <a:pt x="34368" y="24785"/>
                    <a:pt x="34506" y="24106"/>
                    <a:pt x="34317" y="23465"/>
                  </a:cubicBezTo>
                  <a:lnTo>
                    <a:pt x="32909" y="18057"/>
                  </a:lnTo>
                  <a:cubicBezTo>
                    <a:pt x="32859" y="17844"/>
                    <a:pt x="32771" y="17655"/>
                    <a:pt x="32657" y="17479"/>
                  </a:cubicBezTo>
                  <a:lnTo>
                    <a:pt x="32532" y="16989"/>
                  </a:lnTo>
                  <a:cubicBezTo>
                    <a:pt x="32758" y="16687"/>
                    <a:pt x="32959" y="16410"/>
                    <a:pt x="33123" y="16171"/>
                  </a:cubicBezTo>
                  <a:lnTo>
                    <a:pt x="33148" y="16133"/>
                  </a:lnTo>
                  <a:cubicBezTo>
                    <a:pt x="33311" y="15882"/>
                    <a:pt x="33450" y="15668"/>
                    <a:pt x="33538" y="15517"/>
                  </a:cubicBezTo>
                  <a:lnTo>
                    <a:pt x="33563" y="15467"/>
                  </a:lnTo>
                  <a:lnTo>
                    <a:pt x="33701" y="15241"/>
                  </a:lnTo>
                  <a:cubicBezTo>
                    <a:pt x="33978" y="14750"/>
                    <a:pt x="34028" y="14159"/>
                    <a:pt x="33827" y="13631"/>
                  </a:cubicBezTo>
                  <a:cubicBezTo>
                    <a:pt x="33915" y="13266"/>
                    <a:pt x="33978" y="12914"/>
                    <a:pt x="34053" y="12575"/>
                  </a:cubicBezTo>
                  <a:cubicBezTo>
                    <a:pt x="34129" y="12172"/>
                    <a:pt x="34267" y="11493"/>
                    <a:pt x="34342" y="11280"/>
                  </a:cubicBezTo>
                  <a:cubicBezTo>
                    <a:pt x="34757" y="10424"/>
                    <a:pt x="35411" y="9255"/>
                    <a:pt x="35424" y="9242"/>
                  </a:cubicBezTo>
                  <a:cubicBezTo>
                    <a:pt x="35625" y="8878"/>
                    <a:pt x="35738" y="8475"/>
                    <a:pt x="35751" y="8060"/>
                  </a:cubicBezTo>
                  <a:cubicBezTo>
                    <a:pt x="36304" y="7457"/>
                    <a:pt x="36405" y="6564"/>
                    <a:pt x="36002" y="5860"/>
                  </a:cubicBezTo>
                  <a:cubicBezTo>
                    <a:pt x="36053" y="5722"/>
                    <a:pt x="36103" y="5583"/>
                    <a:pt x="36166" y="5457"/>
                  </a:cubicBezTo>
                  <a:cubicBezTo>
                    <a:pt x="37260" y="3106"/>
                    <a:pt x="37046" y="1408"/>
                    <a:pt x="35524" y="415"/>
                  </a:cubicBezTo>
                  <a:cubicBezTo>
                    <a:pt x="35449" y="365"/>
                    <a:pt x="35361" y="314"/>
                    <a:pt x="35273" y="264"/>
                  </a:cubicBezTo>
                  <a:cubicBezTo>
                    <a:pt x="34933" y="88"/>
                    <a:pt x="34544" y="0"/>
                    <a:pt x="341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" dist="9525" dir="5400000" algn="bl" rotWithShape="0">
                <a:schemeClr val="dk2">
                  <a:alpha val="4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3" name="Google Shape;10083;p59"/>
            <p:cNvSpPr/>
            <p:nvPr/>
          </p:nvSpPr>
          <p:spPr>
            <a:xfrm>
              <a:off x="2957100" y="469025"/>
              <a:ext cx="828700" cy="756150"/>
            </a:xfrm>
            <a:custGeom>
              <a:avLst/>
              <a:gdLst/>
              <a:ahLst/>
              <a:cxnLst/>
              <a:rect l="l" t="t" r="r" b="b"/>
              <a:pathLst>
                <a:path w="33148" h="30246" extrusionOk="0">
                  <a:moveTo>
                    <a:pt x="32138" y="1"/>
                  </a:moveTo>
                  <a:cubicBezTo>
                    <a:pt x="31795" y="1"/>
                    <a:pt x="31400" y="246"/>
                    <a:pt x="30960" y="530"/>
                  </a:cubicBezTo>
                  <a:cubicBezTo>
                    <a:pt x="30557" y="807"/>
                    <a:pt x="30130" y="1046"/>
                    <a:pt x="29690" y="1235"/>
                  </a:cubicBezTo>
                  <a:cubicBezTo>
                    <a:pt x="29048" y="1499"/>
                    <a:pt x="28394" y="2303"/>
                    <a:pt x="27866" y="3158"/>
                  </a:cubicBezTo>
                  <a:cubicBezTo>
                    <a:pt x="27891" y="3096"/>
                    <a:pt x="27929" y="3020"/>
                    <a:pt x="27967" y="2957"/>
                  </a:cubicBezTo>
                  <a:cubicBezTo>
                    <a:pt x="28030" y="2832"/>
                    <a:pt x="28042" y="2693"/>
                    <a:pt x="28005" y="2555"/>
                  </a:cubicBezTo>
                  <a:cubicBezTo>
                    <a:pt x="27992" y="2517"/>
                    <a:pt x="27954" y="2479"/>
                    <a:pt x="27917" y="2454"/>
                  </a:cubicBezTo>
                  <a:cubicBezTo>
                    <a:pt x="27891" y="2442"/>
                    <a:pt x="27863" y="2435"/>
                    <a:pt x="27835" y="2435"/>
                  </a:cubicBezTo>
                  <a:cubicBezTo>
                    <a:pt x="27807" y="2435"/>
                    <a:pt x="27778" y="2442"/>
                    <a:pt x="27753" y="2454"/>
                  </a:cubicBezTo>
                  <a:cubicBezTo>
                    <a:pt x="27715" y="2479"/>
                    <a:pt x="26823" y="2869"/>
                    <a:pt x="25867" y="4051"/>
                  </a:cubicBezTo>
                  <a:lnTo>
                    <a:pt x="25791" y="4152"/>
                  </a:lnTo>
                  <a:lnTo>
                    <a:pt x="25427" y="2794"/>
                  </a:lnTo>
                  <a:cubicBezTo>
                    <a:pt x="25414" y="2718"/>
                    <a:pt x="25251" y="2643"/>
                    <a:pt x="25087" y="2643"/>
                  </a:cubicBezTo>
                  <a:lnTo>
                    <a:pt x="20020" y="2643"/>
                  </a:lnTo>
                  <a:cubicBezTo>
                    <a:pt x="20007" y="2641"/>
                    <a:pt x="19994" y="2641"/>
                    <a:pt x="19981" y="2641"/>
                  </a:cubicBezTo>
                  <a:cubicBezTo>
                    <a:pt x="19893" y="2641"/>
                    <a:pt x="19809" y="2676"/>
                    <a:pt x="19743" y="2731"/>
                  </a:cubicBezTo>
                  <a:cubicBezTo>
                    <a:pt x="19730" y="2744"/>
                    <a:pt x="19730" y="2744"/>
                    <a:pt x="19730" y="2756"/>
                  </a:cubicBezTo>
                  <a:lnTo>
                    <a:pt x="12525" y="2756"/>
                  </a:lnTo>
                  <a:cubicBezTo>
                    <a:pt x="12512" y="2756"/>
                    <a:pt x="12512" y="2744"/>
                    <a:pt x="12512" y="2744"/>
                  </a:cubicBezTo>
                  <a:cubicBezTo>
                    <a:pt x="12437" y="2668"/>
                    <a:pt x="12336" y="2643"/>
                    <a:pt x="12236" y="2643"/>
                  </a:cubicBezTo>
                  <a:lnTo>
                    <a:pt x="7181" y="2643"/>
                  </a:lnTo>
                  <a:cubicBezTo>
                    <a:pt x="7005" y="2643"/>
                    <a:pt x="6854" y="2718"/>
                    <a:pt x="6829" y="2806"/>
                  </a:cubicBezTo>
                  <a:lnTo>
                    <a:pt x="6816" y="2844"/>
                  </a:lnTo>
                  <a:cubicBezTo>
                    <a:pt x="5873" y="2970"/>
                    <a:pt x="5559" y="3297"/>
                    <a:pt x="5408" y="4102"/>
                  </a:cubicBezTo>
                  <a:cubicBezTo>
                    <a:pt x="5320" y="4542"/>
                    <a:pt x="4578" y="7333"/>
                    <a:pt x="3786" y="10288"/>
                  </a:cubicBezTo>
                  <a:cubicBezTo>
                    <a:pt x="2453" y="15293"/>
                    <a:pt x="944" y="20977"/>
                    <a:pt x="805" y="21970"/>
                  </a:cubicBezTo>
                  <a:cubicBezTo>
                    <a:pt x="755" y="22322"/>
                    <a:pt x="680" y="22675"/>
                    <a:pt x="592" y="23052"/>
                  </a:cubicBezTo>
                  <a:cubicBezTo>
                    <a:pt x="315" y="24322"/>
                    <a:pt x="1" y="25768"/>
                    <a:pt x="931" y="27302"/>
                  </a:cubicBezTo>
                  <a:cubicBezTo>
                    <a:pt x="1987" y="29025"/>
                    <a:pt x="3132" y="29251"/>
                    <a:pt x="7143" y="29251"/>
                  </a:cubicBezTo>
                  <a:cubicBezTo>
                    <a:pt x="7948" y="29251"/>
                    <a:pt x="8891" y="29239"/>
                    <a:pt x="9972" y="29239"/>
                  </a:cubicBezTo>
                  <a:cubicBezTo>
                    <a:pt x="11242" y="29226"/>
                    <a:pt x="12802" y="29201"/>
                    <a:pt x="14587" y="29201"/>
                  </a:cubicBezTo>
                  <a:cubicBezTo>
                    <a:pt x="14348" y="29465"/>
                    <a:pt x="14109" y="29729"/>
                    <a:pt x="13858" y="29993"/>
                  </a:cubicBezTo>
                  <a:cubicBezTo>
                    <a:pt x="13820" y="30043"/>
                    <a:pt x="13795" y="30106"/>
                    <a:pt x="13795" y="30169"/>
                  </a:cubicBezTo>
                  <a:cubicBezTo>
                    <a:pt x="13803" y="30218"/>
                    <a:pt x="13832" y="30246"/>
                    <a:pt x="13869" y="30246"/>
                  </a:cubicBezTo>
                  <a:cubicBezTo>
                    <a:pt x="13889" y="30246"/>
                    <a:pt x="13911" y="30237"/>
                    <a:pt x="13933" y="30219"/>
                  </a:cubicBezTo>
                  <a:cubicBezTo>
                    <a:pt x="14361" y="29905"/>
                    <a:pt x="14789" y="29553"/>
                    <a:pt x="15191" y="29188"/>
                  </a:cubicBezTo>
                  <a:lnTo>
                    <a:pt x="28960" y="29188"/>
                  </a:lnTo>
                  <a:cubicBezTo>
                    <a:pt x="29124" y="29188"/>
                    <a:pt x="29262" y="29125"/>
                    <a:pt x="29363" y="29000"/>
                  </a:cubicBezTo>
                  <a:cubicBezTo>
                    <a:pt x="29451" y="28874"/>
                    <a:pt x="29488" y="28710"/>
                    <a:pt x="29438" y="28560"/>
                  </a:cubicBezTo>
                  <a:lnTo>
                    <a:pt x="28042" y="23668"/>
                  </a:lnTo>
                  <a:lnTo>
                    <a:pt x="28457" y="22436"/>
                  </a:lnTo>
                  <a:lnTo>
                    <a:pt x="30117" y="22436"/>
                  </a:lnTo>
                  <a:cubicBezTo>
                    <a:pt x="30381" y="22436"/>
                    <a:pt x="30557" y="22272"/>
                    <a:pt x="30494" y="22071"/>
                  </a:cubicBezTo>
                  <a:lnTo>
                    <a:pt x="29086" y="16664"/>
                  </a:lnTo>
                  <a:cubicBezTo>
                    <a:pt x="29061" y="16576"/>
                    <a:pt x="29011" y="16513"/>
                    <a:pt x="28935" y="16475"/>
                  </a:cubicBezTo>
                  <a:lnTo>
                    <a:pt x="28470" y="14664"/>
                  </a:lnTo>
                  <a:cubicBezTo>
                    <a:pt x="28659" y="14438"/>
                    <a:pt x="28847" y="14199"/>
                    <a:pt x="29023" y="13985"/>
                  </a:cubicBezTo>
                  <a:cubicBezTo>
                    <a:pt x="29224" y="13709"/>
                    <a:pt x="29413" y="13445"/>
                    <a:pt x="29577" y="13218"/>
                  </a:cubicBezTo>
                  <a:cubicBezTo>
                    <a:pt x="29727" y="12992"/>
                    <a:pt x="29853" y="12778"/>
                    <a:pt x="29941" y="12640"/>
                  </a:cubicBezTo>
                  <a:lnTo>
                    <a:pt x="30067" y="12414"/>
                  </a:lnTo>
                  <a:lnTo>
                    <a:pt x="29903" y="12602"/>
                  </a:lnTo>
                  <a:cubicBezTo>
                    <a:pt x="29803" y="12728"/>
                    <a:pt x="29665" y="12891"/>
                    <a:pt x="29488" y="13093"/>
                  </a:cubicBezTo>
                  <a:lnTo>
                    <a:pt x="29438" y="13143"/>
                  </a:lnTo>
                  <a:cubicBezTo>
                    <a:pt x="29803" y="12338"/>
                    <a:pt x="30017" y="11282"/>
                    <a:pt x="30205" y="10326"/>
                  </a:cubicBezTo>
                  <a:cubicBezTo>
                    <a:pt x="30344" y="9634"/>
                    <a:pt x="30494" y="8918"/>
                    <a:pt x="30645" y="8603"/>
                  </a:cubicBezTo>
                  <a:cubicBezTo>
                    <a:pt x="31085" y="7685"/>
                    <a:pt x="31777" y="6453"/>
                    <a:pt x="31790" y="6440"/>
                  </a:cubicBezTo>
                  <a:cubicBezTo>
                    <a:pt x="31878" y="6302"/>
                    <a:pt x="31890" y="6139"/>
                    <a:pt x="31840" y="5988"/>
                  </a:cubicBezTo>
                  <a:cubicBezTo>
                    <a:pt x="31815" y="5950"/>
                    <a:pt x="31790" y="5925"/>
                    <a:pt x="31765" y="5912"/>
                  </a:cubicBezTo>
                  <a:cubicBezTo>
                    <a:pt x="31735" y="5900"/>
                    <a:pt x="31706" y="5894"/>
                    <a:pt x="31677" y="5894"/>
                  </a:cubicBezTo>
                  <a:cubicBezTo>
                    <a:pt x="31621" y="5894"/>
                    <a:pt x="31568" y="5917"/>
                    <a:pt x="31526" y="5950"/>
                  </a:cubicBezTo>
                  <a:cubicBezTo>
                    <a:pt x="31123" y="6239"/>
                    <a:pt x="30759" y="6541"/>
                    <a:pt x="30394" y="6855"/>
                  </a:cubicBezTo>
                  <a:cubicBezTo>
                    <a:pt x="30457" y="6793"/>
                    <a:pt x="30520" y="6717"/>
                    <a:pt x="30582" y="6642"/>
                  </a:cubicBezTo>
                  <a:lnTo>
                    <a:pt x="30645" y="6579"/>
                  </a:lnTo>
                  <a:cubicBezTo>
                    <a:pt x="30796" y="6440"/>
                    <a:pt x="30960" y="6290"/>
                    <a:pt x="31111" y="6151"/>
                  </a:cubicBezTo>
                  <a:cubicBezTo>
                    <a:pt x="31274" y="6000"/>
                    <a:pt x="31425" y="5837"/>
                    <a:pt x="31576" y="5699"/>
                  </a:cubicBezTo>
                  <a:cubicBezTo>
                    <a:pt x="31714" y="5560"/>
                    <a:pt x="31853" y="5422"/>
                    <a:pt x="31978" y="5309"/>
                  </a:cubicBezTo>
                  <a:cubicBezTo>
                    <a:pt x="32091" y="5208"/>
                    <a:pt x="32192" y="5095"/>
                    <a:pt x="32268" y="5020"/>
                  </a:cubicBezTo>
                  <a:lnTo>
                    <a:pt x="32368" y="4906"/>
                  </a:lnTo>
                  <a:lnTo>
                    <a:pt x="32255" y="4957"/>
                  </a:lnTo>
                  <a:cubicBezTo>
                    <a:pt x="32179" y="4994"/>
                    <a:pt x="32066" y="5057"/>
                    <a:pt x="31941" y="5133"/>
                  </a:cubicBezTo>
                  <a:lnTo>
                    <a:pt x="31878" y="5170"/>
                  </a:lnTo>
                  <a:lnTo>
                    <a:pt x="31878" y="5133"/>
                  </a:lnTo>
                  <a:cubicBezTo>
                    <a:pt x="31928" y="4315"/>
                    <a:pt x="32117" y="3523"/>
                    <a:pt x="32444" y="2769"/>
                  </a:cubicBezTo>
                  <a:cubicBezTo>
                    <a:pt x="33135" y="1310"/>
                    <a:pt x="33148" y="530"/>
                    <a:pt x="32481" y="103"/>
                  </a:cubicBezTo>
                  <a:lnTo>
                    <a:pt x="32418" y="65"/>
                  </a:lnTo>
                  <a:cubicBezTo>
                    <a:pt x="32329" y="21"/>
                    <a:pt x="32236" y="1"/>
                    <a:pt x="321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4" name="Google Shape;10084;p59"/>
            <p:cNvSpPr/>
            <p:nvPr/>
          </p:nvSpPr>
          <p:spPr>
            <a:xfrm>
              <a:off x="3016825" y="549850"/>
              <a:ext cx="649825" cy="460275"/>
            </a:xfrm>
            <a:custGeom>
              <a:avLst/>
              <a:gdLst/>
              <a:ahLst/>
              <a:cxnLst/>
              <a:rect l="l" t="t" r="r" b="b"/>
              <a:pathLst>
                <a:path w="25993" h="18411" extrusionOk="0">
                  <a:moveTo>
                    <a:pt x="10520" y="303"/>
                  </a:moveTo>
                  <a:cubicBezTo>
                    <a:pt x="10655" y="305"/>
                    <a:pt x="10752" y="367"/>
                    <a:pt x="10752" y="454"/>
                  </a:cubicBezTo>
                  <a:cubicBezTo>
                    <a:pt x="10752" y="529"/>
                    <a:pt x="10652" y="592"/>
                    <a:pt x="10513" y="592"/>
                  </a:cubicBezTo>
                  <a:cubicBezTo>
                    <a:pt x="10388" y="592"/>
                    <a:pt x="10287" y="529"/>
                    <a:pt x="10287" y="454"/>
                  </a:cubicBezTo>
                  <a:cubicBezTo>
                    <a:pt x="10287" y="367"/>
                    <a:pt x="10397" y="305"/>
                    <a:pt x="10520" y="303"/>
                  </a:cubicBezTo>
                  <a:close/>
                  <a:moveTo>
                    <a:pt x="12073" y="303"/>
                  </a:moveTo>
                  <a:cubicBezTo>
                    <a:pt x="12198" y="303"/>
                    <a:pt x="12299" y="366"/>
                    <a:pt x="12299" y="454"/>
                  </a:cubicBezTo>
                  <a:cubicBezTo>
                    <a:pt x="12299" y="529"/>
                    <a:pt x="12198" y="592"/>
                    <a:pt x="12073" y="592"/>
                  </a:cubicBezTo>
                  <a:cubicBezTo>
                    <a:pt x="11947" y="592"/>
                    <a:pt x="11834" y="529"/>
                    <a:pt x="11834" y="454"/>
                  </a:cubicBezTo>
                  <a:cubicBezTo>
                    <a:pt x="11834" y="366"/>
                    <a:pt x="11947" y="303"/>
                    <a:pt x="12073" y="303"/>
                  </a:cubicBezTo>
                  <a:close/>
                  <a:moveTo>
                    <a:pt x="13626" y="303"/>
                  </a:moveTo>
                  <a:cubicBezTo>
                    <a:pt x="13749" y="305"/>
                    <a:pt x="13858" y="367"/>
                    <a:pt x="13858" y="454"/>
                  </a:cubicBezTo>
                  <a:cubicBezTo>
                    <a:pt x="13858" y="529"/>
                    <a:pt x="13745" y="592"/>
                    <a:pt x="13619" y="592"/>
                  </a:cubicBezTo>
                  <a:cubicBezTo>
                    <a:pt x="13494" y="592"/>
                    <a:pt x="13393" y="529"/>
                    <a:pt x="13393" y="454"/>
                  </a:cubicBezTo>
                  <a:cubicBezTo>
                    <a:pt x="13393" y="367"/>
                    <a:pt x="13502" y="305"/>
                    <a:pt x="13626" y="303"/>
                  </a:cubicBezTo>
                  <a:close/>
                  <a:moveTo>
                    <a:pt x="15179" y="303"/>
                  </a:moveTo>
                  <a:cubicBezTo>
                    <a:pt x="15304" y="303"/>
                    <a:pt x="15405" y="366"/>
                    <a:pt x="15405" y="454"/>
                  </a:cubicBezTo>
                  <a:cubicBezTo>
                    <a:pt x="15405" y="529"/>
                    <a:pt x="15304" y="592"/>
                    <a:pt x="15179" y="592"/>
                  </a:cubicBezTo>
                  <a:cubicBezTo>
                    <a:pt x="15040" y="592"/>
                    <a:pt x="14940" y="529"/>
                    <a:pt x="14940" y="454"/>
                  </a:cubicBezTo>
                  <a:cubicBezTo>
                    <a:pt x="14940" y="366"/>
                    <a:pt x="15053" y="303"/>
                    <a:pt x="15179" y="303"/>
                  </a:cubicBezTo>
                  <a:close/>
                  <a:moveTo>
                    <a:pt x="16725" y="303"/>
                  </a:moveTo>
                  <a:cubicBezTo>
                    <a:pt x="16851" y="303"/>
                    <a:pt x="16952" y="366"/>
                    <a:pt x="16952" y="454"/>
                  </a:cubicBezTo>
                  <a:cubicBezTo>
                    <a:pt x="16952" y="529"/>
                    <a:pt x="16851" y="592"/>
                    <a:pt x="16725" y="592"/>
                  </a:cubicBezTo>
                  <a:cubicBezTo>
                    <a:pt x="16600" y="592"/>
                    <a:pt x="16499" y="529"/>
                    <a:pt x="16499" y="454"/>
                  </a:cubicBezTo>
                  <a:cubicBezTo>
                    <a:pt x="16499" y="366"/>
                    <a:pt x="16600" y="303"/>
                    <a:pt x="16725" y="303"/>
                  </a:cubicBezTo>
                  <a:close/>
                  <a:moveTo>
                    <a:pt x="13544" y="3899"/>
                  </a:moveTo>
                  <a:lnTo>
                    <a:pt x="13582" y="3924"/>
                  </a:lnTo>
                  <a:cubicBezTo>
                    <a:pt x="14185" y="4213"/>
                    <a:pt x="14776" y="4515"/>
                    <a:pt x="15367" y="4830"/>
                  </a:cubicBezTo>
                  <a:lnTo>
                    <a:pt x="16247" y="5307"/>
                  </a:lnTo>
                  <a:cubicBezTo>
                    <a:pt x="16537" y="5458"/>
                    <a:pt x="16838" y="5622"/>
                    <a:pt x="17128" y="5798"/>
                  </a:cubicBezTo>
                  <a:cubicBezTo>
                    <a:pt x="16813" y="5660"/>
                    <a:pt x="16511" y="5521"/>
                    <a:pt x="16210" y="5396"/>
                  </a:cubicBezTo>
                  <a:lnTo>
                    <a:pt x="15292" y="4968"/>
                  </a:lnTo>
                  <a:cubicBezTo>
                    <a:pt x="14713" y="4691"/>
                    <a:pt x="14122" y="4415"/>
                    <a:pt x="13544" y="4113"/>
                  </a:cubicBezTo>
                  <a:cubicBezTo>
                    <a:pt x="12953" y="4402"/>
                    <a:pt x="12374" y="4691"/>
                    <a:pt x="11783" y="4968"/>
                  </a:cubicBezTo>
                  <a:lnTo>
                    <a:pt x="10878" y="5396"/>
                  </a:lnTo>
                  <a:cubicBezTo>
                    <a:pt x="10564" y="5521"/>
                    <a:pt x="10262" y="5660"/>
                    <a:pt x="9960" y="5798"/>
                  </a:cubicBezTo>
                  <a:cubicBezTo>
                    <a:pt x="10249" y="5622"/>
                    <a:pt x="10551" y="5471"/>
                    <a:pt x="10840" y="5307"/>
                  </a:cubicBezTo>
                  <a:lnTo>
                    <a:pt x="10828" y="5307"/>
                  </a:lnTo>
                  <a:lnTo>
                    <a:pt x="11720" y="4830"/>
                  </a:lnTo>
                  <a:cubicBezTo>
                    <a:pt x="12311" y="4515"/>
                    <a:pt x="12903" y="4213"/>
                    <a:pt x="13494" y="3924"/>
                  </a:cubicBezTo>
                  <a:lnTo>
                    <a:pt x="13544" y="3899"/>
                  </a:lnTo>
                  <a:close/>
                  <a:moveTo>
                    <a:pt x="13544" y="4855"/>
                  </a:moveTo>
                  <a:lnTo>
                    <a:pt x="13695" y="4943"/>
                  </a:lnTo>
                  <a:lnTo>
                    <a:pt x="19202" y="7936"/>
                  </a:lnTo>
                  <a:lnTo>
                    <a:pt x="19718" y="8225"/>
                  </a:lnTo>
                  <a:lnTo>
                    <a:pt x="19202" y="8527"/>
                  </a:lnTo>
                  <a:lnTo>
                    <a:pt x="13707" y="11758"/>
                  </a:lnTo>
                  <a:lnTo>
                    <a:pt x="13531" y="11859"/>
                  </a:lnTo>
                  <a:lnTo>
                    <a:pt x="13355" y="11758"/>
                  </a:lnTo>
                  <a:lnTo>
                    <a:pt x="7860" y="8527"/>
                  </a:lnTo>
                  <a:lnTo>
                    <a:pt x="7344" y="8225"/>
                  </a:lnTo>
                  <a:lnTo>
                    <a:pt x="7885" y="7936"/>
                  </a:lnTo>
                  <a:lnTo>
                    <a:pt x="13380" y="4943"/>
                  </a:lnTo>
                  <a:lnTo>
                    <a:pt x="13544" y="4855"/>
                  </a:lnTo>
                  <a:close/>
                  <a:moveTo>
                    <a:pt x="18121" y="10425"/>
                  </a:moveTo>
                  <a:cubicBezTo>
                    <a:pt x="17756" y="10664"/>
                    <a:pt x="17379" y="10891"/>
                    <a:pt x="17002" y="11142"/>
                  </a:cubicBezTo>
                  <a:cubicBezTo>
                    <a:pt x="16637" y="11394"/>
                    <a:pt x="16260" y="11607"/>
                    <a:pt x="15883" y="11846"/>
                  </a:cubicBezTo>
                  <a:cubicBezTo>
                    <a:pt x="15128" y="12299"/>
                    <a:pt x="14374" y="12752"/>
                    <a:pt x="13607" y="13192"/>
                  </a:cubicBezTo>
                  <a:lnTo>
                    <a:pt x="13544" y="13230"/>
                  </a:lnTo>
                  <a:lnTo>
                    <a:pt x="13481" y="13192"/>
                  </a:lnTo>
                  <a:cubicBezTo>
                    <a:pt x="12726" y="12752"/>
                    <a:pt x="11959" y="12299"/>
                    <a:pt x="11205" y="11846"/>
                  </a:cubicBezTo>
                  <a:cubicBezTo>
                    <a:pt x="10828" y="11607"/>
                    <a:pt x="10463" y="11381"/>
                    <a:pt x="10086" y="11142"/>
                  </a:cubicBezTo>
                  <a:cubicBezTo>
                    <a:pt x="9709" y="10903"/>
                    <a:pt x="9344" y="10677"/>
                    <a:pt x="8967" y="10425"/>
                  </a:cubicBezTo>
                  <a:lnTo>
                    <a:pt x="8967" y="10425"/>
                  </a:lnTo>
                  <a:cubicBezTo>
                    <a:pt x="9369" y="10627"/>
                    <a:pt x="9759" y="10828"/>
                    <a:pt x="10149" y="11042"/>
                  </a:cubicBezTo>
                  <a:cubicBezTo>
                    <a:pt x="10538" y="11243"/>
                    <a:pt x="10928" y="11457"/>
                    <a:pt x="11306" y="11670"/>
                  </a:cubicBezTo>
                  <a:cubicBezTo>
                    <a:pt x="12060" y="12085"/>
                    <a:pt x="12802" y="12513"/>
                    <a:pt x="13544" y="12940"/>
                  </a:cubicBezTo>
                  <a:cubicBezTo>
                    <a:pt x="14286" y="12513"/>
                    <a:pt x="15028" y="12085"/>
                    <a:pt x="15782" y="11670"/>
                  </a:cubicBezTo>
                  <a:cubicBezTo>
                    <a:pt x="16172" y="11457"/>
                    <a:pt x="16549" y="11243"/>
                    <a:pt x="16939" y="11042"/>
                  </a:cubicBezTo>
                  <a:cubicBezTo>
                    <a:pt x="17329" y="10828"/>
                    <a:pt x="17731" y="10614"/>
                    <a:pt x="18121" y="10425"/>
                  </a:cubicBezTo>
                  <a:close/>
                  <a:moveTo>
                    <a:pt x="7206" y="2629"/>
                  </a:moveTo>
                  <a:lnTo>
                    <a:pt x="7206" y="2629"/>
                  </a:lnTo>
                  <a:cubicBezTo>
                    <a:pt x="7093" y="3648"/>
                    <a:pt x="6967" y="4666"/>
                    <a:pt x="6816" y="5672"/>
                  </a:cubicBezTo>
                  <a:cubicBezTo>
                    <a:pt x="6678" y="6691"/>
                    <a:pt x="6502" y="7697"/>
                    <a:pt x="6351" y="8703"/>
                  </a:cubicBezTo>
                  <a:cubicBezTo>
                    <a:pt x="6188" y="9709"/>
                    <a:pt x="5999" y="10715"/>
                    <a:pt x="5798" y="11721"/>
                  </a:cubicBezTo>
                  <a:cubicBezTo>
                    <a:pt x="5609" y="12714"/>
                    <a:pt x="5395" y="13720"/>
                    <a:pt x="5169" y="14713"/>
                  </a:cubicBezTo>
                  <a:cubicBezTo>
                    <a:pt x="5270" y="13695"/>
                    <a:pt x="5395" y="12676"/>
                    <a:pt x="5546" y="11670"/>
                  </a:cubicBezTo>
                  <a:cubicBezTo>
                    <a:pt x="5685" y="10664"/>
                    <a:pt x="5861" y="9658"/>
                    <a:pt x="6012" y="8652"/>
                  </a:cubicBezTo>
                  <a:cubicBezTo>
                    <a:pt x="6175" y="7634"/>
                    <a:pt x="6364" y="6628"/>
                    <a:pt x="6565" y="5634"/>
                  </a:cubicBezTo>
                  <a:cubicBezTo>
                    <a:pt x="6753" y="4628"/>
                    <a:pt x="6967" y="3635"/>
                    <a:pt x="7206" y="2629"/>
                  </a:cubicBezTo>
                  <a:close/>
                  <a:moveTo>
                    <a:pt x="20133" y="2629"/>
                  </a:moveTo>
                  <a:lnTo>
                    <a:pt x="20133" y="2629"/>
                  </a:lnTo>
                  <a:cubicBezTo>
                    <a:pt x="20359" y="3635"/>
                    <a:pt x="20573" y="4628"/>
                    <a:pt x="20774" y="5634"/>
                  </a:cubicBezTo>
                  <a:cubicBezTo>
                    <a:pt x="20963" y="6640"/>
                    <a:pt x="21139" y="7646"/>
                    <a:pt x="21315" y="8652"/>
                  </a:cubicBezTo>
                  <a:cubicBezTo>
                    <a:pt x="21491" y="9646"/>
                    <a:pt x="21642" y="10664"/>
                    <a:pt x="21780" y="11670"/>
                  </a:cubicBezTo>
                  <a:cubicBezTo>
                    <a:pt x="21931" y="12689"/>
                    <a:pt x="22057" y="13695"/>
                    <a:pt x="22170" y="14713"/>
                  </a:cubicBezTo>
                  <a:cubicBezTo>
                    <a:pt x="21931" y="13720"/>
                    <a:pt x="21717" y="12714"/>
                    <a:pt x="21529" y="11721"/>
                  </a:cubicBezTo>
                  <a:cubicBezTo>
                    <a:pt x="21340" y="10715"/>
                    <a:pt x="21164" y="9709"/>
                    <a:pt x="20988" y="8703"/>
                  </a:cubicBezTo>
                  <a:cubicBezTo>
                    <a:pt x="20812" y="7697"/>
                    <a:pt x="20661" y="6691"/>
                    <a:pt x="20510" y="5672"/>
                  </a:cubicBezTo>
                  <a:cubicBezTo>
                    <a:pt x="20372" y="4666"/>
                    <a:pt x="20234" y="3660"/>
                    <a:pt x="20133" y="2629"/>
                  </a:cubicBezTo>
                  <a:close/>
                  <a:moveTo>
                    <a:pt x="9017" y="17203"/>
                  </a:moveTo>
                  <a:cubicBezTo>
                    <a:pt x="9206" y="17203"/>
                    <a:pt x="9356" y="17291"/>
                    <a:pt x="9356" y="17417"/>
                  </a:cubicBezTo>
                  <a:cubicBezTo>
                    <a:pt x="9356" y="17543"/>
                    <a:pt x="9206" y="17631"/>
                    <a:pt x="9017" y="17631"/>
                  </a:cubicBezTo>
                  <a:cubicBezTo>
                    <a:pt x="8828" y="17631"/>
                    <a:pt x="8665" y="17543"/>
                    <a:pt x="8665" y="17417"/>
                  </a:cubicBezTo>
                  <a:cubicBezTo>
                    <a:pt x="8665" y="17291"/>
                    <a:pt x="8828" y="17203"/>
                    <a:pt x="9017" y="17203"/>
                  </a:cubicBezTo>
                  <a:close/>
                  <a:moveTo>
                    <a:pt x="11318" y="17203"/>
                  </a:moveTo>
                  <a:cubicBezTo>
                    <a:pt x="11507" y="17203"/>
                    <a:pt x="11670" y="17291"/>
                    <a:pt x="11670" y="17417"/>
                  </a:cubicBezTo>
                  <a:cubicBezTo>
                    <a:pt x="11670" y="17543"/>
                    <a:pt x="11507" y="17631"/>
                    <a:pt x="11318" y="17631"/>
                  </a:cubicBezTo>
                  <a:cubicBezTo>
                    <a:pt x="11129" y="17631"/>
                    <a:pt x="10979" y="17543"/>
                    <a:pt x="10979" y="17417"/>
                  </a:cubicBezTo>
                  <a:cubicBezTo>
                    <a:pt x="10979" y="17291"/>
                    <a:pt x="11129" y="17203"/>
                    <a:pt x="11318" y="17203"/>
                  </a:cubicBezTo>
                  <a:close/>
                  <a:moveTo>
                    <a:pt x="13632" y="17203"/>
                  </a:moveTo>
                  <a:cubicBezTo>
                    <a:pt x="13820" y="17203"/>
                    <a:pt x="13971" y="17291"/>
                    <a:pt x="13971" y="17417"/>
                  </a:cubicBezTo>
                  <a:cubicBezTo>
                    <a:pt x="13971" y="17543"/>
                    <a:pt x="13820" y="17631"/>
                    <a:pt x="13632" y="17631"/>
                  </a:cubicBezTo>
                  <a:cubicBezTo>
                    <a:pt x="13431" y="17631"/>
                    <a:pt x="13280" y="17543"/>
                    <a:pt x="13280" y="17417"/>
                  </a:cubicBezTo>
                  <a:cubicBezTo>
                    <a:pt x="13280" y="17291"/>
                    <a:pt x="13443" y="17203"/>
                    <a:pt x="13632" y="17203"/>
                  </a:cubicBezTo>
                  <a:close/>
                  <a:moveTo>
                    <a:pt x="15933" y="17203"/>
                  </a:moveTo>
                  <a:cubicBezTo>
                    <a:pt x="16122" y="17203"/>
                    <a:pt x="16285" y="17291"/>
                    <a:pt x="16285" y="17417"/>
                  </a:cubicBezTo>
                  <a:cubicBezTo>
                    <a:pt x="16285" y="17543"/>
                    <a:pt x="16122" y="17631"/>
                    <a:pt x="15933" y="17631"/>
                  </a:cubicBezTo>
                  <a:cubicBezTo>
                    <a:pt x="15744" y="17631"/>
                    <a:pt x="15594" y="17543"/>
                    <a:pt x="15594" y="17417"/>
                  </a:cubicBezTo>
                  <a:cubicBezTo>
                    <a:pt x="15594" y="17291"/>
                    <a:pt x="15744" y="17203"/>
                    <a:pt x="15933" y="17203"/>
                  </a:cubicBezTo>
                  <a:close/>
                  <a:moveTo>
                    <a:pt x="18234" y="17203"/>
                  </a:moveTo>
                  <a:cubicBezTo>
                    <a:pt x="18423" y="17203"/>
                    <a:pt x="18586" y="17291"/>
                    <a:pt x="18586" y="17417"/>
                  </a:cubicBezTo>
                  <a:cubicBezTo>
                    <a:pt x="18586" y="17543"/>
                    <a:pt x="18435" y="17631"/>
                    <a:pt x="18247" y="17631"/>
                  </a:cubicBezTo>
                  <a:lnTo>
                    <a:pt x="18234" y="17631"/>
                  </a:lnTo>
                  <a:cubicBezTo>
                    <a:pt x="18046" y="17631"/>
                    <a:pt x="17895" y="17543"/>
                    <a:pt x="17895" y="17417"/>
                  </a:cubicBezTo>
                  <a:cubicBezTo>
                    <a:pt x="17895" y="17291"/>
                    <a:pt x="18046" y="17203"/>
                    <a:pt x="18234" y="17203"/>
                  </a:cubicBezTo>
                  <a:close/>
                  <a:moveTo>
                    <a:pt x="9771" y="1"/>
                  </a:moveTo>
                  <a:lnTo>
                    <a:pt x="9382" y="190"/>
                  </a:lnTo>
                  <a:cubicBezTo>
                    <a:pt x="9306" y="215"/>
                    <a:pt x="9231" y="240"/>
                    <a:pt x="9155" y="240"/>
                  </a:cubicBezTo>
                  <a:lnTo>
                    <a:pt x="9080" y="240"/>
                  </a:lnTo>
                  <a:cubicBezTo>
                    <a:pt x="9026" y="231"/>
                    <a:pt x="8979" y="222"/>
                    <a:pt x="8934" y="222"/>
                  </a:cubicBezTo>
                  <a:cubicBezTo>
                    <a:pt x="8915" y="222"/>
                    <a:pt x="8897" y="224"/>
                    <a:pt x="8879" y="227"/>
                  </a:cubicBezTo>
                  <a:cubicBezTo>
                    <a:pt x="8451" y="227"/>
                    <a:pt x="8074" y="403"/>
                    <a:pt x="8036" y="617"/>
                  </a:cubicBezTo>
                  <a:cubicBezTo>
                    <a:pt x="8023" y="655"/>
                    <a:pt x="8036" y="680"/>
                    <a:pt x="8049" y="718"/>
                  </a:cubicBezTo>
                  <a:cubicBezTo>
                    <a:pt x="8061" y="768"/>
                    <a:pt x="8023" y="831"/>
                    <a:pt x="7935" y="881"/>
                  </a:cubicBezTo>
                  <a:lnTo>
                    <a:pt x="7785" y="944"/>
                  </a:lnTo>
                  <a:cubicBezTo>
                    <a:pt x="7709" y="982"/>
                    <a:pt x="7621" y="994"/>
                    <a:pt x="7546" y="994"/>
                  </a:cubicBezTo>
                  <a:cubicBezTo>
                    <a:pt x="7470" y="994"/>
                    <a:pt x="7395" y="982"/>
                    <a:pt x="7332" y="944"/>
                  </a:cubicBezTo>
                  <a:cubicBezTo>
                    <a:pt x="7294" y="931"/>
                    <a:pt x="7244" y="919"/>
                    <a:pt x="7206" y="919"/>
                  </a:cubicBezTo>
                  <a:cubicBezTo>
                    <a:pt x="7093" y="919"/>
                    <a:pt x="7005" y="957"/>
                    <a:pt x="6992" y="1019"/>
                  </a:cubicBezTo>
                  <a:cubicBezTo>
                    <a:pt x="6992" y="1045"/>
                    <a:pt x="7005" y="1070"/>
                    <a:pt x="7030" y="1082"/>
                  </a:cubicBezTo>
                  <a:cubicBezTo>
                    <a:pt x="7143" y="1145"/>
                    <a:pt x="7131" y="1258"/>
                    <a:pt x="6992" y="1321"/>
                  </a:cubicBezTo>
                  <a:lnTo>
                    <a:pt x="6741" y="1434"/>
                  </a:lnTo>
                  <a:cubicBezTo>
                    <a:pt x="6665" y="1472"/>
                    <a:pt x="6590" y="1485"/>
                    <a:pt x="6502" y="1485"/>
                  </a:cubicBezTo>
                  <a:lnTo>
                    <a:pt x="6301" y="1485"/>
                  </a:lnTo>
                  <a:cubicBezTo>
                    <a:pt x="5911" y="1485"/>
                    <a:pt x="5559" y="1648"/>
                    <a:pt x="5521" y="1862"/>
                  </a:cubicBezTo>
                  <a:cubicBezTo>
                    <a:pt x="5509" y="1887"/>
                    <a:pt x="5509" y="1912"/>
                    <a:pt x="5521" y="1937"/>
                  </a:cubicBezTo>
                  <a:cubicBezTo>
                    <a:pt x="5521" y="1988"/>
                    <a:pt x="5483" y="2051"/>
                    <a:pt x="5395" y="2088"/>
                  </a:cubicBezTo>
                  <a:lnTo>
                    <a:pt x="4402" y="2566"/>
                  </a:lnTo>
                  <a:cubicBezTo>
                    <a:pt x="4314" y="2591"/>
                    <a:pt x="4238" y="2616"/>
                    <a:pt x="4150" y="2616"/>
                  </a:cubicBezTo>
                  <a:cubicBezTo>
                    <a:pt x="4117" y="2616"/>
                    <a:pt x="4058" y="2627"/>
                    <a:pt x="3994" y="2627"/>
                  </a:cubicBezTo>
                  <a:cubicBezTo>
                    <a:pt x="3887" y="2627"/>
                    <a:pt x="3767" y="2598"/>
                    <a:pt x="3735" y="2440"/>
                  </a:cubicBezTo>
                  <a:cubicBezTo>
                    <a:pt x="3446" y="2566"/>
                    <a:pt x="3182" y="2767"/>
                    <a:pt x="2994" y="3019"/>
                  </a:cubicBezTo>
                  <a:cubicBezTo>
                    <a:pt x="2818" y="3710"/>
                    <a:pt x="2591" y="4515"/>
                    <a:pt x="2365" y="5408"/>
                  </a:cubicBezTo>
                  <a:cubicBezTo>
                    <a:pt x="3019" y="4930"/>
                    <a:pt x="3886" y="4867"/>
                    <a:pt x="4301" y="4855"/>
                  </a:cubicBezTo>
                  <a:cubicBezTo>
                    <a:pt x="4459" y="4588"/>
                    <a:pt x="4757" y="4427"/>
                    <a:pt x="5071" y="4427"/>
                  </a:cubicBezTo>
                  <a:cubicBezTo>
                    <a:pt x="5083" y="4427"/>
                    <a:pt x="5094" y="4427"/>
                    <a:pt x="5106" y="4427"/>
                  </a:cubicBezTo>
                  <a:cubicBezTo>
                    <a:pt x="5121" y="4426"/>
                    <a:pt x="5137" y="4426"/>
                    <a:pt x="5152" y="4426"/>
                  </a:cubicBezTo>
                  <a:cubicBezTo>
                    <a:pt x="5348" y="4426"/>
                    <a:pt x="5532" y="4502"/>
                    <a:pt x="5672" y="4654"/>
                  </a:cubicBezTo>
                  <a:cubicBezTo>
                    <a:pt x="5760" y="4754"/>
                    <a:pt x="5798" y="4893"/>
                    <a:pt x="5773" y="5031"/>
                  </a:cubicBezTo>
                  <a:cubicBezTo>
                    <a:pt x="5722" y="5358"/>
                    <a:pt x="5345" y="5609"/>
                    <a:pt x="4918" y="5609"/>
                  </a:cubicBezTo>
                  <a:cubicBezTo>
                    <a:pt x="4904" y="5610"/>
                    <a:pt x="4891" y="5610"/>
                    <a:pt x="4877" y="5610"/>
                  </a:cubicBezTo>
                  <a:cubicBezTo>
                    <a:pt x="4678" y="5610"/>
                    <a:pt x="4493" y="5524"/>
                    <a:pt x="4352" y="5383"/>
                  </a:cubicBezTo>
                  <a:cubicBezTo>
                    <a:pt x="4301" y="5320"/>
                    <a:pt x="4276" y="5245"/>
                    <a:pt x="4251" y="5182"/>
                  </a:cubicBezTo>
                  <a:cubicBezTo>
                    <a:pt x="3773" y="5194"/>
                    <a:pt x="2742" y="5307"/>
                    <a:pt x="2214" y="6012"/>
                  </a:cubicBezTo>
                  <a:lnTo>
                    <a:pt x="1573" y="8413"/>
                  </a:lnTo>
                  <a:cubicBezTo>
                    <a:pt x="2264" y="7910"/>
                    <a:pt x="3182" y="7848"/>
                    <a:pt x="3585" y="7848"/>
                  </a:cubicBezTo>
                  <a:cubicBezTo>
                    <a:pt x="3742" y="7581"/>
                    <a:pt x="4028" y="7419"/>
                    <a:pt x="4342" y="7419"/>
                  </a:cubicBezTo>
                  <a:cubicBezTo>
                    <a:pt x="4353" y="7419"/>
                    <a:pt x="4365" y="7420"/>
                    <a:pt x="4377" y="7420"/>
                  </a:cubicBezTo>
                  <a:cubicBezTo>
                    <a:pt x="4393" y="7419"/>
                    <a:pt x="4409" y="7419"/>
                    <a:pt x="4425" y="7419"/>
                  </a:cubicBezTo>
                  <a:cubicBezTo>
                    <a:pt x="4632" y="7419"/>
                    <a:pt x="4815" y="7495"/>
                    <a:pt x="4955" y="7646"/>
                  </a:cubicBezTo>
                  <a:cubicBezTo>
                    <a:pt x="5043" y="7747"/>
                    <a:pt x="5081" y="7885"/>
                    <a:pt x="5056" y="8024"/>
                  </a:cubicBezTo>
                  <a:cubicBezTo>
                    <a:pt x="4993" y="8351"/>
                    <a:pt x="4628" y="8602"/>
                    <a:pt x="4201" y="8602"/>
                  </a:cubicBezTo>
                  <a:cubicBezTo>
                    <a:pt x="4187" y="8603"/>
                    <a:pt x="4174" y="8603"/>
                    <a:pt x="4160" y="8603"/>
                  </a:cubicBezTo>
                  <a:cubicBezTo>
                    <a:pt x="3960" y="8603"/>
                    <a:pt x="3764" y="8517"/>
                    <a:pt x="3635" y="8376"/>
                  </a:cubicBezTo>
                  <a:cubicBezTo>
                    <a:pt x="3585" y="8313"/>
                    <a:pt x="3547" y="8250"/>
                    <a:pt x="3534" y="8175"/>
                  </a:cubicBezTo>
                  <a:cubicBezTo>
                    <a:pt x="3069" y="8175"/>
                    <a:pt x="1975" y="8275"/>
                    <a:pt x="1409" y="9017"/>
                  </a:cubicBezTo>
                  <a:cubicBezTo>
                    <a:pt x="1195" y="9809"/>
                    <a:pt x="982" y="10614"/>
                    <a:pt x="780" y="11406"/>
                  </a:cubicBezTo>
                  <a:cubicBezTo>
                    <a:pt x="1510" y="10878"/>
                    <a:pt x="2491" y="10840"/>
                    <a:pt x="2855" y="10840"/>
                  </a:cubicBezTo>
                  <a:cubicBezTo>
                    <a:pt x="3025" y="10574"/>
                    <a:pt x="3312" y="10412"/>
                    <a:pt x="3625" y="10412"/>
                  </a:cubicBezTo>
                  <a:cubicBezTo>
                    <a:pt x="3637" y="10412"/>
                    <a:pt x="3648" y="10412"/>
                    <a:pt x="3660" y="10413"/>
                  </a:cubicBezTo>
                  <a:cubicBezTo>
                    <a:pt x="3674" y="10412"/>
                    <a:pt x="3687" y="10412"/>
                    <a:pt x="3701" y="10412"/>
                  </a:cubicBezTo>
                  <a:cubicBezTo>
                    <a:pt x="3901" y="10412"/>
                    <a:pt x="4097" y="10498"/>
                    <a:pt x="4238" y="10639"/>
                  </a:cubicBezTo>
                  <a:cubicBezTo>
                    <a:pt x="4326" y="10752"/>
                    <a:pt x="4364" y="10891"/>
                    <a:pt x="4339" y="11029"/>
                  </a:cubicBezTo>
                  <a:cubicBezTo>
                    <a:pt x="4276" y="11343"/>
                    <a:pt x="3899" y="11595"/>
                    <a:pt x="3484" y="11595"/>
                  </a:cubicBezTo>
                  <a:cubicBezTo>
                    <a:pt x="3470" y="11596"/>
                    <a:pt x="3457" y="11596"/>
                    <a:pt x="3443" y="11596"/>
                  </a:cubicBezTo>
                  <a:cubicBezTo>
                    <a:pt x="3243" y="11596"/>
                    <a:pt x="3047" y="11510"/>
                    <a:pt x="2906" y="11369"/>
                  </a:cubicBezTo>
                  <a:cubicBezTo>
                    <a:pt x="2868" y="11306"/>
                    <a:pt x="2830" y="11243"/>
                    <a:pt x="2818" y="11167"/>
                  </a:cubicBezTo>
                  <a:cubicBezTo>
                    <a:pt x="2377" y="11167"/>
                    <a:pt x="1221" y="11255"/>
                    <a:pt x="629" y="12010"/>
                  </a:cubicBezTo>
                  <a:cubicBezTo>
                    <a:pt x="403" y="12840"/>
                    <a:pt x="189" y="13645"/>
                    <a:pt x="1" y="14386"/>
                  </a:cubicBezTo>
                  <a:cubicBezTo>
                    <a:pt x="202" y="14248"/>
                    <a:pt x="416" y="14135"/>
                    <a:pt x="642" y="14060"/>
                  </a:cubicBezTo>
                  <a:lnTo>
                    <a:pt x="793" y="13418"/>
                  </a:lnTo>
                  <a:cubicBezTo>
                    <a:pt x="856" y="13280"/>
                    <a:pt x="982" y="13179"/>
                    <a:pt x="1132" y="13142"/>
                  </a:cubicBezTo>
                  <a:cubicBezTo>
                    <a:pt x="1183" y="13129"/>
                    <a:pt x="1246" y="13129"/>
                    <a:pt x="1296" y="13129"/>
                  </a:cubicBezTo>
                  <a:cubicBezTo>
                    <a:pt x="1309" y="13127"/>
                    <a:pt x="1322" y="13127"/>
                    <a:pt x="1336" y="13127"/>
                  </a:cubicBezTo>
                  <a:cubicBezTo>
                    <a:pt x="1423" y="13127"/>
                    <a:pt x="1509" y="13161"/>
                    <a:pt x="1585" y="13204"/>
                  </a:cubicBezTo>
                  <a:lnTo>
                    <a:pt x="2541" y="14009"/>
                  </a:lnTo>
                  <a:cubicBezTo>
                    <a:pt x="2629" y="14072"/>
                    <a:pt x="2654" y="14185"/>
                    <a:pt x="2604" y="14273"/>
                  </a:cubicBezTo>
                  <a:cubicBezTo>
                    <a:pt x="2579" y="14324"/>
                    <a:pt x="2566" y="14361"/>
                    <a:pt x="2553" y="14412"/>
                  </a:cubicBezTo>
                  <a:cubicBezTo>
                    <a:pt x="2478" y="14776"/>
                    <a:pt x="2843" y="15091"/>
                    <a:pt x="3371" y="15091"/>
                  </a:cubicBezTo>
                  <a:cubicBezTo>
                    <a:pt x="3434" y="15091"/>
                    <a:pt x="3497" y="15078"/>
                    <a:pt x="3559" y="15078"/>
                  </a:cubicBezTo>
                  <a:cubicBezTo>
                    <a:pt x="3578" y="15072"/>
                    <a:pt x="3594" y="15069"/>
                    <a:pt x="3608" y="15069"/>
                  </a:cubicBezTo>
                  <a:cubicBezTo>
                    <a:pt x="3622" y="15069"/>
                    <a:pt x="3635" y="15072"/>
                    <a:pt x="3647" y="15078"/>
                  </a:cubicBezTo>
                  <a:cubicBezTo>
                    <a:pt x="3662" y="15076"/>
                    <a:pt x="3676" y="15076"/>
                    <a:pt x="3691" y="15076"/>
                  </a:cubicBezTo>
                  <a:cubicBezTo>
                    <a:pt x="3786" y="15076"/>
                    <a:pt x="3873" y="15111"/>
                    <a:pt x="3949" y="15166"/>
                  </a:cubicBezTo>
                  <a:lnTo>
                    <a:pt x="4226" y="15392"/>
                  </a:lnTo>
                  <a:cubicBezTo>
                    <a:pt x="4377" y="15518"/>
                    <a:pt x="4339" y="15719"/>
                    <a:pt x="4138" y="15845"/>
                  </a:cubicBezTo>
                  <a:cubicBezTo>
                    <a:pt x="4088" y="15870"/>
                    <a:pt x="4050" y="15921"/>
                    <a:pt x="4037" y="15983"/>
                  </a:cubicBezTo>
                  <a:cubicBezTo>
                    <a:pt x="4012" y="16097"/>
                    <a:pt x="4113" y="16185"/>
                    <a:pt x="4264" y="16185"/>
                  </a:cubicBezTo>
                  <a:cubicBezTo>
                    <a:pt x="4326" y="16185"/>
                    <a:pt x="4402" y="16160"/>
                    <a:pt x="4465" y="16122"/>
                  </a:cubicBezTo>
                  <a:cubicBezTo>
                    <a:pt x="4565" y="16059"/>
                    <a:pt x="4679" y="16021"/>
                    <a:pt x="4804" y="16021"/>
                  </a:cubicBezTo>
                  <a:cubicBezTo>
                    <a:pt x="4905" y="16021"/>
                    <a:pt x="5018" y="16059"/>
                    <a:pt x="5106" y="16122"/>
                  </a:cubicBezTo>
                  <a:lnTo>
                    <a:pt x="5282" y="16273"/>
                  </a:lnTo>
                  <a:cubicBezTo>
                    <a:pt x="5383" y="16348"/>
                    <a:pt x="5408" y="16474"/>
                    <a:pt x="5345" y="16587"/>
                  </a:cubicBezTo>
                  <a:cubicBezTo>
                    <a:pt x="5307" y="16650"/>
                    <a:pt x="5295" y="16725"/>
                    <a:pt x="5282" y="16801"/>
                  </a:cubicBezTo>
                  <a:cubicBezTo>
                    <a:pt x="5207" y="17266"/>
                    <a:pt x="5659" y="17656"/>
                    <a:pt x="6301" y="17656"/>
                  </a:cubicBezTo>
                  <a:cubicBezTo>
                    <a:pt x="6401" y="17643"/>
                    <a:pt x="6502" y="17643"/>
                    <a:pt x="6603" y="17618"/>
                  </a:cubicBezTo>
                  <a:cubicBezTo>
                    <a:pt x="6640" y="17618"/>
                    <a:pt x="6678" y="17606"/>
                    <a:pt x="6716" y="17606"/>
                  </a:cubicBezTo>
                  <a:cubicBezTo>
                    <a:pt x="6829" y="17606"/>
                    <a:pt x="6942" y="17643"/>
                    <a:pt x="7030" y="17706"/>
                  </a:cubicBezTo>
                  <a:lnTo>
                    <a:pt x="7885" y="18410"/>
                  </a:lnTo>
                  <a:lnTo>
                    <a:pt x="19592" y="18410"/>
                  </a:lnTo>
                  <a:lnTo>
                    <a:pt x="20447" y="17706"/>
                  </a:lnTo>
                  <a:cubicBezTo>
                    <a:pt x="20535" y="17643"/>
                    <a:pt x="20649" y="17606"/>
                    <a:pt x="20762" y="17606"/>
                  </a:cubicBezTo>
                  <a:cubicBezTo>
                    <a:pt x="20799" y="17606"/>
                    <a:pt x="20837" y="17618"/>
                    <a:pt x="20875" y="17618"/>
                  </a:cubicBezTo>
                  <a:cubicBezTo>
                    <a:pt x="20976" y="17643"/>
                    <a:pt x="21076" y="17643"/>
                    <a:pt x="21177" y="17656"/>
                  </a:cubicBezTo>
                  <a:cubicBezTo>
                    <a:pt x="21818" y="17656"/>
                    <a:pt x="22271" y="17266"/>
                    <a:pt x="22208" y="16801"/>
                  </a:cubicBezTo>
                  <a:cubicBezTo>
                    <a:pt x="22195" y="16725"/>
                    <a:pt x="22170" y="16650"/>
                    <a:pt x="22132" y="16587"/>
                  </a:cubicBezTo>
                  <a:cubicBezTo>
                    <a:pt x="22070" y="16474"/>
                    <a:pt x="22107" y="16348"/>
                    <a:pt x="22195" y="16273"/>
                  </a:cubicBezTo>
                  <a:lnTo>
                    <a:pt x="22371" y="16122"/>
                  </a:lnTo>
                  <a:cubicBezTo>
                    <a:pt x="22459" y="16059"/>
                    <a:pt x="22573" y="16021"/>
                    <a:pt x="22686" y="16021"/>
                  </a:cubicBezTo>
                  <a:cubicBezTo>
                    <a:pt x="22799" y="16021"/>
                    <a:pt x="22912" y="16059"/>
                    <a:pt x="23013" y="16122"/>
                  </a:cubicBezTo>
                  <a:cubicBezTo>
                    <a:pt x="23076" y="16160"/>
                    <a:pt x="23151" y="16185"/>
                    <a:pt x="23214" y="16185"/>
                  </a:cubicBezTo>
                  <a:cubicBezTo>
                    <a:pt x="23365" y="16185"/>
                    <a:pt x="23465" y="16097"/>
                    <a:pt x="23453" y="15983"/>
                  </a:cubicBezTo>
                  <a:cubicBezTo>
                    <a:pt x="23440" y="15921"/>
                    <a:pt x="23402" y="15870"/>
                    <a:pt x="23340" y="15845"/>
                  </a:cubicBezTo>
                  <a:cubicBezTo>
                    <a:pt x="23138" y="15719"/>
                    <a:pt x="23113" y="15518"/>
                    <a:pt x="23264" y="15392"/>
                  </a:cubicBezTo>
                  <a:lnTo>
                    <a:pt x="23528" y="15166"/>
                  </a:lnTo>
                  <a:cubicBezTo>
                    <a:pt x="23605" y="15111"/>
                    <a:pt x="23691" y="15076"/>
                    <a:pt x="23787" y="15076"/>
                  </a:cubicBezTo>
                  <a:cubicBezTo>
                    <a:pt x="23801" y="15076"/>
                    <a:pt x="23815" y="15076"/>
                    <a:pt x="23830" y="15078"/>
                  </a:cubicBezTo>
                  <a:cubicBezTo>
                    <a:pt x="23843" y="15072"/>
                    <a:pt x="23855" y="15069"/>
                    <a:pt x="23869" y="15069"/>
                  </a:cubicBezTo>
                  <a:cubicBezTo>
                    <a:pt x="23883" y="15069"/>
                    <a:pt x="23899" y="15072"/>
                    <a:pt x="23918" y="15078"/>
                  </a:cubicBezTo>
                  <a:cubicBezTo>
                    <a:pt x="23981" y="15078"/>
                    <a:pt x="24044" y="15091"/>
                    <a:pt x="24107" y="15091"/>
                  </a:cubicBezTo>
                  <a:cubicBezTo>
                    <a:pt x="24635" y="15091"/>
                    <a:pt x="25012" y="14776"/>
                    <a:pt x="24924" y="14412"/>
                  </a:cubicBezTo>
                  <a:cubicBezTo>
                    <a:pt x="24911" y="14361"/>
                    <a:pt x="24899" y="14324"/>
                    <a:pt x="24874" y="14273"/>
                  </a:cubicBezTo>
                  <a:cubicBezTo>
                    <a:pt x="24823" y="14185"/>
                    <a:pt x="24849" y="14072"/>
                    <a:pt x="24937" y="14009"/>
                  </a:cubicBezTo>
                  <a:lnTo>
                    <a:pt x="25892" y="13204"/>
                  </a:lnTo>
                  <a:cubicBezTo>
                    <a:pt x="25930" y="13179"/>
                    <a:pt x="25968" y="13167"/>
                    <a:pt x="25993" y="13154"/>
                  </a:cubicBezTo>
                  <a:cubicBezTo>
                    <a:pt x="25138" y="9860"/>
                    <a:pt x="23981" y="5383"/>
                    <a:pt x="23264" y="2604"/>
                  </a:cubicBezTo>
                  <a:cubicBezTo>
                    <a:pt x="23214" y="2591"/>
                    <a:pt x="23176" y="2579"/>
                    <a:pt x="23126" y="2554"/>
                  </a:cubicBezTo>
                  <a:lnTo>
                    <a:pt x="22132" y="2088"/>
                  </a:lnTo>
                  <a:cubicBezTo>
                    <a:pt x="22044" y="2051"/>
                    <a:pt x="21994" y="1988"/>
                    <a:pt x="22007" y="1925"/>
                  </a:cubicBezTo>
                  <a:cubicBezTo>
                    <a:pt x="22007" y="1900"/>
                    <a:pt x="22007" y="1875"/>
                    <a:pt x="22007" y="1862"/>
                  </a:cubicBezTo>
                  <a:cubicBezTo>
                    <a:pt x="21956" y="1648"/>
                    <a:pt x="21604" y="1485"/>
                    <a:pt x="21214" y="1485"/>
                  </a:cubicBezTo>
                  <a:lnTo>
                    <a:pt x="21013" y="1485"/>
                  </a:lnTo>
                  <a:cubicBezTo>
                    <a:pt x="20938" y="1485"/>
                    <a:pt x="20850" y="1472"/>
                    <a:pt x="20787" y="1434"/>
                  </a:cubicBezTo>
                  <a:lnTo>
                    <a:pt x="20535" y="1321"/>
                  </a:lnTo>
                  <a:cubicBezTo>
                    <a:pt x="20397" y="1258"/>
                    <a:pt x="20372" y="1145"/>
                    <a:pt x="20485" y="1082"/>
                  </a:cubicBezTo>
                  <a:cubicBezTo>
                    <a:pt x="20498" y="1082"/>
                    <a:pt x="20510" y="1070"/>
                    <a:pt x="20510" y="1057"/>
                  </a:cubicBezTo>
                  <a:cubicBezTo>
                    <a:pt x="20498" y="1032"/>
                    <a:pt x="20498" y="1007"/>
                    <a:pt x="20510" y="982"/>
                  </a:cubicBezTo>
                  <a:cubicBezTo>
                    <a:pt x="20460" y="944"/>
                    <a:pt x="20397" y="919"/>
                    <a:pt x="20322" y="919"/>
                  </a:cubicBezTo>
                  <a:cubicBezTo>
                    <a:pt x="20284" y="919"/>
                    <a:pt x="20234" y="931"/>
                    <a:pt x="20196" y="944"/>
                  </a:cubicBezTo>
                  <a:cubicBezTo>
                    <a:pt x="20133" y="982"/>
                    <a:pt x="20058" y="994"/>
                    <a:pt x="19982" y="994"/>
                  </a:cubicBezTo>
                  <a:cubicBezTo>
                    <a:pt x="19894" y="994"/>
                    <a:pt x="19819" y="982"/>
                    <a:pt x="19743" y="944"/>
                  </a:cubicBezTo>
                  <a:lnTo>
                    <a:pt x="19580" y="881"/>
                  </a:lnTo>
                  <a:cubicBezTo>
                    <a:pt x="19504" y="831"/>
                    <a:pt x="19454" y="781"/>
                    <a:pt x="19479" y="718"/>
                  </a:cubicBezTo>
                  <a:cubicBezTo>
                    <a:pt x="19492" y="680"/>
                    <a:pt x="19492" y="655"/>
                    <a:pt x="19492" y="617"/>
                  </a:cubicBezTo>
                  <a:cubicBezTo>
                    <a:pt x="19454" y="403"/>
                    <a:pt x="19077" y="227"/>
                    <a:pt x="18637" y="227"/>
                  </a:cubicBezTo>
                  <a:cubicBezTo>
                    <a:pt x="18618" y="224"/>
                    <a:pt x="18600" y="222"/>
                    <a:pt x="18581" y="222"/>
                  </a:cubicBezTo>
                  <a:cubicBezTo>
                    <a:pt x="18537" y="222"/>
                    <a:pt x="18492" y="231"/>
                    <a:pt x="18448" y="240"/>
                  </a:cubicBezTo>
                  <a:lnTo>
                    <a:pt x="18373" y="240"/>
                  </a:lnTo>
                  <a:cubicBezTo>
                    <a:pt x="18297" y="240"/>
                    <a:pt x="18209" y="215"/>
                    <a:pt x="18146" y="190"/>
                  </a:cubicBezTo>
                  <a:lnTo>
                    <a:pt x="17769" y="14"/>
                  </a:lnTo>
                  <a:lnTo>
                    <a:pt x="13104" y="14"/>
                  </a:lnTo>
                  <a:cubicBezTo>
                    <a:pt x="11821" y="14"/>
                    <a:pt x="10727" y="14"/>
                    <a:pt x="97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5" name="Google Shape;10085;p59"/>
            <p:cNvSpPr/>
            <p:nvPr/>
          </p:nvSpPr>
          <p:spPr>
            <a:xfrm>
              <a:off x="3260475" y="700750"/>
              <a:ext cx="189900" cy="107550"/>
            </a:xfrm>
            <a:custGeom>
              <a:avLst/>
              <a:gdLst/>
              <a:ahLst/>
              <a:cxnLst/>
              <a:rect l="l" t="t" r="r" b="b"/>
              <a:pathLst>
                <a:path w="7596" h="4302" extrusionOk="0">
                  <a:moveTo>
                    <a:pt x="3798" y="139"/>
                  </a:moveTo>
                  <a:lnTo>
                    <a:pt x="7344" y="2076"/>
                  </a:lnTo>
                  <a:lnTo>
                    <a:pt x="3798" y="4163"/>
                  </a:lnTo>
                  <a:lnTo>
                    <a:pt x="239" y="2076"/>
                  </a:lnTo>
                  <a:lnTo>
                    <a:pt x="3798" y="139"/>
                  </a:lnTo>
                  <a:close/>
                  <a:moveTo>
                    <a:pt x="3798" y="1"/>
                  </a:moveTo>
                  <a:lnTo>
                    <a:pt x="0" y="2063"/>
                  </a:lnTo>
                  <a:lnTo>
                    <a:pt x="3798" y="4301"/>
                  </a:lnTo>
                  <a:lnTo>
                    <a:pt x="7595" y="2063"/>
                  </a:lnTo>
                  <a:lnTo>
                    <a:pt x="3798" y="1"/>
                  </a:ln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6" name="Google Shape;10086;p59"/>
            <p:cNvSpPr/>
            <p:nvPr/>
          </p:nvSpPr>
          <p:spPr>
            <a:xfrm>
              <a:off x="3217725" y="680650"/>
              <a:ext cx="275100" cy="155950"/>
            </a:xfrm>
            <a:custGeom>
              <a:avLst/>
              <a:gdLst/>
              <a:ahLst/>
              <a:cxnLst/>
              <a:rect l="l" t="t" r="r" b="b"/>
              <a:pathLst>
                <a:path w="11004" h="6238" extrusionOk="0">
                  <a:moveTo>
                    <a:pt x="5508" y="541"/>
                  </a:moveTo>
                  <a:lnTo>
                    <a:pt x="5621" y="604"/>
                  </a:lnTo>
                  <a:lnTo>
                    <a:pt x="9406" y="2666"/>
                  </a:lnTo>
                  <a:lnTo>
                    <a:pt x="9771" y="2867"/>
                  </a:lnTo>
                  <a:lnTo>
                    <a:pt x="9771" y="3031"/>
                  </a:lnTo>
                  <a:lnTo>
                    <a:pt x="5634" y="5470"/>
                  </a:lnTo>
                  <a:lnTo>
                    <a:pt x="5508" y="5546"/>
                  </a:lnTo>
                  <a:lnTo>
                    <a:pt x="5395" y="5470"/>
                  </a:lnTo>
                  <a:lnTo>
                    <a:pt x="1232" y="3031"/>
                  </a:lnTo>
                  <a:lnTo>
                    <a:pt x="1232" y="2867"/>
                  </a:lnTo>
                  <a:lnTo>
                    <a:pt x="1597" y="2666"/>
                  </a:lnTo>
                  <a:lnTo>
                    <a:pt x="5395" y="604"/>
                  </a:lnTo>
                  <a:lnTo>
                    <a:pt x="5508" y="541"/>
                  </a:lnTo>
                  <a:close/>
                  <a:moveTo>
                    <a:pt x="5508" y="0"/>
                  </a:moveTo>
                  <a:lnTo>
                    <a:pt x="0" y="3005"/>
                  </a:lnTo>
                  <a:lnTo>
                    <a:pt x="5508" y="6237"/>
                  </a:lnTo>
                  <a:lnTo>
                    <a:pt x="11003" y="3005"/>
                  </a:lnTo>
                  <a:lnTo>
                    <a:pt x="5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7" name="Google Shape;10087;p59"/>
            <p:cNvSpPr/>
            <p:nvPr/>
          </p:nvSpPr>
          <p:spPr>
            <a:xfrm>
              <a:off x="3091025" y="815150"/>
              <a:ext cx="29250" cy="19900"/>
            </a:xfrm>
            <a:custGeom>
              <a:avLst/>
              <a:gdLst/>
              <a:ahLst/>
              <a:cxnLst/>
              <a:rect l="l" t="t" r="r" b="b"/>
              <a:pathLst>
                <a:path w="1170" h="796" extrusionOk="0">
                  <a:moveTo>
                    <a:pt x="1030" y="290"/>
                  </a:moveTo>
                  <a:cubicBezTo>
                    <a:pt x="1073" y="290"/>
                    <a:pt x="1094" y="312"/>
                    <a:pt x="1082" y="379"/>
                  </a:cubicBezTo>
                  <a:cubicBezTo>
                    <a:pt x="1044" y="580"/>
                    <a:pt x="793" y="744"/>
                    <a:pt x="516" y="744"/>
                  </a:cubicBezTo>
                  <a:cubicBezTo>
                    <a:pt x="252" y="744"/>
                    <a:pt x="63" y="580"/>
                    <a:pt x="88" y="379"/>
                  </a:cubicBezTo>
                  <a:cubicBezTo>
                    <a:pt x="101" y="312"/>
                    <a:pt x="130" y="290"/>
                    <a:pt x="174" y="290"/>
                  </a:cubicBezTo>
                  <a:cubicBezTo>
                    <a:pt x="262" y="290"/>
                    <a:pt x="407" y="379"/>
                    <a:pt x="591" y="379"/>
                  </a:cubicBezTo>
                  <a:cubicBezTo>
                    <a:pt x="767" y="379"/>
                    <a:pt x="944" y="290"/>
                    <a:pt x="1030" y="290"/>
                  </a:cubicBezTo>
                  <a:close/>
                  <a:moveTo>
                    <a:pt x="708" y="0"/>
                  </a:moveTo>
                  <a:cubicBezTo>
                    <a:pt x="695" y="0"/>
                    <a:pt x="681" y="1"/>
                    <a:pt x="667" y="2"/>
                  </a:cubicBezTo>
                  <a:cubicBezTo>
                    <a:pt x="353" y="2"/>
                    <a:pt x="51" y="191"/>
                    <a:pt x="13" y="417"/>
                  </a:cubicBezTo>
                  <a:cubicBezTo>
                    <a:pt x="0" y="492"/>
                    <a:pt x="26" y="568"/>
                    <a:pt x="76" y="631"/>
                  </a:cubicBezTo>
                  <a:cubicBezTo>
                    <a:pt x="179" y="734"/>
                    <a:pt x="315" y="796"/>
                    <a:pt x="453" y="796"/>
                  </a:cubicBezTo>
                  <a:cubicBezTo>
                    <a:pt x="465" y="796"/>
                    <a:pt x="478" y="795"/>
                    <a:pt x="491" y="794"/>
                  </a:cubicBezTo>
                  <a:cubicBezTo>
                    <a:pt x="805" y="794"/>
                    <a:pt x="1107" y="606"/>
                    <a:pt x="1157" y="379"/>
                  </a:cubicBezTo>
                  <a:cubicBezTo>
                    <a:pt x="1170" y="304"/>
                    <a:pt x="1145" y="216"/>
                    <a:pt x="1094" y="153"/>
                  </a:cubicBezTo>
                  <a:cubicBezTo>
                    <a:pt x="991" y="61"/>
                    <a:pt x="856" y="0"/>
                    <a:pt x="708" y="0"/>
                  </a:cubicBez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8" name="Google Shape;10088;p59"/>
            <p:cNvSpPr/>
            <p:nvPr/>
          </p:nvSpPr>
          <p:spPr>
            <a:xfrm>
              <a:off x="3057375" y="962950"/>
              <a:ext cx="45925" cy="31450"/>
            </a:xfrm>
            <a:custGeom>
              <a:avLst/>
              <a:gdLst/>
              <a:ahLst/>
              <a:cxnLst/>
              <a:rect l="l" t="t" r="r" b="b"/>
              <a:pathLst>
                <a:path w="1837" h="1258" extrusionOk="0">
                  <a:moveTo>
                    <a:pt x="1568" y="463"/>
                  </a:moveTo>
                  <a:cubicBezTo>
                    <a:pt x="1629" y="463"/>
                    <a:pt x="1657" y="495"/>
                    <a:pt x="1636" y="591"/>
                  </a:cubicBezTo>
                  <a:cubicBezTo>
                    <a:pt x="1585" y="880"/>
                    <a:pt x="1221" y="1119"/>
                    <a:pt x="818" y="1119"/>
                  </a:cubicBezTo>
                  <a:cubicBezTo>
                    <a:pt x="428" y="1119"/>
                    <a:pt x="164" y="880"/>
                    <a:pt x="227" y="591"/>
                  </a:cubicBezTo>
                  <a:cubicBezTo>
                    <a:pt x="248" y="495"/>
                    <a:pt x="290" y="463"/>
                    <a:pt x="351" y="463"/>
                  </a:cubicBezTo>
                  <a:cubicBezTo>
                    <a:pt x="473" y="463"/>
                    <a:pt x="672" y="591"/>
                    <a:pt x="931" y="591"/>
                  </a:cubicBezTo>
                  <a:cubicBezTo>
                    <a:pt x="1191" y="591"/>
                    <a:pt x="1446" y="463"/>
                    <a:pt x="1568" y="463"/>
                  </a:cubicBezTo>
                  <a:close/>
                  <a:moveTo>
                    <a:pt x="1057" y="0"/>
                  </a:moveTo>
                  <a:cubicBezTo>
                    <a:pt x="592" y="0"/>
                    <a:pt x="152" y="277"/>
                    <a:pt x="76" y="629"/>
                  </a:cubicBezTo>
                  <a:cubicBezTo>
                    <a:pt x="1" y="968"/>
                    <a:pt x="315" y="1258"/>
                    <a:pt x="793" y="1258"/>
                  </a:cubicBezTo>
                  <a:cubicBezTo>
                    <a:pt x="1258" y="1258"/>
                    <a:pt x="1699" y="968"/>
                    <a:pt x="1774" y="629"/>
                  </a:cubicBezTo>
                  <a:cubicBezTo>
                    <a:pt x="1837" y="277"/>
                    <a:pt x="1522" y="0"/>
                    <a:pt x="1057" y="0"/>
                  </a:cubicBez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9" name="Google Shape;10089;p59"/>
            <p:cNvSpPr/>
            <p:nvPr/>
          </p:nvSpPr>
          <p:spPr>
            <a:xfrm>
              <a:off x="3127500" y="665500"/>
              <a:ext cx="28925" cy="19875"/>
            </a:xfrm>
            <a:custGeom>
              <a:avLst/>
              <a:gdLst/>
              <a:ahLst/>
              <a:cxnLst/>
              <a:rect l="l" t="t" r="r" b="b"/>
              <a:pathLst>
                <a:path w="1157" h="795" extrusionOk="0">
                  <a:moveTo>
                    <a:pt x="1020" y="285"/>
                  </a:moveTo>
                  <a:cubicBezTo>
                    <a:pt x="1062" y="285"/>
                    <a:pt x="1082" y="308"/>
                    <a:pt x="1069" y="380"/>
                  </a:cubicBezTo>
                  <a:cubicBezTo>
                    <a:pt x="1044" y="581"/>
                    <a:pt x="792" y="744"/>
                    <a:pt x="516" y="744"/>
                  </a:cubicBezTo>
                  <a:cubicBezTo>
                    <a:pt x="252" y="744"/>
                    <a:pt x="50" y="581"/>
                    <a:pt x="88" y="367"/>
                  </a:cubicBezTo>
                  <a:lnTo>
                    <a:pt x="88" y="367"/>
                  </a:lnTo>
                  <a:lnTo>
                    <a:pt x="88" y="380"/>
                  </a:lnTo>
                  <a:cubicBezTo>
                    <a:pt x="101" y="308"/>
                    <a:pt x="130" y="285"/>
                    <a:pt x="173" y="285"/>
                  </a:cubicBezTo>
                  <a:cubicBezTo>
                    <a:pt x="260" y="285"/>
                    <a:pt x="402" y="380"/>
                    <a:pt x="579" y="380"/>
                  </a:cubicBezTo>
                  <a:cubicBezTo>
                    <a:pt x="763" y="380"/>
                    <a:pt x="936" y="285"/>
                    <a:pt x="1020" y="285"/>
                  </a:cubicBezTo>
                  <a:close/>
                  <a:moveTo>
                    <a:pt x="712" y="1"/>
                  </a:moveTo>
                  <a:cubicBezTo>
                    <a:pt x="697" y="1"/>
                    <a:pt x="682" y="1"/>
                    <a:pt x="667" y="2"/>
                  </a:cubicBezTo>
                  <a:cubicBezTo>
                    <a:pt x="352" y="2"/>
                    <a:pt x="50" y="191"/>
                    <a:pt x="13" y="417"/>
                  </a:cubicBezTo>
                  <a:cubicBezTo>
                    <a:pt x="0" y="493"/>
                    <a:pt x="13" y="568"/>
                    <a:pt x="76" y="631"/>
                  </a:cubicBezTo>
                  <a:cubicBezTo>
                    <a:pt x="176" y="744"/>
                    <a:pt x="340" y="795"/>
                    <a:pt x="491" y="795"/>
                  </a:cubicBezTo>
                  <a:cubicBezTo>
                    <a:pt x="805" y="795"/>
                    <a:pt x="1107" y="593"/>
                    <a:pt x="1144" y="380"/>
                  </a:cubicBezTo>
                  <a:cubicBezTo>
                    <a:pt x="1157" y="292"/>
                    <a:pt x="1144" y="216"/>
                    <a:pt x="1094" y="153"/>
                  </a:cubicBezTo>
                  <a:cubicBezTo>
                    <a:pt x="992" y="51"/>
                    <a:pt x="850" y="1"/>
                    <a:pt x="712" y="1"/>
                  </a:cubicBez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0" name="Google Shape;10090;p59"/>
            <p:cNvSpPr/>
            <p:nvPr/>
          </p:nvSpPr>
          <p:spPr>
            <a:xfrm>
              <a:off x="3109250" y="740325"/>
              <a:ext cx="29275" cy="19875"/>
            </a:xfrm>
            <a:custGeom>
              <a:avLst/>
              <a:gdLst/>
              <a:ahLst/>
              <a:cxnLst/>
              <a:rect l="l" t="t" r="r" b="b"/>
              <a:pathLst>
                <a:path w="1171" h="795" extrusionOk="0">
                  <a:moveTo>
                    <a:pt x="1024" y="290"/>
                  </a:moveTo>
                  <a:cubicBezTo>
                    <a:pt x="1068" y="290"/>
                    <a:pt x="1091" y="312"/>
                    <a:pt x="1082" y="379"/>
                  </a:cubicBezTo>
                  <a:cubicBezTo>
                    <a:pt x="1044" y="581"/>
                    <a:pt x="793" y="744"/>
                    <a:pt x="516" y="744"/>
                  </a:cubicBezTo>
                  <a:cubicBezTo>
                    <a:pt x="252" y="744"/>
                    <a:pt x="51" y="581"/>
                    <a:pt x="101" y="379"/>
                  </a:cubicBezTo>
                  <a:lnTo>
                    <a:pt x="89" y="379"/>
                  </a:lnTo>
                  <a:cubicBezTo>
                    <a:pt x="101" y="312"/>
                    <a:pt x="131" y="290"/>
                    <a:pt x="174" y="290"/>
                  </a:cubicBezTo>
                  <a:cubicBezTo>
                    <a:pt x="261" y="290"/>
                    <a:pt x="403" y="379"/>
                    <a:pt x="579" y="379"/>
                  </a:cubicBezTo>
                  <a:cubicBezTo>
                    <a:pt x="764" y="379"/>
                    <a:pt x="937" y="290"/>
                    <a:pt x="1024" y="290"/>
                  </a:cubicBezTo>
                  <a:close/>
                  <a:moveTo>
                    <a:pt x="709" y="1"/>
                  </a:moveTo>
                  <a:cubicBezTo>
                    <a:pt x="695" y="1"/>
                    <a:pt x="681" y="1"/>
                    <a:pt x="667" y="2"/>
                  </a:cubicBezTo>
                  <a:cubicBezTo>
                    <a:pt x="353" y="2"/>
                    <a:pt x="51" y="191"/>
                    <a:pt x="13" y="417"/>
                  </a:cubicBezTo>
                  <a:cubicBezTo>
                    <a:pt x="1" y="493"/>
                    <a:pt x="13" y="568"/>
                    <a:pt x="76" y="631"/>
                  </a:cubicBezTo>
                  <a:cubicBezTo>
                    <a:pt x="177" y="744"/>
                    <a:pt x="340" y="794"/>
                    <a:pt x="491" y="794"/>
                  </a:cubicBezTo>
                  <a:cubicBezTo>
                    <a:pt x="806" y="794"/>
                    <a:pt x="1107" y="606"/>
                    <a:pt x="1145" y="379"/>
                  </a:cubicBezTo>
                  <a:cubicBezTo>
                    <a:pt x="1170" y="291"/>
                    <a:pt x="1145" y="216"/>
                    <a:pt x="1095" y="153"/>
                  </a:cubicBezTo>
                  <a:cubicBezTo>
                    <a:pt x="991" y="61"/>
                    <a:pt x="856" y="1"/>
                    <a:pt x="709" y="1"/>
                  </a:cubicBez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1" name="Google Shape;10091;p59"/>
            <p:cNvSpPr/>
            <p:nvPr/>
          </p:nvSpPr>
          <p:spPr>
            <a:xfrm>
              <a:off x="3457900" y="539175"/>
              <a:ext cx="144325" cy="67600"/>
            </a:xfrm>
            <a:custGeom>
              <a:avLst/>
              <a:gdLst/>
              <a:ahLst/>
              <a:cxnLst/>
              <a:rect l="l" t="t" r="r" b="b"/>
              <a:pathLst>
                <a:path w="5773" h="2704" extrusionOk="0">
                  <a:moveTo>
                    <a:pt x="4955" y="76"/>
                  </a:moveTo>
                  <a:lnTo>
                    <a:pt x="5256" y="1270"/>
                  </a:lnTo>
                  <a:lnTo>
                    <a:pt x="4200" y="1044"/>
                  </a:lnTo>
                  <a:cubicBezTo>
                    <a:pt x="4074" y="1094"/>
                    <a:pt x="3949" y="1107"/>
                    <a:pt x="3810" y="1107"/>
                  </a:cubicBezTo>
                  <a:cubicBezTo>
                    <a:pt x="3446" y="1107"/>
                    <a:pt x="3119" y="981"/>
                    <a:pt x="3031" y="805"/>
                  </a:cubicBezTo>
                  <a:lnTo>
                    <a:pt x="2264" y="654"/>
                  </a:lnTo>
                  <a:cubicBezTo>
                    <a:pt x="2037" y="428"/>
                    <a:pt x="1572" y="264"/>
                    <a:pt x="1057" y="264"/>
                  </a:cubicBezTo>
                  <a:cubicBezTo>
                    <a:pt x="981" y="264"/>
                    <a:pt x="906" y="264"/>
                    <a:pt x="843" y="277"/>
                  </a:cubicBezTo>
                  <a:lnTo>
                    <a:pt x="390" y="76"/>
                  </a:lnTo>
                  <a:close/>
                  <a:moveTo>
                    <a:pt x="0" y="0"/>
                  </a:moveTo>
                  <a:lnTo>
                    <a:pt x="792" y="365"/>
                  </a:lnTo>
                  <a:cubicBezTo>
                    <a:pt x="880" y="352"/>
                    <a:pt x="981" y="352"/>
                    <a:pt x="1069" y="352"/>
                  </a:cubicBezTo>
                  <a:cubicBezTo>
                    <a:pt x="1673" y="352"/>
                    <a:pt x="2201" y="591"/>
                    <a:pt x="2251" y="893"/>
                  </a:cubicBezTo>
                  <a:cubicBezTo>
                    <a:pt x="2264" y="943"/>
                    <a:pt x="2251" y="994"/>
                    <a:pt x="2239" y="1044"/>
                  </a:cubicBezTo>
                  <a:lnTo>
                    <a:pt x="2389" y="1107"/>
                  </a:lnTo>
                  <a:cubicBezTo>
                    <a:pt x="2503" y="1057"/>
                    <a:pt x="2616" y="1032"/>
                    <a:pt x="2742" y="1032"/>
                  </a:cubicBezTo>
                  <a:cubicBezTo>
                    <a:pt x="3018" y="1032"/>
                    <a:pt x="3270" y="1145"/>
                    <a:pt x="3295" y="1296"/>
                  </a:cubicBezTo>
                  <a:cubicBezTo>
                    <a:pt x="3307" y="1371"/>
                    <a:pt x="3270" y="1434"/>
                    <a:pt x="3182" y="1484"/>
                  </a:cubicBezTo>
                  <a:lnTo>
                    <a:pt x="3433" y="1597"/>
                  </a:lnTo>
                  <a:cubicBezTo>
                    <a:pt x="3496" y="1597"/>
                    <a:pt x="3559" y="1585"/>
                    <a:pt x="3634" y="1585"/>
                  </a:cubicBezTo>
                  <a:cubicBezTo>
                    <a:pt x="4200" y="1585"/>
                    <a:pt x="4716" y="1824"/>
                    <a:pt x="4779" y="2126"/>
                  </a:cubicBezTo>
                  <a:cubicBezTo>
                    <a:pt x="4791" y="2163"/>
                    <a:pt x="4791" y="2201"/>
                    <a:pt x="4779" y="2226"/>
                  </a:cubicBezTo>
                  <a:lnTo>
                    <a:pt x="5772" y="2704"/>
                  </a:lnTo>
                  <a:lnTo>
                    <a:pt x="50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2" name="Google Shape;10092;p59"/>
            <p:cNvSpPr/>
            <p:nvPr/>
          </p:nvSpPr>
          <p:spPr>
            <a:xfrm>
              <a:off x="3535850" y="550175"/>
              <a:ext cx="30850" cy="14800"/>
            </a:xfrm>
            <a:custGeom>
              <a:avLst/>
              <a:gdLst/>
              <a:ahLst/>
              <a:cxnLst/>
              <a:rect l="l" t="t" r="r" b="b"/>
              <a:pathLst>
                <a:path w="1234" h="592" extrusionOk="0">
                  <a:moveTo>
                    <a:pt x="567" y="63"/>
                  </a:moveTo>
                  <a:cubicBezTo>
                    <a:pt x="831" y="63"/>
                    <a:pt x="1070" y="177"/>
                    <a:pt x="1107" y="302"/>
                  </a:cubicBezTo>
                  <a:cubicBezTo>
                    <a:pt x="1116" y="348"/>
                    <a:pt x="1093" y="364"/>
                    <a:pt x="1050" y="364"/>
                  </a:cubicBezTo>
                  <a:cubicBezTo>
                    <a:pt x="963" y="364"/>
                    <a:pt x="793" y="302"/>
                    <a:pt x="617" y="302"/>
                  </a:cubicBezTo>
                  <a:cubicBezTo>
                    <a:pt x="441" y="302"/>
                    <a:pt x="298" y="364"/>
                    <a:pt x="212" y="364"/>
                  </a:cubicBezTo>
                  <a:cubicBezTo>
                    <a:pt x="168" y="364"/>
                    <a:pt x="139" y="348"/>
                    <a:pt x="127" y="302"/>
                  </a:cubicBezTo>
                  <a:cubicBezTo>
                    <a:pt x="101" y="177"/>
                    <a:pt x="303" y="63"/>
                    <a:pt x="567" y="63"/>
                  </a:cubicBezTo>
                  <a:close/>
                  <a:moveTo>
                    <a:pt x="554" y="1"/>
                  </a:moveTo>
                  <a:cubicBezTo>
                    <a:pt x="240" y="1"/>
                    <a:pt x="1" y="139"/>
                    <a:pt x="38" y="290"/>
                  </a:cubicBezTo>
                  <a:cubicBezTo>
                    <a:pt x="64" y="453"/>
                    <a:pt x="353" y="592"/>
                    <a:pt x="680" y="592"/>
                  </a:cubicBezTo>
                  <a:cubicBezTo>
                    <a:pt x="994" y="592"/>
                    <a:pt x="1233" y="453"/>
                    <a:pt x="1195" y="290"/>
                  </a:cubicBezTo>
                  <a:cubicBezTo>
                    <a:pt x="1158" y="126"/>
                    <a:pt x="868" y="1"/>
                    <a:pt x="554" y="1"/>
                  </a:cubicBez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3" name="Google Shape;10093;p59"/>
            <p:cNvSpPr/>
            <p:nvPr/>
          </p:nvSpPr>
          <p:spPr>
            <a:xfrm>
              <a:off x="3154200" y="550500"/>
              <a:ext cx="30525" cy="14475"/>
            </a:xfrm>
            <a:custGeom>
              <a:avLst/>
              <a:gdLst/>
              <a:ahLst/>
              <a:cxnLst/>
              <a:rect l="l" t="t" r="r" b="b"/>
              <a:pathLst>
                <a:path w="1221" h="579" extrusionOk="0">
                  <a:moveTo>
                    <a:pt x="667" y="63"/>
                  </a:moveTo>
                  <a:cubicBezTo>
                    <a:pt x="931" y="63"/>
                    <a:pt x="1120" y="164"/>
                    <a:pt x="1095" y="302"/>
                  </a:cubicBezTo>
                  <a:cubicBezTo>
                    <a:pt x="1087" y="348"/>
                    <a:pt x="1060" y="363"/>
                    <a:pt x="1018" y="363"/>
                  </a:cubicBezTo>
                  <a:cubicBezTo>
                    <a:pt x="934" y="363"/>
                    <a:pt x="789" y="302"/>
                    <a:pt x="605" y="302"/>
                  </a:cubicBezTo>
                  <a:cubicBezTo>
                    <a:pt x="434" y="302"/>
                    <a:pt x="274" y="354"/>
                    <a:pt x="189" y="354"/>
                  </a:cubicBezTo>
                  <a:cubicBezTo>
                    <a:pt x="142" y="354"/>
                    <a:pt x="118" y="338"/>
                    <a:pt x="127" y="289"/>
                  </a:cubicBezTo>
                  <a:lnTo>
                    <a:pt x="127" y="289"/>
                  </a:lnTo>
                  <a:lnTo>
                    <a:pt x="127" y="302"/>
                  </a:lnTo>
                  <a:cubicBezTo>
                    <a:pt x="164" y="164"/>
                    <a:pt x="403" y="63"/>
                    <a:pt x="667" y="63"/>
                  </a:cubicBezTo>
                  <a:close/>
                  <a:moveTo>
                    <a:pt x="680" y="0"/>
                  </a:moveTo>
                  <a:cubicBezTo>
                    <a:pt x="366" y="0"/>
                    <a:pt x="76" y="126"/>
                    <a:pt x="39" y="289"/>
                  </a:cubicBezTo>
                  <a:cubicBezTo>
                    <a:pt x="1" y="453"/>
                    <a:pt x="227" y="579"/>
                    <a:pt x="554" y="579"/>
                  </a:cubicBezTo>
                  <a:cubicBezTo>
                    <a:pt x="869" y="579"/>
                    <a:pt x="1158" y="440"/>
                    <a:pt x="1196" y="289"/>
                  </a:cubicBezTo>
                  <a:cubicBezTo>
                    <a:pt x="1221" y="126"/>
                    <a:pt x="994" y="0"/>
                    <a:pt x="6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4" name="Google Shape;10094;p59"/>
            <p:cNvSpPr/>
            <p:nvPr/>
          </p:nvSpPr>
          <p:spPr>
            <a:xfrm>
              <a:off x="3323650" y="733150"/>
              <a:ext cx="62275" cy="39300"/>
            </a:xfrm>
            <a:custGeom>
              <a:avLst/>
              <a:gdLst/>
              <a:ahLst/>
              <a:cxnLst/>
              <a:rect l="l" t="t" r="r" b="b"/>
              <a:pathLst>
                <a:path w="2491" h="1572" extrusionOk="0">
                  <a:moveTo>
                    <a:pt x="2070" y="635"/>
                  </a:moveTo>
                  <a:cubicBezTo>
                    <a:pt x="2161" y="635"/>
                    <a:pt x="2214" y="673"/>
                    <a:pt x="2214" y="792"/>
                  </a:cubicBezTo>
                  <a:cubicBezTo>
                    <a:pt x="2214" y="1119"/>
                    <a:pt x="1774" y="1396"/>
                    <a:pt x="1246" y="1396"/>
                  </a:cubicBezTo>
                  <a:cubicBezTo>
                    <a:pt x="718" y="1396"/>
                    <a:pt x="290" y="1119"/>
                    <a:pt x="290" y="792"/>
                  </a:cubicBezTo>
                  <a:cubicBezTo>
                    <a:pt x="290" y="673"/>
                    <a:pt x="343" y="635"/>
                    <a:pt x="434" y="635"/>
                  </a:cubicBezTo>
                  <a:cubicBezTo>
                    <a:pt x="602" y="635"/>
                    <a:pt x="903" y="767"/>
                    <a:pt x="1246" y="767"/>
                  </a:cubicBezTo>
                  <a:cubicBezTo>
                    <a:pt x="1597" y="767"/>
                    <a:pt x="1900" y="635"/>
                    <a:pt x="2070" y="635"/>
                  </a:cubicBezTo>
                  <a:close/>
                  <a:moveTo>
                    <a:pt x="1246" y="0"/>
                  </a:moveTo>
                  <a:cubicBezTo>
                    <a:pt x="554" y="0"/>
                    <a:pt x="1" y="352"/>
                    <a:pt x="1" y="780"/>
                  </a:cubicBezTo>
                  <a:cubicBezTo>
                    <a:pt x="1" y="1220"/>
                    <a:pt x="554" y="1572"/>
                    <a:pt x="1246" y="1572"/>
                  </a:cubicBezTo>
                  <a:cubicBezTo>
                    <a:pt x="1937" y="1572"/>
                    <a:pt x="2491" y="1220"/>
                    <a:pt x="2491" y="780"/>
                  </a:cubicBezTo>
                  <a:cubicBezTo>
                    <a:pt x="2491" y="352"/>
                    <a:pt x="1937" y="0"/>
                    <a:pt x="1246" y="0"/>
                  </a:cubicBez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5" name="Google Shape;10095;p59"/>
            <p:cNvSpPr/>
            <p:nvPr/>
          </p:nvSpPr>
          <p:spPr>
            <a:xfrm>
              <a:off x="3118375" y="538850"/>
              <a:ext cx="144000" cy="67925"/>
            </a:xfrm>
            <a:custGeom>
              <a:avLst/>
              <a:gdLst/>
              <a:ahLst/>
              <a:cxnLst/>
              <a:rect l="l" t="t" r="r" b="b"/>
              <a:pathLst>
                <a:path w="5760" h="2717" extrusionOk="0">
                  <a:moveTo>
                    <a:pt x="5395" y="76"/>
                  </a:moveTo>
                  <a:lnTo>
                    <a:pt x="4942" y="290"/>
                  </a:lnTo>
                  <a:cubicBezTo>
                    <a:pt x="4867" y="290"/>
                    <a:pt x="4791" y="277"/>
                    <a:pt x="4716" y="277"/>
                  </a:cubicBezTo>
                  <a:cubicBezTo>
                    <a:pt x="4200" y="277"/>
                    <a:pt x="3735" y="441"/>
                    <a:pt x="3509" y="667"/>
                  </a:cubicBezTo>
                  <a:lnTo>
                    <a:pt x="2754" y="818"/>
                  </a:lnTo>
                  <a:cubicBezTo>
                    <a:pt x="2654" y="994"/>
                    <a:pt x="2327" y="1120"/>
                    <a:pt x="1962" y="1120"/>
                  </a:cubicBezTo>
                  <a:cubicBezTo>
                    <a:pt x="1836" y="1120"/>
                    <a:pt x="1698" y="1107"/>
                    <a:pt x="1572" y="1057"/>
                  </a:cubicBezTo>
                  <a:lnTo>
                    <a:pt x="516" y="1271"/>
                  </a:lnTo>
                  <a:lnTo>
                    <a:pt x="516" y="1271"/>
                  </a:lnTo>
                  <a:lnTo>
                    <a:pt x="830" y="76"/>
                  </a:lnTo>
                  <a:close/>
                  <a:moveTo>
                    <a:pt x="692" y="1"/>
                  </a:moveTo>
                  <a:lnTo>
                    <a:pt x="353" y="1309"/>
                  </a:lnTo>
                  <a:lnTo>
                    <a:pt x="0" y="2717"/>
                  </a:lnTo>
                  <a:lnTo>
                    <a:pt x="994" y="2252"/>
                  </a:lnTo>
                  <a:cubicBezTo>
                    <a:pt x="981" y="2214"/>
                    <a:pt x="981" y="2176"/>
                    <a:pt x="994" y="2139"/>
                  </a:cubicBezTo>
                  <a:cubicBezTo>
                    <a:pt x="1057" y="1837"/>
                    <a:pt x="1572" y="1598"/>
                    <a:pt x="2138" y="1598"/>
                  </a:cubicBezTo>
                  <a:cubicBezTo>
                    <a:pt x="2201" y="1598"/>
                    <a:pt x="2276" y="1610"/>
                    <a:pt x="2339" y="1610"/>
                  </a:cubicBezTo>
                  <a:lnTo>
                    <a:pt x="2591" y="1497"/>
                  </a:lnTo>
                  <a:cubicBezTo>
                    <a:pt x="2503" y="1447"/>
                    <a:pt x="2465" y="1384"/>
                    <a:pt x="2478" y="1309"/>
                  </a:cubicBezTo>
                  <a:cubicBezTo>
                    <a:pt x="2503" y="1170"/>
                    <a:pt x="2754" y="1045"/>
                    <a:pt x="3031" y="1045"/>
                  </a:cubicBezTo>
                  <a:cubicBezTo>
                    <a:pt x="3144" y="1045"/>
                    <a:pt x="3270" y="1070"/>
                    <a:pt x="3370" y="1120"/>
                  </a:cubicBezTo>
                  <a:lnTo>
                    <a:pt x="3534" y="1057"/>
                  </a:lnTo>
                  <a:cubicBezTo>
                    <a:pt x="3509" y="1007"/>
                    <a:pt x="3509" y="956"/>
                    <a:pt x="3521" y="906"/>
                  </a:cubicBezTo>
                  <a:cubicBezTo>
                    <a:pt x="3572" y="592"/>
                    <a:pt x="4100" y="365"/>
                    <a:pt x="4703" y="365"/>
                  </a:cubicBezTo>
                  <a:cubicBezTo>
                    <a:pt x="4791" y="365"/>
                    <a:pt x="4879" y="365"/>
                    <a:pt x="4967" y="378"/>
                  </a:cubicBezTo>
                  <a:lnTo>
                    <a:pt x="57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6" name="Google Shape;10096;p59"/>
            <p:cNvSpPr/>
            <p:nvPr/>
          </p:nvSpPr>
          <p:spPr>
            <a:xfrm>
              <a:off x="3095425" y="564325"/>
              <a:ext cx="25175" cy="45925"/>
            </a:xfrm>
            <a:custGeom>
              <a:avLst/>
              <a:gdLst/>
              <a:ahLst/>
              <a:cxnLst/>
              <a:rect l="l" t="t" r="r" b="b"/>
              <a:pathLst>
                <a:path w="1007" h="1837" extrusionOk="0">
                  <a:moveTo>
                    <a:pt x="466" y="0"/>
                  </a:moveTo>
                  <a:lnTo>
                    <a:pt x="466" y="0"/>
                  </a:lnTo>
                  <a:cubicBezTo>
                    <a:pt x="415" y="114"/>
                    <a:pt x="390" y="239"/>
                    <a:pt x="365" y="378"/>
                  </a:cubicBezTo>
                  <a:cubicBezTo>
                    <a:pt x="327" y="554"/>
                    <a:pt x="202" y="1082"/>
                    <a:pt x="0" y="1836"/>
                  </a:cubicBezTo>
                  <a:cubicBezTo>
                    <a:pt x="202" y="1685"/>
                    <a:pt x="403" y="1572"/>
                    <a:pt x="629" y="1497"/>
                  </a:cubicBezTo>
                  <a:lnTo>
                    <a:pt x="1006" y="76"/>
                  </a:lnTo>
                  <a:lnTo>
                    <a:pt x="365" y="1346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7" name="Google Shape;10097;p59"/>
            <p:cNvSpPr/>
            <p:nvPr/>
          </p:nvSpPr>
          <p:spPr>
            <a:xfrm>
              <a:off x="3272425" y="707350"/>
              <a:ext cx="166000" cy="94025"/>
            </a:xfrm>
            <a:custGeom>
              <a:avLst/>
              <a:gdLst/>
              <a:ahLst/>
              <a:cxnLst/>
              <a:rect l="l" t="t" r="r" b="b"/>
              <a:pathLst>
                <a:path w="6640" h="3761" extrusionOk="0">
                  <a:moveTo>
                    <a:pt x="3295" y="793"/>
                  </a:moveTo>
                  <a:cubicBezTo>
                    <a:pt x="4187" y="793"/>
                    <a:pt x="4917" y="1246"/>
                    <a:pt x="4917" y="1812"/>
                  </a:cubicBezTo>
                  <a:cubicBezTo>
                    <a:pt x="4917" y="2378"/>
                    <a:pt x="4187" y="2830"/>
                    <a:pt x="3295" y="2830"/>
                  </a:cubicBezTo>
                  <a:cubicBezTo>
                    <a:pt x="2402" y="2830"/>
                    <a:pt x="1685" y="2390"/>
                    <a:pt x="1685" y="1824"/>
                  </a:cubicBezTo>
                  <a:lnTo>
                    <a:pt x="1685" y="1812"/>
                  </a:lnTo>
                  <a:cubicBezTo>
                    <a:pt x="1685" y="1246"/>
                    <a:pt x="2402" y="793"/>
                    <a:pt x="3295" y="793"/>
                  </a:cubicBezTo>
                  <a:close/>
                  <a:moveTo>
                    <a:pt x="3320" y="1"/>
                  </a:moveTo>
                  <a:lnTo>
                    <a:pt x="0" y="1812"/>
                  </a:lnTo>
                  <a:lnTo>
                    <a:pt x="3320" y="3761"/>
                  </a:lnTo>
                  <a:lnTo>
                    <a:pt x="6640" y="1812"/>
                  </a:lnTo>
                  <a:lnTo>
                    <a:pt x="332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8" name="Google Shape;10098;p59"/>
            <p:cNvSpPr/>
            <p:nvPr/>
          </p:nvSpPr>
          <p:spPr>
            <a:xfrm>
              <a:off x="3074675" y="1083025"/>
              <a:ext cx="609900" cy="105350"/>
            </a:xfrm>
            <a:custGeom>
              <a:avLst/>
              <a:gdLst/>
              <a:ahLst/>
              <a:cxnLst/>
              <a:rect l="l" t="t" r="r" b="b"/>
              <a:pathLst>
                <a:path w="24396" h="4214" extrusionOk="0">
                  <a:moveTo>
                    <a:pt x="23264" y="1"/>
                  </a:moveTo>
                  <a:lnTo>
                    <a:pt x="24295" y="4088"/>
                  </a:lnTo>
                  <a:lnTo>
                    <a:pt x="24295" y="4088"/>
                  </a:lnTo>
                  <a:lnTo>
                    <a:pt x="18259" y="4050"/>
                  </a:lnTo>
                  <a:lnTo>
                    <a:pt x="12173" y="4050"/>
                  </a:lnTo>
                  <a:lnTo>
                    <a:pt x="6087" y="4075"/>
                  </a:lnTo>
                  <a:cubicBezTo>
                    <a:pt x="4062" y="4088"/>
                    <a:pt x="2038" y="4113"/>
                    <a:pt x="1" y="4125"/>
                  </a:cubicBezTo>
                  <a:cubicBezTo>
                    <a:pt x="2038" y="4150"/>
                    <a:pt x="4062" y="4176"/>
                    <a:pt x="6087" y="4188"/>
                  </a:cubicBezTo>
                  <a:lnTo>
                    <a:pt x="12173" y="4213"/>
                  </a:lnTo>
                  <a:lnTo>
                    <a:pt x="18259" y="4213"/>
                  </a:lnTo>
                  <a:lnTo>
                    <a:pt x="24345" y="4176"/>
                  </a:lnTo>
                  <a:lnTo>
                    <a:pt x="24358" y="4176"/>
                  </a:lnTo>
                  <a:cubicBezTo>
                    <a:pt x="24383" y="4176"/>
                    <a:pt x="24396" y="4150"/>
                    <a:pt x="24396" y="4125"/>
                  </a:cubicBezTo>
                  <a:lnTo>
                    <a:pt x="232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9" name="Google Shape;10099;p59"/>
            <p:cNvSpPr/>
            <p:nvPr/>
          </p:nvSpPr>
          <p:spPr>
            <a:xfrm>
              <a:off x="3617275" y="962950"/>
              <a:ext cx="45925" cy="31150"/>
            </a:xfrm>
            <a:custGeom>
              <a:avLst/>
              <a:gdLst/>
              <a:ahLst/>
              <a:cxnLst/>
              <a:rect l="l" t="t" r="r" b="b"/>
              <a:pathLst>
                <a:path w="1837" h="1246" extrusionOk="0">
                  <a:moveTo>
                    <a:pt x="1498" y="463"/>
                  </a:moveTo>
                  <a:cubicBezTo>
                    <a:pt x="1560" y="463"/>
                    <a:pt x="1602" y="495"/>
                    <a:pt x="1623" y="591"/>
                  </a:cubicBezTo>
                  <a:cubicBezTo>
                    <a:pt x="1686" y="880"/>
                    <a:pt x="1422" y="1119"/>
                    <a:pt x="1019" y="1119"/>
                  </a:cubicBezTo>
                  <a:cubicBezTo>
                    <a:pt x="629" y="1119"/>
                    <a:pt x="265" y="880"/>
                    <a:pt x="202" y="591"/>
                  </a:cubicBezTo>
                  <a:cubicBezTo>
                    <a:pt x="181" y="495"/>
                    <a:pt x="209" y="463"/>
                    <a:pt x="270" y="463"/>
                  </a:cubicBezTo>
                  <a:cubicBezTo>
                    <a:pt x="392" y="463"/>
                    <a:pt x="646" y="591"/>
                    <a:pt x="906" y="591"/>
                  </a:cubicBezTo>
                  <a:cubicBezTo>
                    <a:pt x="1174" y="591"/>
                    <a:pt x="1375" y="463"/>
                    <a:pt x="1498" y="463"/>
                  </a:cubicBezTo>
                  <a:close/>
                  <a:moveTo>
                    <a:pt x="793" y="0"/>
                  </a:moveTo>
                  <a:cubicBezTo>
                    <a:pt x="328" y="0"/>
                    <a:pt x="1" y="277"/>
                    <a:pt x="76" y="616"/>
                  </a:cubicBezTo>
                  <a:cubicBezTo>
                    <a:pt x="139" y="956"/>
                    <a:pt x="579" y="1245"/>
                    <a:pt x="1057" y="1245"/>
                  </a:cubicBezTo>
                  <a:cubicBezTo>
                    <a:pt x="1522" y="1245"/>
                    <a:pt x="1837" y="956"/>
                    <a:pt x="1761" y="616"/>
                  </a:cubicBezTo>
                  <a:cubicBezTo>
                    <a:pt x="1686" y="277"/>
                    <a:pt x="1246" y="0"/>
                    <a:pt x="7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0" name="Google Shape;10100;p59"/>
            <p:cNvSpPr/>
            <p:nvPr/>
          </p:nvSpPr>
          <p:spPr>
            <a:xfrm>
              <a:off x="3511025" y="885300"/>
              <a:ext cx="196500" cy="134575"/>
            </a:xfrm>
            <a:custGeom>
              <a:avLst/>
              <a:gdLst/>
              <a:ahLst/>
              <a:cxnLst/>
              <a:rect l="l" t="t" r="r" b="b"/>
              <a:pathLst>
                <a:path w="7860" h="5383" extrusionOk="0">
                  <a:moveTo>
                    <a:pt x="6929" y="2628"/>
                  </a:moveTo>
                  <a:lnTo>
                    <a:pt x="7583" y="5231"/>
                  </a:lnTo>
                  <a:lnTo>
                    <a:pt x="566" y="5219"/>
                  </a:lnTo>
                  <a:lnTo>
                    <a:pt x="1145" y="4741"/>
                  </a:lnTo>
                  <a:cubicBezTo>
                    <a:pt x="1258" y="4753"/>
                    <a:pt x="1371" y="4753"/>
                    <a:pt x="1484" y="4753"/>
                  </a:cubicBezTo>
                  <a:cubicBezTo>
                    <a:pt x="2264" y="4753"/>
                    <a:pt x="2867" y="4401"/>
                    <a:pt x="3069" y="3911"/>
                  </a:cubicBezTo>
                  <a:lnTo>
                    <a:pt x="4087" y="3571"/>
                  </a:lnTo>
                  <a:cubicBezTo>
                    <a:pt x="4112" y="3207"/>
                    <a:pt x="4490" y="2943"/>
                    <a:pt x="5005" y="2943"/>
                  </a:cubicBezTo>
                  <a:cubicBezTo>
                    <a:pt x="5206" y="2943"/>
                    <a:pt x="5420" y="2993"/>
                    <a:pt x="5609" y="3068"/>
                  </a:cubicBezTo>
                  <a:lnTo>
                    <a:pt x="6929" y="2628"/>
                  </a:lnTo>
                  <a:close/>
                  <a:moveTo>
                    <a:pt x="6489" y="0"/>
                  </a:moveTo>
                  <a:lnTo>
                    <a:pt x="5533" y="805"/>
                  </a:lnTo>
                  <a:cubicBezTo>
                    <a:pt x="5558" y="868"/>
                    <a:pt x="5584" y="931"/>
                    <a:pt x="5596" y="994"/>
                  </a:cubicBezTo>
                  <a:cubicBezTo>
                    <a:pt x="5722" y="1534"/>
                    <a:pt x="5194" y="1987"/>
                    <a:pt x="4414" y="1987"/>
                  </a:cubicBezTo>
                  <a:cubicBezTo>
                    <a:pt x="4314" y="1987"/>
                    <a:pt x="4225" y="1987"/>
                    <a:pt x="4125" y="1974"/>
                  </a:cubicBezTo>
                  <a:lnTo>
                    <a:pt x="3861" y="2201"/>
                  </a:lnTo>
                  <a:cubicBezTo>
                    <a:pt x="3999" y="2276"/>
                    <a:pt x="4100" y="2402"/>
                    <a:pt x="4137" y="2565"/>
                  </a:cubicBezTo>
                  <a:cubicBezTo>
                    <a:pt x="4188" y="2855"/>
                    <a:pt x="3911" y="3081"/>
                    <a:pt x="3509" y="3081"/>
                  </a:cubicBezTo>
                  <a:cubicBezTo>
                    <a:pt x="3320" y="3081"/>
                    <a:pt x="3131" y="3031"/>
                    <a:pt x="2968" y="2930"/>
                  </a:cubicBezTo>
                  <a:lnTo>
                    <a:pt x="2792" y="3081"/>
                  </a:lnTo>
                  <a:cubicBezTo>
                    <a:pt x="2842" y="3169"/>
                    <a:pt x="2880" y="3270"/>
                    <a:pt x="2893" y="3370"/>
                  </a:cubicBezTo>
                  <a:cubicBezTo>
                    <a:pt x="2930" y="3597"/>
                    <a:pt x="2880" y="3823"/>
                    <a:pt x="2742" y="4012"/>
                  </a:cubicBezTo>
                  <a:cubicBezTo>
                    <a:pt x="2729" y="4037"/>
                    <a:pt x="2717" y="4049"/>
                    <a:pt x="2704" y="4074"/>
                  </a:cubicBezTo>
                  <a:lnTo>
                    <a:pt x="2691" y="4087"/>
                  </a:lnTo>
                  <a:cubicBezTo>
                    <a:pt x="2666" y="4112"/>
                    <a:pt x="2628" y="4150"/>
                    <a:pt x="2603" y="4175"/>
                  </a:cubicBezTo>
                  <a:lnTo>
                    <a:pt x="2591" y="4188"/>
                  </a:lnTo>
                  <a:lnTo>
                    <a:pt x="2528" y="4238"/>
                  </a:lnTo>
                  <a:lnTo>
                    <a:pt x="2503" y="4263"/>
                  </a:lnTo>
                  <a:cubicBezTo>
                    <a:pt x="2478" y="4276"/>
                    <a:pt x="2452" y="4301"/>
                    <a:pt x="2415" y="4326"/>
                  </a:cubicBezTo>
                  <a:lnTo>
                    <a:pt x="2377" y="4351"/>
                  </a:lnTo>
                  <a:lnTo>
                    <a:pt x="2314" y="4376"/>
                  </a:lnTo>
                  <a:lnTo>
                    <a:pt x="2226" y="4427"/>
                  </a:lnTo>
                  <a:lnTo>
                    <a:pt x="2188" y="4439"/>
                  </a:lnTo>
                  <a:lnTo>
                    <a:pt x="2113" y="4464"/>
                  </a:lnTo>
                  <a:lnTo>
                    <a:pt x="2063" y="4489"/>
                  </a:lnTo>
                  <a:lnTo>
                    <a:pt x="1949" y="4515"/>
                  </a:lnTo>
                  <a:lnTo>
                    <a:pt x="1912" y="4527"/>
                  </a:lnTo>
                  <a:lnTo>
                    <a:pt x="1799" y="4552"/>
                  </a:lnTo>
                  <a:lnTo>
                    <a:pt x="1773" y="4552"/>
                  </a:lnTo>
                  <a:cubicBezTo>
                    <a:pt x="1736" y="4552"/>
                    <a:pt x="1685" y="4565"/>
                    <a:pt x="1635" y="4565"/>
                  </a:cubicBezTo>
                  <a:lnTo>
                    <a:pt x="1459" y="4565"/>
                  </a:lnTo>
                  <a:cubicBezTo>
                    <a:pt x="1321" y="4565"/>
                    <a:pt x="1182" y="4552"/>
                    <a:pt x="1044" y="4527"/>
                  </a:cubicBezTo>
                  <a:lnTo>
                    <a:pt x="0" y="5382"/>
                  </a:lnTo>
                  <a:lnTo>
                    <a:pt x="7860" y="5382"/>
                  </a:lnTo>
                  <a:lnTo>
                    <a:pt x="7143" y="2540"/>
                  </a:lnTo>
                  <a:lnTo>
                    <a:pt x="6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1" name="Google Shape;10101;p59"/>
            <p:cNvSpPr/>
            <p:nvPr/>
          </p:nvSpPr>
          <p:spPr>
            <a:xfrm>
              <a:off x="2980050" y="1045300"/>
              <a:ext cx="20775" cy="117600"/>
            </a:xfrm>
            <a:custGeom>
              <a:avLst/>
              <a:gdLst/>
              <a:ahLst/>
              <a:cxnLst/>
              <a:rect l="l" t="t" r="r" b="b"/>
              <a:pathLst>
                <a:path w="831" h="4704" extrusionOk="0">
                  <a:moveTo>
                    <a:pt x="529" y="1"/>
                  </a:moveTo>
                  <a:lnTo>
                    <a:pt x="529" y="1"/>
                  </a:lnTo>
                  <a:cubicBezTo>
                    <a:pt x="315" y="365"/>
                    <a:pt x="177" y="755"/>
                    <a:pt x="101" y="1158"/>
                  </a:cubicBezTo>
                  <a:cubicBezTo>
                    <a:pt x="13" y="1560"/>
                    <a:pt x="1" y="1975"/>
                    <a:pt x="38" y="2390"/>
                  </a:cubicBezTo>
                  <a:cubicBezTo>
                    <a:pt x="76" y="2805"/>
                    <a:pt x="164" y="3207"/>
                    <a:pt x="302" y="3597"/>
                  </a:cubicBezTo>
                  <a:cubicBezTo>
                    <a:pt x="428" y="3987"/>
                    <a:pt x="604" y="4352"/>
                    <a:pt x="830" y="4704"/>
                  </a:cubicBezTo>
                  <a:cubicBezTo>
                    <a:pt x="755" y="4515"/>
                    <a:pt x="680" y="4326"/>
                    <a:pt x="604" y="4138"/>
                  </a:cubicBezTo>
                  <a:cubicBezTo>
                    <a:pt x="529" y="3937"/>
                    <a:pt x="478" y="3761"/>
                    <a:pt x="428" y="3559"/>
                  </a:cubicBezTo>
                  <a:cubicBezTo>
                    <a:pt x="315" y="3170"/>
                    <a:pt x="239" y="2780"/>
                    <a:pt x="202" y="2377"/>
                  </a:cubicBezTo>
                  <a:cubicBezTo>
                    <a:pt x="164" y="1975"/>
                    <a:pt x="177" y="1573"/>
                    <a:pt x="227" y="1170"/>
                  </a:cubicBezTo>
                  <a:lnTo>
                    <a:pt x="265" y="881"/>
                  </a:lnTo>
                  <a:lnTo>
                    <a:pt x="340" y="579"/>
                  </a:lnTo>
                  <a:cubicBezTo>
                    <a:pt x="353" y="541"/>
                    <a:pt x="365" y="491"/>
                    <a:pt x="378" y="441"/>
                  </a:cubicBezTo>
                  <a:lnTo>
                    <a:pt x="428" y="290"/>
                  </a:lnTo>
                  <a:cubicBezTo>
                    <a:pt x="466" y="202"/>
                    <a:pt x="491" y="101"/>
                    <a:pt x="529" y="1"/>
                  </a:cubicBezTo>
                  <a:close/>
                </a:path>
              </a:pathLst>
            </a:custGeom>
            <a:solidFill>
              <a:srgbClr val="F0D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2" name="Google Shape;10102;p59"/>
            <p:cNvSpPr/>
            <p:nvPr/>
          </p:nvSpPr>
          <p:spPr>
            <a:xfrm>
              <a:off x="2999225" y="1039650"/>
              <a:ext cx="652975" cy="133625"/>
            </a:xfrm>
            <a:custGeom>
              <a:avLst/>
              <a:gdLst/>
              <a:ahLst/>
              <a:cxnLst/>
              <a:rect l="l" t="t" r="r" b="b"/>
              <a:pathLst>
                <a:path w="26119" h="5345" extrusionOk="0">
                  <a:moveTo>
                    <a:pt x="14380" y="726"/>
                  </a:moveTo>
                  <a:cubicBezTo>
                    <a:pt x="15916" y="726"/>
                    <a:pt x="17452" y="745"/>
                    <a:pt x="18989" y="755"/>
                  </a:cubicBezTo>
                  <a:lnTo>
                    <a:pt x="21843" y="793"/>
                  </a:lnTo>
                  <a:cubicBezTo>
                    <a:pt x="22786" y="818"/>
                    <a:pt x="23729" y="830"/>
                    <a:pt x="24685" y="856"/>
                  </a:cubicBezTo>
                  <a:cubicBezTo>
                    <a:pt x="23742" y="881"/>
                    <a:pt x="22786" y="893"/>
                    <a:pt x="21843" y="918"/>
                  </a:cubicBezTo>
                  <a:lnTo>
                    <a:pt x="18989" y="956"/>
                  </a:lnTo>
                  <a:cubicBezTo>
                    <a:pt x="17090" y="969"/>
                    <a:pt x="15191" y="969"/>
                    <a:pt x="13292" y="981"/>
                  </a:cubicBezTo>
                  <a:cubicBezTo>
                    <a:pt x="12932" y="984"/>
                    <a:pt x="12571" y="985"/>
                    <a:pt x="12210" y="985"/>
                  </a:cubicBezTo>
                  <a:cubicBezTo>
                    <a:pt x="10681" y="985"/>
                    <a:pt x="9144" y="966"/>
                    <a:pt x="7608" y="956"/>
                  </a:cubicBezTo>
                  <a:lnTo>
                    <a:pt x="4754" y="918"/>
                  </a:lnTo>
                  <a:cubicBezTo>
                    <a:pt x="3811" y="893"/>
                    <a:pt x="2855" y="881"/>
                    <a:pt x="1912" y="856"/>
                  </a:cubicBezTo>
                  <a:cubicBezTo>
                    <a:pt x="2855" y="830"/>
                    <a:pt x="3811" y="818"/>
                    <a:pt x="4754" y="793"/>
                  </a:cubicBezTo>
                  <a:lnTo>
                    <a:pt x="7608" y="755"/>
                  </a:lnTo>
                  <a:cubicBezTo>
                    <a:pt x="9507" y="742"/>
                    <a:pt x="11406" y="742"/>
                    <a:pt x="13292" y="730"/>
                  </a:cubicBezTo>
                  <a:cubicBezTo>
                    <a:pt x="13655" y="727"/>
                    <a:pt x="14017" y="726"/>
                    <a:pt x="14380" y="726"/>
                  </a:cubicBezTo>
                  <a:close/>
                  <a:moveTo>
                    <a:pt x="14818" y="2146"/>
                  </a:moveTo>
                  <a:cubicBezTo>
                    <a:pt x="16209" y="2146"/>
                    <a:pt x="17599" y="2157"/>
                    <a:pt x="18989" y="2176"/>
                  </a:cubicBezTo>
                  <a:lnTo>
                    <a:pt x="21843" y="2214"/>
                  </a:lnTo>
                  <a:cubicBezTo>
                    <a:pt x="22786" y="2226"/>
                    <a:pt x="23742" y="2239"/>
                    <a:pt x="24685" y="2276"/>
                  </a:cubicBezTo>
                  <a:cubicBezTo>
                    <a:pt x="23742" y="2302"/>
                    <a:pt x="22786" y="2314"/>
                    <a:pt x="21843" y="2327"/>
                  </a:cubicBezTo>
                  <a:lnTo>
                    <a:pt x="18989" y="2364"/>
                  </a:lnTo>
                  <a:cubicBezTo>
                    <a:pt x="17090" y="2390"/>
                    <a:pt x="15191" y="2390"/>
                    <a:pt x="13292" y="2390"/>
                  </a:cubicBezTo>
                  <a:cubicBezTo>
                    <a:pt x="12787" y="2393"/>
                    <a:pt x="12280" y="2395"/>
                    <a:pt x="11773" y="2395"/>
                  </a:cubicBezTo>
                  <a:cubicBezTo>
                    <a:pt x="10388" y="2395"/>
                    <a:pt x="8998" y="2383"/>
                    <a:pt x="7608" y="2364"/>
                  </a:cubicBezTo>
                  <a:lnTo>
                    <a:pt x="4754" y="2327"/>
                  </a:lnTo>
                  <a:cubicBezTo>
                    <a:pt x="3811" y="2314"/>
                    <a:pt x="2855" y="2302"/>
                    <a:pt x="1912" y="2276"/>
                  </a:cubicBezTo>
                  <a:cubicBezTo>
                    <a:pt x="2855" y="2239"/>
                    <a:pt x="3811" y="2226"/>
                    <a:pt x="4754" y="2214"/>
                  </a:cubicBezTo>
                  <a:lnTo>
                    <a:pt x="7608" y="2176"/>
                  </a:lnTo>
                  <a:cubicBezTo>
                    <a:pt x="9507" y="2151"/>
                    <a:pt x="11406" y="2151"/>
                    <a:pt x="13292" y="2151"/>
                  </a:cubicBezTo>
                  <a:cubicBezTo>
                    <a:pt x="13801" y="2147"/>
                    <a:pt x="14310" y="2146"/>
                    <a:pt x="14818" y="2146"/>
                  </a:cubicBezTo>
                  <a:close/>
                  <a:moveTo>
                    <a:pt x="12902" y="3785"/>
                  </a:moveTo>
                  <a:cubicBezTo>
                    <a:pt x="14864" y="3785"/>
                    <a:pt x="16826" y="3798"/>
                    <a:pt x="18787" y="3823"/>
                  </a:cubicBezTo>
                  <a:lnTo>
                    <a:pt x="21742" y="3861"/>
                  </a:lnTo>
                  <a:cubicBezTo>
                    <a:pt x="22723" y="3873"/>
                    <a:pt x="23704" y="3886"/>
                    <a:pt x="24685" y="3911"/>
                  </a:cubicBezTo>
                  <a:cubicBezTo>
                    <a:pt x="23704" y="3949"/>
                    <a:pt x="22723" y="3961"/>
                    <a:pt x="21742" y="3974"/>
                  </a:cubicBezTo>
                  <a:lnTo>
                    <a:pt x="18787" y="4012"/>
                  </a:lnTo>
                  <a:cubicBezTo>
                    <a:pt x="16826" y="4037"/>
                    <a:pt x="14864" y="4037"/>
                    <a:pt x="12902" y="4037"/>
                  </a:cubicBezTo>
                  <a:cubicBezTo>
                    <a:pt x="12377" y="4040"/>
                    <a:pt x="11850" y="4042"/>
                    <a:pt x="11323" y="4042"/>
                  </a:cubicBezTo>
                  <a:cubicBezTo>
                    <a:pt x="9884" y="4042"/>
                    <a:pt x="8441" y="4030"/>
                    <a:pt x="7005" y="4012"/>
                  </a:cubicBezTo>
                  <a:lnTo>
                    <a:pt x="4062" y="3974"/>
                  </a:lnTo>
                  <a:cubicBezTo>
                    <a:pt x="3081" y="3949"/>
                    <a:pt x="2088" y="3949"/>
                    <a:pt x="1107" y="3911"/>
                  </a:cubicBezTo>
                  <a:cubicBezTo>
                    <a:pt x="2088" y="3886"/>
                    <a:pt x="3081" y="3873"/>
                    <a:pt x="4062" y="3848"/>
                  </a:cubicBezTo>
                  <a:lnTo>
                    <a:pt x="7005" y="3823"/>
                  </a:lnTo>
                  <a:cubicBezTo>
                    <a:pt x="8966" y="3798"/>
                    <a:pt x="10941" y="3798"/>
                    <a:pt x="12902" y="3785"/>
                  </a:cubicBezTo>
                  <a:close/>
                  <a:moveTo>
                    <a:pt x="17467" y="0"/>
                  </a:moveTo>
                  <a:lnTo>
                    <a:pt x="19165" y="26"/>
                  </a:lnTo>
                  <a:lnTo>
                    <a:pt x="22283" y="88"/>
                  </a:lnTo>
                  <a:cubicBezTo>
                    <a:pt x="23327" y="114"/>
                    <a:pt x="24371" y="101"/>
                    <a:pt x="25402" y="202"/>
                  </a:cubicBezTo>
                  <a:cubicBezTo>
                    <a:pt x="24371" y="302"/>
                    <a:pt x="23327" y="277"/>
                    <a:pt x="22283" y="290"/>
                  </a:cubicBezTo>
                  <a:lnTo>
                    <a:pt x="19165" y="327"/>
                  </a:lnTo>
                  <a:lnTo>
                    <a:pt x="12915" y="403"/>
                  </a:lnTo>
                  <a:lnTo>
                    <a:pt x="6665" y="478"/>
                  </a:lnTo>
                  <a:lnTo>
                    <a:pt x="554" y="529"/>
                  </a:lnTo>
                  <a:cubicBezTo>
                    <a:pt x="126" y="1270"/>
                    <a:pt x="1" y="2138"/>
                    <a:pt x="202" y="2968"/>
                  </a:cubicBezTo>
                  <a:lnTo>
                    <a:pt x="25050" y="3132"/>
                  </a:lnTo>
                  <a:lnTo>
                    <a:pt x="277" y="3282"/>
                  </a:lnTo>
                  <a:cubicBezTo>
                    <a:pt x="504" y="4037"/>
                    <a:pt x="881" y="4741"/>
                    <a:pt x="1384" y="5345"/>
                  </a:cubicBezTo>
                  <a:lnTo>
                    <a:pt x="25942" y="5345"/>
                  </a:lnTo>
                  <a:cubicBezTo>
                    <a:pt x="25892" y="5156"/>
                    <a:pt x="25842" y="4967"/>
                    <a:pt x="25804" y="4791"/>
                  </a:cubicBezTo>
                  <a:lnTo>
                    <a:pt x="2038" y="4628"/>
                  </a:lnTo>
                  <a:lnTo>
                    <a:pt x="25741" y="4477"/>
                  </a:lnTo>
                  <a:cubicBezTo>
                    <a:pt x="25578" y="3559"/>
                    <a:pt x="25553" y="2629"/>
                    <a:pt x="25653" y="1711"/>
                  </a:cubicBezTo>
                  <a:lnTo>
                    <a:pt x="2000" y="1560"/>
                  </a:lnTo>
                  <a:lnTo>
                    <a:pt x="25691" y="1396"/>
                  </a:lnTo>
                  <a:cubicBezTo>
                    <a:pt x="25729" y="1208"/>
                    <a:pt x="25766" y="1032"/>
                    <a:pt x="25829" y="843"/>
                  </a:cubicBezTo>
                  <a:lnTo>
                    <a:pt x="26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3" name="Google Shape;10103;p59"/>
            <p:cNvSpPr/>
            <p:nvPr/>
          </p:nvSpPr>
          <p:spPr>
            <a:xfrm>
              <a:off x="2997650" y="911700"/>
              <a:ext cx="32100" cy="86475"/>
            </a:xfrm>
            <a:custGeom>
              <a:avLst/>
              <a:gdLst/>
              <a:ahLst/>
              <a:cxnLst/>
              <a:rect l="l" t="t" r="r" b="b"/>
              <a:pathLst>
                <a:path w="1284" h="3459" extrusionOk="0">
                  <a:moveTo>
                    <a:pt x="1283" y="0"/>
                  </a:moveTo>
                  <a:cubicBezTo>
                    <a:pt x="1019" y="114"/>
                    <a:pt x="780" y="290"/>
                    <a:pt x="592" y="503"/>
                  </a:cubicBezTo>
                  <a:cubicBezTo>
                    <a:pt x="353" y="1421"/>
                    <a:pt x="152" y="2239"/>
                    <a:pt x="1" y="2880"/>
                  </a:cubicBezTo>
                  <a:lnTo>
                    <a:pt x="805" y="566"/>
                  </a:lnTo>
                  <a:lnTo>
                    <a:pt x="378" y="3459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rgbClr val="7C3A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4" name="Google Shape;10104;p59"/>
            <p:cNvSpPr/>
            <p:nvPr/>
          </p:nvSpPr>
          <p:spPr>
            <a:xfrm>
              <a:off x="3013050" y="885300"/>
              <a:ext cx="196525" cy="135200"/>
            </a:xfrm>
            <a:custGeom>
              <a:avLst/>
              <a:gdLst/>
              <a:ahLst/>
              <a:cxnLst/>
              <a:rect l="l" t="t" r="r" b="b"/>
              <a:pathLst>
                <a:path w="7861" h="5408" extrusionOk="0">
                  <a:moveTo>
                    <a:pt x="2868" y="2943"/>
                  </a:moveTo>
                  <a:cubicBezTo>
                    <a:pt x="3434" y="2943"/>
                    <a:pt x="3836" y="3270"/>
                    <a:pt x="3786" y="3685"/>
                  </a:cubicBezTo>
                  <a:lnTo>
                    <a:pt x="4742" y="3421"/>
                  </a:lnTo>
                  <a:lnTo>
                    <a:pt x="4742" y="3421"/>
                  </a:lnTo>
                  <a:cubicBezTo>
                    <a:pt x="4641" y="4162"/>
                    <a:pt x="5370" y="4766"/>
                    <a:pt x="6376" y="4766"/>
                  </a:cubicBezTo>
                  <a:cubicBezTo>
                    <a:pt x="6489" y="4766"/>
                    <a:pt x="6615" y="4753"/>
                    <a:pt x="6728" y="4741"/>
                  </a:cubicBezTo>
                  <a:lnTo>
                    <a:pt x="7307" y="5231"/>
                  </a:lnTo>
                  <a:lnTo>
                    <a:pt x="290" y="5231"/>
                  </a:lnTo>
                  <a:lnTo>
                    <a:pt x="441" y="4603"/>
                  </a:lnTo>
                  <a:lnTo>
                    <a:pt x="1761" y="4250"/>
                  </a:lnTo>
                  <a:cubicBezTo>
                    <a:pt x="1636" y="4100"/>
                    <a:pt x="1585" y="3911"/>
                    <a:pt x="1623" y="3722"/>
                  </a:cubicBezTo>
                  <a:cubicBezTo>
                    <a:pt x="1724" y="3295"/>
                    <a:pt x="2277" y="2943"/>
                    <a:pt x="2868" y="2943"/>
                  </a:cubicBezTo>
                  <a:close/>
                  <a:moveTo>
                    <a:pt x="1384" y="0"/>
                  </a:moveTo>
                  <a:lnTo>
                    <a:pt x="189" y="4678"/>
                  </a:lnTo>
                  <a:lnTo>
                    <a:pt x="1" y="5407"/>
                  </a:lnTo>
                  <a:lnTo>
                    <a:pt x="7860" y="5407"/>
                  </a:lnTo>
                  <a:lnTo>
                    <a:pt x="6829" y="4540"/>
                  </a:lnTo>
                  <a:cubicBezTo>
                    <a:pt x="6691" y="4565"/>
                    <a:pt x="6552" y="4577"/>
                    <a:pt x="6414" y="4577"/>
                  </a:cubicBezTo>
                  <a:cubicBezTo>
                    <a:pt x="5509" y="4577"/>
                    <a:pt x="4867" y="4037"/>
                    <a:pt x="4968" y="3370"/>
                  </a:cubicBezTo>
                  <a:cubicBezTo>
                    <a:pt x="4993" y="3270"/>
                    <a:pt x="5031" y="3169"/>
                    <a:pt x="5081" y="3081"/>
                  </a:cubicBezTo>
                  <a:lnTo>
                    <a:pt x="4905" y="2930"/>
                  </a:lnTo>
                  <a:cubicBezTo>
                    <a:pt x="4742" y="3031"/>
                    <a:pt x="4553" y="3094"/>
                    <a:pt x="4364" y="3094"/>
                  </a:cubicBezTo>
                  <a:cubicBezTo>
                    <a:pt x="3962" y="3094"/>
                    <a:pt x="3685" y="2855"/>
                    <a:pt x="3736" y="2565"/>
                  </a:cubicBezTo>
                  <a:cubicBezTo>
                    <a:pt x="3773" y="2402"/>
                    <a:pt x="3874" y="2276"/>
                    <a:pt x="4012" y="2201"/>
                  </a:cubicBezTo>
                  <a:lnTo>
                    <a:pt x="3736" y="1974"/>
                  </a:lnTo>
                  <a:cubicBezTo>
                    <a:pt x="3648" y="1987"/>
                    <a:pt x="3547" y="1987"/>
                    <a:pt x="3459" y="1987"/>
                  </a:cubicBezTo>
                  <a:cubicBezTo>
                    <a:pt x="2667" y="1987"/>
                    <a:pt x="2139" y="1547"/>
                    <a:pt x="2264" y="994"/>
                  </a:cubicBezTo>
                  <a:cubicBezTo>
                    <a:pt x="2289" y="931"/>
                    <a:pt x="2302" y="868"/>
                    <a:pt x="2340" y="805"/>
                  </a:cubicBez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5" name="Google Shape;10105;p59"/>
            <p:cNvSpPr/>
            <p:nvPr/>
          </p:nvSpPr>
          <p:spPr>
            <a:xfrm>
              <a:off x="3092275" y="822375"/>
              <a:ext cx="26025" cy="11375"/>
            </a:xfrm>
            <a:custGeom>
              <a:avLst/>
              <a:gdLst/>
              <a:ahLst/>
              <a:cxnLst/>
              <a:rect l="l" t="t" r="r" b="b"/>
              <a:pathLst>
                <a:path w="1041" h="455" extrusionOk="0">
                  <a:moveTo>
                    <a:pt x="124" y="1"/>
                  </a:moveTo>
                  <a:cubicBezTo>
                    <a:pt x="80" y="1"/>
                    <a:pt x="51" y="23"/>
                    <a:pt x="38" y="90"/>
                  </a:cubicBezTo>
                  <a:cubicBezTo>
                    <a:pt x="1" y="291"/>
                    <a:pt x="202" y="455"/>
                    <a:pt x="466" y="455"/>
                  </a:cubicBezTo>
                  <a:cubicBezTo>
                    <a:pt x="743" y="455"/>
                    <a:pt x="994" y="291"/>
                    <a:pt x="1032" y="90"/>
                  </a:cubicBezTo>
                  <a:cubicBezTo>
                    <a:pt x="1040" y="23"/>
                    <a:pt x="1018" y="1"/>
                    <a:pt x="974" y="1"/>
                  </a:cubicBezTo>
                  <a:cubicBezTo>
                    <a:pt x="887" y="1"/>
                    <a:pt x="713" y="90"/>
                    <a:pt x="529" y="90"/>
                  </a:cubicBezTo>
                  <a:cubicBezTo>
                    <a:pt x="353" y="90"/>
                    <a:pt x="210" y="1"/>
                    <a:pt x="1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6" name="Google Shape;10106;p59"/>
            <p:cNvSpPr/>
            <p:nvPr/>
          </p:nvSpPr>
          <p:spPr>
            <a:xfrm>
              <a:off x="3110525" y="747425"/>
              <a:ext cx="25800" cy="11525"/>
            </a:xfrm>
            <a:custGeom>
              <a:avLst/>
              <a:gdLst/>
              <a:ahLst/>
              <a:cxnLst/>
              <a:rect l="l" t="t" r="r" b="b"/>
              <a:pathLst>
                <a:path w="1032" h="461" extrusionOk="0">
                  <a:moveTo>
                    <a:pt x="123" y="0"/>
                  </a:moveTo>
                  <a:cubicBezTo>
                    <a:pt x="80" y="0"/>
                    <a:pt x="50" y="24"/>
                    <a:pt x="38" y="95"/>
                  </a:cubicBezTo>
                  <a:cubicBezTo>
                    <a:pt x="0" y="297"/>
                    <a:pt x="201" y="460"/>
                    <a:pt x="465" y="460"/>
                  </a:cubicBezTo>
                  <a:cubicBezTo>
                    <a:pt x="729" y="460"/>
                    <a:pt x="993" y="297"/>
                    <a:pt x="1019" y="95"/>
                  </a:cubicBezTo>
                  <a:cubicBezTo>
                    <a:pt x="1031" y="24"/>
                    <a:pt x="1012" y="0"/>
                    <a:pt x="970" y="0"/>
                  </a:cubicBezTo>
                  <a:cubicBezTo>
                    <a:pt x="886" y="0"/>
                    <a:pt x="713" y="95"/>
                    <a:pt x="528" y="95"/>
                  </a:cubicBezTo>
                  <a:cubicBezTo>
                    <a:pt x="352" y="95"/>
                    <a:pt x="210" y="0"/>
                    <a:pt x="1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7" name="Google Shape;10107;p59"/>
            <p:cNvSpPr/>
            <p:nvPr/>
          </p:nvSpPr>
          <p:spPr>
            <a:xfrm>
              <a:off x="3128750" y="672425"/>
              <a:ext cx="25800" cy="11700"/>
            </a:xfrm>
            <a:custGeom>
              <a:avLst/>
              <a:gdLst/>
              <a:ahLst/>
              <a:cxnLst/>
              <a:rect l="l" t="t" r="r" b="b"/>
              <a:pathLst>
                <a:path w="1032" h="468" extrusionOk="0">
                  <a:moveTo>
                    <a:pt x="123" y="1"/>
                  </a:moveTo>
                  <a:cubicBezTo>
                    <a:pt x="80" y="1"/>
                    <a:pt x="51" y="23"/>
                    <a:pt x="38" y="90"/>
                  </a:cubicBezTo>
                  <a:cubicBezTo>
                    <a:pt x="0" y="304"/>
                    <a:pt x="202" y="467"/>
                    <a:pt x="466" y="467"/>
                  </a:cubicBezTo>
                  <a:cubicBezTo>
                    <a:pt x="730" y="467"/>
                    <a:pt x="981" y="304"/>
                    <a:pt x="1019" y="90"/>
                  </a:cubicBezTo>
                  <a:cubicBezTo>
                    <a:pt x="1032" y="23"/>
                    <a:pt x="1012" y="1"/>
                    <a:pt x="970" y="1"/>
                  </a:cubicBezTo>
                  <a:cubicBezTo>
                    <a:pt x="886" y="1"/>
                    <a:pt x="713" y="90"/>
                    <a:pt x="529" y="90"/>
                  </a:cubicBezTo>
                  <a:cubicBezTo>
                    <a:pt x="352" y="90"/>
                    <a:pt x="210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8" name="Google Shape;10108;p59"/>
            <p:cNvSpPr/>
            <p:nvPr/>
          </p:nvSpPr>
          <p:spPr>
            <a:xfrm>
              <a:off x="2957100" y="535025"/>
              <a:ext cx="763625" cy="665300"/>
            </a:xfrm>
            <a:custGeom>
              <a:avLst/>
              <a:gdLst/>
              <a:ahLst/>
              <a:cxnLst/>
              <a:rect l="l" t="t" r="r" b="b"/>
              <a:pathLst>
                <a:path w="30545" h="26612" extrusionOk="0">
                  <a:moveTo>
                    <a:pt x="12223" y="154"/>
                  </a:moveTo>
                  <a:lnTo>
                    <a:pt x="11444" y="531"/>
                  </a:lnTo>
                  <a:cubicBezTo>
                    <a:pt x="11343" y="518"/>
                    <a:pt x="11255" y="518"/>
                    <a:pt x="11167" y="518"/>
                  </a:cubicBezTo>
                  <a:cubicBezTo>
                    <a:pt x="10563" y="518"/>
                    <a:pt x="10035" y="757"/>
                    <a:pt x="9985" y="1059"/>
                  </a:cubicBezTo>
                  <a:cubicBezTo>
                    <a:pt x="9972" y="1109"/>
                    <a:pt x="9985" y="1160"/>
                    <a:pt x="9998" y="1210"/>
                  </a:cubicBezTo>
                  <a:lnTo>
                    <a:pt x="9847" y="1273"/>
                  </a:lnTo>
                  <a:cubicBezTo>
                    <a:pt x="9733" y="1223"/>
                    <a:pt x="9620" y="1198"/>
                    <a:pt x="9495" y="1198"/>
                  </a:cubicBezTo>
                  <a:cubicBezTo>
                    <a:pt x="9218" y="1198"/>
                    <a:pt x="8966" y="1311"/>
                    <a:pt x="8941" y="1462"/>
                  </a:cubicBezTo>
                  <a:cubicBezTo>
                    <a:pt x="8929" y="1537"/>
                    <a:pt x="8966" y="1600"/>
                    <a:pt x="9054" y="1650"/>
                  </a:cubicBezTo>
                  <a:lnTo>
                    <a:pt x="8803" y="1763"/>
                  </a:lnTo>
                  <a:cubicBezTo>
                    <a:pt x="8740" y="1763"/>
                    <a:pt x="8677" y="1751"/>
                    <a:pt x="8602" y="1751"/>
                  </a:cubicBezTo>
                  <a:cubicBezTo>
                    <a:pt x="8036" y="1751"/>
                    <a:pt x="7520" y="1990"/>
                    <a:pt x="7457" y="2292"/>
                  </a:cubicBezTo>
                  <a:cubicBezTo>
                    <a:pt x="7445" y="2329"/>
                    <a:pt x="7445" y="2367"/>
                    <a:pt x="7457" y="2392"/>
                  </a:cubicBezTo>
                  <a:lnTo>
                    <a:pt x="6464" y="2870"/>
                  </a:lnTo>
                  <a:lnTo>
                    <a:pt x="6816" y="1462"/>
                  </a:lnTo>
                  <a:lnTo>
                    <a:pt x="7143" y="154"/>
                  </a:lnTo>
                  <a:close/>
                  <a:moveTo>
                    <a:pt x="25125" y="154"/>
                  </a:moveTo>
                  <a:lnTo>
                    <a:pt x="25817" y="2870"/>
                  </a:lnTo>
                  <a:lnTo>
                    <a:pt x="24823" y="2392"/>
                  </a:lnTo>
                  <a:cubicBezTo>
                    <a:pt x="24823" y="2354"/>
                    <a:pt x="24823" y="2317"/>
                    <a:pt x="24823" y="2292"/>
                  </a:cubicBezTo>
                  <a:cubicBezTo>
                    <a:pt x="24748" y="1990"/>
                    <a:pt x="24232" y="1751"/>
                    <a:pt x="23666" y="1751"/>
                  </a:cubicBezTo>
                  <a:cubicBezTo>
                    <a:pt x="23603" y="1751"/>
                    <a:pt x="23528" y="1751"/>
                    <a:pt x="23465" y="1763"/>
                  </a:cubicBezTo>
                  <a:lnTo>
                    <a:pt x="23214" y="1638"/>
                  </a:lnTo>
                  <a:cubicBezTo>
                    <a:pt x="23302" y="1600"/>
                    <a:pt x="23339" y="1524"/>
                    <a:pt x="23327" y="1462"/>
                  </a:cubicBezTo>
                  <a:cubicBezTo>
                    <a:pt x="23302" y="1311"/>
                    <a:pt x="23050" y="1198"/>
                    <a:pt x="22774" y="1198"/>
                  </a:cubicBezTo>
                  <a:cubicBezTo>
                    <a:pt x="22660" y="1198"/>
                    <a:pt x="22535" y="1223"/>
                    <a:pt x="22434" y="1273"/>
                  </a:cubicBezTo>
                  <a:lnTo>
                    <a:pt x="22271" y="1198"/>
                  </a:lnTo>
                  <a:cubicBezTo>
                    <a:pt x="22296" y="1160"/>
                    <a:pt x="22296" y="1109"/>
                    <a:pt x="22283" y="1059"/>
                  </a:cubicBezTo>
                  <a:cubicBezTo>
                    <a:pt x="22233" y="745"/>
                    <a:pt x="21705" y="506"/>
                    <a:pt x="21101" y="506"/>
                  </a:cubicBezTo>
                  <a:cubicBezTo>
                    <a:pt x="21013" y="506"/>
                    <a:pt x="20925" y="518"/>
                    <a:pt x="20837" y="531"/>
                  </a:cubicBezTo>
                  <a:lnTo>
                    <a:pt x="20045" y="154"/>
                  </a:lnTo>
                  <a:close/>
                  <a:moveTo>
                    <a:pt x="5999" y="1172"/>
                  </a:moveTo>
                  <a:lnTo>
                    <a:pt x="5898" y="2518"/>
                  </a:lnTo>
                  <a:lnTo>
                    <a:pt x="6539" y="1248"/>
                  </a:lnTo>
                  <a:lnTo>
                    <a:pt x="6175" y="2669"/>
                  </a:lnTo>
                  <a:cubicBezTo>
                    <a:pt x="5948" y="2744"/>
                    <a:pt x="5735" y="2857"/>
                    <a:pt x="5546" y="3008"/>
                  </a:cubicBezTo>
                  <a:cubicBezTo>
                    <a:pt x="5735" y="2254"/>
                    <a:pt x="5873" y="1726"/>
                    <a:pt x="5898" y="1550"/>
                  </a:cubicBezTo>
                  <a:cubicBezTo>
                    <a:pt x="5923" y="1411"/>
                    <a:pt x="5948" y="1286"/>
                    <a:pt x="5999" y="1172"/>
                  </a:cubicBezTo>
                  <a:close/>
                  <a:moveTo>
                    <a:pt x="7521" y="5207"/>
                  </a:moveTo>
                  <a:cubicBezTo>
                    <a:pt x="7661" y="5207"/>
                    <a:pt x="7805" y="5268"/>
                    <a:pt x="7898" y="5360"/>
                  </a:cubicBezTo>
                  <a:cubicBezTo>
                    <a:pt x="7960" y="5423"/>
                    <a:pt x="7973" y="5511"/>
                    <a:pt x="7960" y="5586"/>
                  </a:cubicBezTo>
                  <a:cubicBezTo>
                    <a:pt x="7923" y="5812"/>
                    <a:pt x="7621" y="6001"/>
                    <a:pt x="7307" y="6001"/>
                  </a:cubicBezTo>
                  <a:cubicBezTo>
                    <a:pt x="7293" y="6002"/>
                    <a:pt x="7279" y="6003"/>
                    <a:pt x="7265" y="6003"/>
                  </a:cubicBezTo>
                  <a:cubicBezTo>
                    <a:pt x="7118" y="6003"/>
                    <a:pt x="6983" y="5941"/>
                    <a:pt x="6879" y="5838"/>
                  </a:cubicBezTo>
                  <a:cubicBezTo>
                    <a:pt x="6829" y="5775"/>
                    <a:pt x="6804" y="5699"/>
                    <a:pt x="6829" y="5624"/>
                  </a:cubicBezTo>
                  <a:cubicBezTo>
                    <a:pt x="6866" y="5397"/>
                    <a:pt x="7168" y="5209"/>
                    <a:pt x="7483" y="5209"/>
                  </a:cubicBezTo>
                  <a:cubicBezTo>
                    <a:pt x="7495" y="5208"/>
                    <a:pt x="7508" y="5207"/>
                    <a:pt x="7521" y="5207"/>
                  </a:cubicBezTo>
                  <a:close/>
                  <a:moveTo>
                    <a:pt x="6799" y="8212"/>
                  </a:moveTo>
                  <a:cubicBezTo>
                    <a:pt x="6936" y="8212"/>
                    <a:pt x="7079" y="8263"/>
                    <a:pt x="7181" y="8365"/>
                  </a:cubicBezTo>
                  <a:cubicBezTo>
                    <a:pt x="7231" y="8428"/>
                    <a:pt x="7244" y="8503"/>
                    <a:pt x="7231" y="8579"/>
                  </a:cubicBezTo>
                  <a:cubicBezTo>
                    <a:pt x="7193" y="8805"/>
                    <a:pt x="6892" y="8994"/>
                    <a:pt x="6577" y="8994"/>
                  </a:cubicBezTo>
                  <a:cubicBezTo>
                    <a:pt x="6562" y="8995"/>
                    <a:pt x="6547" y="8996"/>
                    <a:pt x="6532" y="8996"/>
                  </a:cubicBezTo>
                  <a:cubicBezTo>
                    <a:pt x="6394" y="8996"/>
                    <a:pt x="6253" y="8945"/>
                    <a:pt x="6162" y="8843"/>
                  </a:cubicBezTo>
                  <a:cubicBezTo>
                    <a:pt x="6099" y="8780"/>
                    <a:pt x="6087" y="8705"/>
                    <a:pt x="6099" y="8617"/>
                  </a:cubicBezTo>
                  <a:cubicBezTo>
                    <a:pt x="6137" y="8403"/>
                    <a:pt x="6439" y="8214"/>
                    <a:pt x="6753" y="8214"/>
                  </a:cubicBezTo>
                  <a:cubicBezTo>
                    <a:pt x="6768" y="8213"/>
                    <a:pt x="6784" y="8212"/>
                    <a:pt x="6799" y="8212"/>
                  </a:cubicBezTo>
                  <a:close/>
                  <a:moveTo>
                    <a:pt x="6073" y="11205"/>
                  </a:moveTo>
                  <a:cubicBezTo>
                    <a:pt x="6217" y="11205"/>
                    <a:pt x="6350" y="11256"/>
                    <a:pt x="6451" y="11358"/>
                  </a:cubicBezTo>
                  <a:cubicBezTo>
                    <a:pt x="6502" y="11421"/>
                    <a:pt x="6527" y="11496"/>
                    <a:pt x="6502" y="11584"/>
                  </a:cubicBezTo>
                  <a:cubicBezTo>
                    <a:pt x="6464" y="11798"/>
                    <a:pt x="6162" y="11987"/>
                    <a:pt x="5848" y="11987"/>
                  </a:cubicBezTo>
                  <a:cubicBezTo>
                    <a:pt x="5833" y="11988"/>
                    <a:pt x="5818" y="11989"/>
                    <a:pt x="5802" y="11989"/>
                  </a:cubicBezTo>
                  <a:cubicBezTo>
                    <a:pt x="5665" y="11989"/>
                    <a:pt x="5523" y="11938"/>
                    <a:pt x="5433" y="11836"/>
                  </a:cubicBezTo>
                  <a:cubicBezTo>
                    <a:pt x="5370" y="11773"/>
                    <a:pt x="5357" y="11697"/>
                    <a:pt x="5370" y="11622"/>
                  </a:cubicBezTo>
                  <a:cubicBezTo>
                    <a:pt x="5408" y="11396"/>
                    <a:pt x="5710" y="11207"/>
                    <a:pt x="6024" y="11207"/>
                  </a:cubicBezTo>
                  <a:cubicBezTo>
                    <a:pt x="6040" y="11206"/>
                    <a:pt x="6056" y="11205"/>
                    <a:pt x="6073" y="11205"/>
                  </a:cubicBezTo>
                  <a:close/>
                  <a:moveTo>
                    <a:pt x="2905" y="15055"/>
                  </a:moveTo>
                  <a:lnTo>
                    <a:pt x="2000" y="18513"/>
                  </a:lnTo>
                  <a:lnTo>
                    <a:pt x="2427" y="15633"/>
                  </a:lnTo>
                  <a:lnTo>
                    <a:pt x="1623" y="17947"/>
                  </a:lnTo>
                  <a:cubicBezTo>
                    <a:pt x="1786" y="17306"/>
                    <a:pt x="1975" y="16488"/>
                    <a:pt x="2214" y="15570"/>
                  </a:cubicBezTo>
                  <a:cubicBezTo>
                    <a:pt x="2402" y="15344"/>
                    <a:pt x="2641" y="15181"/>
                    <a:pt x="2905" y="15055"/>
                  </a:cubicBezTo>
                  <a:close/>
                  <a:moveTo>
                    <a:pt x="12160" y="607"/>
                  </a:moveTo>
                  <a:cubicBezTo>
                    <a:pt x="13116" y="607"/>
                    <a:pt x="14223" y="619"/>
                    <a:pt x="15493" y="619"/>
                  </a:cubicBezTo>
                  <a:lnTo>
                    <a:pt x="20158" y="619"/>
                  </a:lnTo>
                  <a:lnTo>
                    <a:pt x="20535" y="795"/>
                  </a:lnTo>
                  <a:cubicBezTo>
                    <a:pt x="20611" y="820"/>
                    <a:pt x="20686" y="833"/>
                    <a:pt x="20762" y="833"/>
                  </a:cubicBezTo>
                  <a:cubicBezTo>
                    <a:pt x="20774" y="839"/>
                    <a:pt x="20787" y="842"/>
                    <a:pt x="20799" y="842"/>
                  </a:cubicBezTo>
                  <a:cubicBezTo>
                    <a:pt x="20812" y="842"/>
                    <a:pt x="20824" y="839"/>
                    <a:pt x="20837" y="833"/>
                  </a:cubicBezTo>
                  <a:cubicBezTo>
                    <a:pt x="20900" y="833"/>
                    <a:pt x="20975" y="820"/>
                    <a:pt x="21038" y="820"/>
                  </a:cubicBezTo>
                  <a:cubicBezTo>
                    <a:pt x="21466" y="820"/>
                    <a:pt x="21843" y="996"/>
                    <a:pt x="21881" y="1223"/>
                  </a:cubicBezTo>
                  <a:cubicBezTo>
                    <a:pt x="21881" y="1260"/>
                    <a:pt x="21881" y="1286"/>
                    <a:pt x="21868" y="1323"/>
                  </a:cubicBezTo>
                  <a:cubicBezTo>
                    <a:pt x="21856" y="1374"/>
                    <a:pt x="21893" y="1436"/>
                    <a:pt x="21981" y="1474"/>
                  </a:cubicBezTo>
                  <a:lnTo>
                    <a:pt x="22132" y="1550"/>
                  </a:lnTo>
                  <a:cubicBezTo>
                    <a:pt x="22208" y="1587"/>
                    <a:pt x="22283" y="1600"/>
                    <a:pt x="22371" y="1600"/>
                  </a:cubicBezTo>
                  <a:cubicBezTo>
                    <a:pt x="22447" y="1600"/>
                    <a:pt x="22522" y="1587"/>
                    <a:pt x="22585" y="1550"/>
                  </a:cubicBezTo>
                  <a:cubicBezTo>
                    <a:pt x="22623" y="1537"/>
                    <a:pt x="22673" y="1524"/>
                    <a:pt x="22711" y="1524"/>
                  </a:cubicBezTo>
                  <a:cubicBezTo>
                    <a:pt x="22786" y="1524"/>
                    <a:pt x="22849" y="1537"/>
                    <a:pt x="22899" y="1587"/>
                  </a:cubicBezTo>
                  <a:cubicBezTo>
                    <a:pt x="22887" y="1612"/>
                    <a:pt x="22887" y="1638"/>
                    <a:pt x="22899" y="1663"/>
                  </a:cubicBezTo>
                  <a:cubicBezTo>
                    <a:pt x="22899" y="1675"/>
                    <a:pt x="22887" y="1688"/>
                    <a:pt x="22874" y="1688"/>
                  </a:cubicBezTo>
                  <a:cubicBezTo>
                    <a:pt x="22761" y="1751"/>
                    <a:pt x="22786" y="1851"/>
                    <a:pt x="22924" y="1927"/>
                  </a:cubicBezTo>
                  <a:lnTo>
                    <a:pt x="23176" y="2040"/>
                  </a:lnTo>
                  <a:cubicBezTo>
                    <a:pt x="23251" y="2078"/>
                    <a:pt x="23327" y="2090"/>
                    <a:pt x="23415" y="2090"/>
                  </a:cubicBezTo>
                  <a:lnTo>
                    <a:pt x="23616" y="2090"/>
                  </a:lnTo>
                  <a:cubicBezTo>
                    <a:pt x="24006" y="2090"/>
                    <a:pt x="24358" y="2254"/>
                    <a:pt x="24396" y="2455"/>
                  </a:cubicBezTo>
                  <a:cubicBezTo>
                    <a:pt x="24396" y="2480"/>
                    <a:pt x="24396" y="2505"/>
                    <a:pt x="24396" y="2530"/>
                  </a:cubicBezTo>
                  <a:cubicBezTo>
                    <a:pt x="24383" y="2593"/>
                    <a:pt x="24433" y="2644"/>
                    <a:pt x="24521" y="2694"/>
                  </a:cubicBezTo>
                  <a:lnTo>
                    <a:pt x="25515" y="3159"/>
                  </a:lnTo>
                  <a:cubicBezTo>
                    <a:pt x="25565" y="3184"/>
                    <a:pt x="25603" y="3197"/>
                    <a:pt x="25653" y="3209"/>
                  </a:cubicBezTo>
                  <a:cubicBezTo>
                    <a:pt x="26370" y="5976"/>
                    <a:pt x="27527" y="10453"/>
                    <a:pt x="28394" y="13760"/>
                  </a:cubicBezTo>
                  <a:cubicBezTo>
                    <a:pt x="28357" y="13772"/>
                    <a:pt x="28319" y="13785"/>
                    <a:pt x="28294" y="13810"/>
                  </a:cubicBezTo>
                  <a:lnTo>
                    <a:pt x="27326" y="14615"/>
                  </a:lnTo>
                  <a:cubicBezTo>
                    <a:pt x="27238" y="14678"/>
                    <a:pt x="27212" y="14791"/>
                    <a:pt x="27275" y="14879"/>
                  </a:cubicBezTo>
                  <a:cubicBezTo>
                    <a:pt x="27288" y="14929"/>
                    <a:pt x="27300" y="14967"/>
                    <a:pt x="27313" y="15017"/>
                  </a:cubicBezTo>
                  <a:cubicBezTo>
                    <a:pt x="27401" y="15382"/>
                    <a:pt x="27036" y="15696"/>
                    <a:pt x="26496" y="15696"/>
                  </a:cubicBezTo>
                  <a:cubicBezTo>
                    <a:pt x="26433" y="15696"/>
                    <a:pt x="26370" y="15684"/>
                    <a:pt x="26307" y="15684"/>
                  </a:cubicBezTo>
                  <a:cubicBezTo>
                    <a:pt x="26294" y="15677"/>
                    <a:pt x="26279" y="15674"/>
                    <a:pt x="26263" y="15674"/>
                  </a:cubicBezTo>
                  <a:cubicBezTo>
                    <a:pt x="26247" y="15674"/>
                    <a:pt x="26232" y="15677"/>
                    <a:pt x="26219" y="15684"/>
                  </a:cubicBezTo>
                  <a:cubicBezTo>
                    <a:pt x="26206" y="15682"/>
                    <a:pt x="26193" y="15681"/>
                    <a:pt x="26180" y="15681"/>
                  </a:cubicBezTo>
                  <a:cubicBezTo>
                    <a:pt x="26090" y="15681"/>
                    <a:pt x="25996" y="15717"/>
                    <a:pt x="25930" y="15772"/>
                  </a:cubicBezTo>
                  <a:lnTo>
                    <a:pt x="25653" y="15998"/>
                  </a:lnTo>
                  <a:cubicBezTo>
                    <a:pt x="25490" y="16124"/>
                    <a:pt x="25540" y="16325"/>
                    <a:pt x="25741" y="16451"/>
                  </a:cubicBezTo>
                  <a:cubicBezTo>
                    <a:pt x="25791" y="16476"/>
                    <a:pt x="25829" y="16526"/>
                    <a:pt x="25842" y="16589"/>
                  </a:cubicBezTo>
                  <a:cubicBezTo>
                    <a:pt x="25867" y="16690"/>
                    <a:pt x="25754" y="16778"/>
                    <a:pt x="25615" y="16778"/>
                  </a:cubicBezTo>
                  <a:cubicBezTo>
                    <a:pt x="25540" y="16778"/>
                    <a:pt x="25465" y="16765"/>
                    <a:pt x="25414" y="16727"/>
                  </a:cubicBezTo>
                  <a:cubicBezTo>
                    <a:pt x="25314" y="16664"/>
                    <a:pt x="25188" y="16627"/>
                    <a:pt x="25075" y="16627"/>
                  </a:cubicBezTo>
                  <a:cubicBezTo>
                    <a:pt x="24962" y="16627"/>
                    <a:pt x="24861" y="16664"/>
                    <a:pt x="24773" y="16727"/>
                  </a:cubicBezTo>
                  <a:lnTo>
                    <a:pt x="24597" y="16878"/>
                  </a:lnTo>
                  <a:cubicBezTo>
                    <a:pt x="24496" y="16954"/>
                    <a:pt x="24471" y="17079"/>
                    <a:pt x="24521" y="17193"/>
                  </a:cubicBezTo>
                  <a:cubicBezTo>
                    <a:pt x="24559" y="17255"/>
                    <a:pt x="24584" y="17331"/>
                    <a:pt x="24597" y="17394"/>
                  </a:cubicBezTo>
                  <a:cubicBezTo>
                    <a:pt x="24672" y="17872"/>
                    <a:pt x="24207" y="18249"/>
                    <a:pt x="23566" y="18249"/>
                  </a:cubicBezTo>
                  <a:cubicBezTo>
                    <a:pt x="23465" y="18249"/>
                    <a:pt x="23365" y="18249"/>
                    <a:pt x="23277" y="18224"/>
                  </a:cubicBezTo>
                  <a:cubicBezTo>
                    <a:pt x="23239" y="18211"/>
                    <a:pt x="23201" y="18199"/>
                    <a:pt x="23163" y="18199"/>
                  </a:cubicBezTo>
                  <a:cubicBezTo>
                    <a:pt x="23038" y="18199"/>
                    <a:pt x="22937" y="18236"/>
                    <a:pt x="22849" y="18299"/>
                  </a:cubicBezTo>
                  <a:lnTo>
                    <a:pt x="21994" y="19003"/>
                  </a:lnTo>
                  <a:lnTo>
                    <a:pt x="10274" y="19003"/>
                  </a:lnTo>
                  <a:lnTo>
                    <a:pt x="9419" y="18299"/>
                  </a:lnTo>
                  <a:cubicBezTo>
                    <a:pt x="9331" y="18236"/>
                    <a:pt x="9218" y="18199"/>
                    <a:pt x="9105" y="18199"/>
                  </a:cubicBezTo>
                  <a:cubicBezTo>
                    <a:pt x="9067" y="18199"/>
                    <a:pt x="9029" y="18199"/>
                    <a:pt x="8979" y="18211"/>
                  </a:cubicBezTo>
                  <a:cubicBezTo>
                    <a:pt x="8891" y="18224"/>
                    <a:pt x="8790" y="18236"/>
                    <a:pt x="8690" y="18236"/>
                  </a:cubicBezTo>
                  <a:cubicBezTo>
                    <a:pt x="8048" y="18236"/>
                    <a:pt x="7583" y="17847"/>
                    <a:pt x="7659" y="17381"/>
                  </a:cubicBezTo>
                  <a:cubicBezTo>
                    <a:pt x="7671" y="17306"/>
                    <a:pt x="7696" y="17243"/>
                    <a:pt x="7734" y="17167"/>
                  </a:cubicBezTo>
                  <a:cubicBezTo>
                    <a:pt x="7784" y="17067"/>
                    <a:pt x="7759" y="16929"/>
                    <a:pt x="7671" y="16853"/>
                  </a:cubicBezTo>
                  <a:lnTo>
                    <a:pt x="7483" y="16715"/>
                  </a:lnTo>
                  <a:cubicBezTo>
                    <a:pt x="7395" y="16639"/>
                    <a:pt x="7294" y="16614"/>
                    <a:pt x="7181" y="16614"/>
                  </a:cubicBezTo>
                  <a:cubicBezTo>
                    <a:pt x="7068" y="16614"/>
                    <a:pt x="6942" y="16652"/>
                    <a:pt x="6841" y="16715"/>
                  </a:cubicBezTo>
                  <a:cubicBezTo>
                    <a:pt x="6791" y="16753"/>
                    <a:pt x="6715" y="16765"/>
                    <a:pt x="6653" y="16765"/>
                  </a:cubicBezTo>
                  <a:cubicBezTo>
                    <a:pt x="6502" y="16765"/>
                    <a:pt x="6401" y="16677"/>
                    <a:pt x="6414" y="16576"/>
                  </a:cubicBezTo>
                  <a:cubicBezTo>
                    <a:pt x="6426" y="16514"/>
                    <a:pt x="6464" y="16463"/>
                    <a:pt x="6514" y="16438"/>
                  </a:cubicBezTo>
                  <a:cubicBezTo>
                    <a:pt x="6715" y="16312"/>
                    <a:pt x="6753" y="16111"/>
                    <a:pt x="6602" y="15985"/>
                  </a:cubicBezTo>
                  <a:lnTo>
                    <a:pt x="6338" y="15759"/>
                  </a:lnTo>
                  <a:cubicBezTo>
                    <a:pt x="6250" y="15696"/>
                    <a:pt x="6150" y="15659"/>
                    <a:pt x="6049" y="15659"/>
                  </a:cubicBezTo>
                  <a:lnTo>
                    <a:pt x="5961" y="15659"/>
                  </a:lnTo>
                  <a:cubicBezTo>
                    <a:pt x="5886" y="15671"/>
                    <a:pt x="5823" y="15671"/>
                    <a:pt x="5760" y="15684"/>
                  </a:cubicBezTo>
                  <a:cubicBezTo>
                    <a:pt x="5232" y="15684"/>
                    <a:pt x="4867" y="15369"/>
                    <a:pt x="4942" y="15005"/>
                  </a:cubicBezTo>
                  <a:cubicBezTo>
                    <a:pt x="4955" y="14954"/>
                    <a:pt x="4968" y="14904"/>
                    <a:pt x="4993" y="14866"/>
                  </a:cubicBezTo>
                  <a:cubicBezTo>
                    <a:pt x="5043" y="14778"/>
                    <a:pt x="5018" y="14653"/>
                    <a:pt x="4930" y="14590"/>
                  </a:cubicBezTo>
                  <a:lnTo>
                    <a:pt x="3974" y="13797"/>
                  </a:lnTo>
                  <a:cubicBezTo>
                    <a:pt x="3886" y="13735"/>
                    <a:pt x="3786" y="13709"/>
                    <a:pt x="3698" y="13709"/>
                  </a:cubicBezTo>
                  <a:cubicBezTo>
                    <a:pt x="3635" y="13709"/>
                    <a:pt x="3572" y="13722"/>
                    <a:pt x="3521" y="13735"/>
                  </a:cubicBezTo>
                  <a:cubicBezTo>
                    <a:pt x="3371" y="13760"/>
                    <a:pt x="3245" y="13860"/>
                    <a:pt x="3195" y="14011"/>
                  </a:cubicBezTo>
                  <a:lnTo>
                    <a:pt x="3018" y="14640"/>
                  </a:lnTo>
                  <a:cubicBezTo>
                    <a:pt x="2792" y="14728"/>
                    <a:pt x="2566" y="14841"/>
                    <a:pt x="2365" y="14979"/>
                  </a:cubicBezTo>
                  <a:cubicBezTo>
                    <a:pt x="2566" y="14238"/>
                    <a:pt x="2767" y="13433"/>
                    <a:pt x="2993" y="12603"/>
                  </a:cubicBezTo>
                  <a:cubicBezTo>
                    <a:pt x="3597" y="11848"/>
                    <a:pt x="4741" y="11773"/>
                    <a:pt x="5181" y="11760"/>
                  </a:cubicBezTo>
                  <a:cubicBezTo>
                    <a:pt x="5194" y="11836"/>
                    <a:pt x="5232" y="11899"/>
                    <a:pt x="5282" y="11962"/>
                  </a:cubicBezTo>
                  <a:cubicBezTo>
                    <a:pt x="5410" y="12113"/>
                    <a:pt x="5604" y="12189"/>
                    <a:pt x="5802" y="12189"/>
                  </a:cubicBezTo>
                  <a:cubicBezTo>
                    <a:pt x="5817" y="12189"/>
                    <a:pt x="5833" y="12189"/>
                    <a:pt x="5848" y="12188"/>
                  </a:cubicBezTo>
                  <a:cubicBezTo>
                    <a:pt x="6275" y="12188"/>
                    <a:pt x="6640" y="11936"/>
                    <a:pt x="6703" y="11622"/>
                  </a:cubicBezTo>
                  <a:cubicBezTo>
                    <a:pt x="6728" y="11484"/>
                    <a:pt x="6690" y="11345"/>
                    <a:pt x="6602" y="11232"/>
                  </a:cubicBezTo>
                  <a:cubicBezTo>
                    <a:pt x="6461" y="11091"/>
                    <a:pt x="6264" y="11005"/>
                    <a:pt x="6064" y="11005"/>
                  </a:cubicBezTo>
                  <a:cubicBezTo>
                    <a:pt x="6051" y="11005"/>
                    <a:pt x="6037" y="11005"/>
                    <a:pt x="6024" y="11006"/>
                  </a:cubicBezTo>
                  <a:cubicBezTo>
                    <a:pt x="6012" y="11005"/>
                    <a:pt x="6000" y="11005"/>
                    <a:pt x="5989" y="11005"/>
                  </a:cubicBezTo>
                  <a:cubicBezTo>
                    <a:pt x="5675" y="11005"/>
                    <a:pt x="5389" y="11167"/>
                    <a:pt x="5232" y="11433"/>
                  </a:cubicBezTo>
                  <a:cubicBezTo>
                    <a:pt x="4854" y="11433"/>
                    <a:pt x="3874" y="11471"/>
                    <a:pt x="3144" y="11999"/>
                  </a:cubicBezTo>
                  <a:cubicBezTo>
                    <a:pt x="3358" y="11207"/>
                    <a:pt x="3572" y="10402"/>
                    <a:pt x="3773" y="9610"/>
                  </a:cubicBezTo>
                  <a:cubicBezTo>
                    <a:pt x="4351" y="8881"/>
                    <a:pt x="5433" y="8780"/>
                    <a:pt x="5898" y="8768"/>
                  </a:cubicBezTo>
                  <a:cubicBezTo>
                    <a:pt x="5923" y="8843"/>
                    <a:pt x="5948" y="8906"/>
                    <a:pt x="5999" y="8969"/>
                  </a:cubicBezTo>
                  <a:cubicBezTo>
                    <a:pt x="6140" y="9110"/>
                    <a:pt x="6326" y="9196"/>
                    <a:pt x="6524" y="9196"/>
                  </a:cubicBezTo>
                  <a:cubicBezTo>
                    <a:pt x="6538" y="9196"/>
                    <a:pt x="6551" y="9196"/>
                    <a:pt x="6565" y="9195"/>
                  </a:cubicBezTo>
                  <a:cubicBezTo>
                    <a:pt x="6992" y="9195"/>
                    <a:pt x="7369" y="8944"/>
                    <a:pt x="7420" y="8617"/>
                  </a:cubicBezTo>
                  <a:cubicBezTo>
                    <a:pt x="7445" y="8491"/>
                    <a:pt x="7407" y="8340"/>
                    <a:pt x="7319" y="8239"/>
                  </a:cubicBezTo>
                  <a:cubicBezTo>
                    <a:pt x="7178" y="8098"/>
                    <a:pt x="6992" y="8012"/>
                    <a:pt x="6794" y="8012"/>
                  </a:cubicBezTo>
                  <a:cubicBezTo>
                    <a:pt x="6780" y="8012"/>
                    <a:pt x="6767" y="8012"/>
                    <a:pt x="6753" y="8013"/>
                  </a:cubicBezTo>
                  <a:cubicBezTo>
                    <a:pt x="6741" y="8013"/>
                    <a:pt x="6730" y="8012"/>
                    <a:pt x="6718" y="8012"/>
                  </a:cubicBezTo>
                  <a:cubicBezTo>
                    <a:pt x="6404" y="8012"/>
                    <a:pt x="6106" y="8174"/>
                    <a:pt x="5948" y="8441"/>
                  </a:cubicBezTo>
                  <a:cubicBezTo>
                    <a:pt x="5546" y="8441"/>
                    <a:pt x="4628" y="8503"/>
                    <a:pt x="3936" y="9006"/>
                  </a:cubicBezTo>
                  <a:lnTo>
                    <a:pt x="4578" y="6605"/>
                  </a:lnTo>
                  <a:cubicBezTo>
                    <a:pt x="5118" y="5900"/>
                    <a:pt x="6150" y="5787"/>
                    <a:pt x="6615" y="5775"/>
                  </a:cubicBezTo>
                  <a:cubicBezTo>
                    <a:pt x="6640" y="5850"/>
                    <a:pt x="6665" y="5913"/>
                    <a:pt x="6715" y="5976"/>
                  </a:cubicBezTo>
                  <a:cubicBezTo>
                    <a:pt x="6857" y="6117"/>
                    <a:pt x="7053" y="6203"/>
                    <a:pt x="7253" y="6203"/>
                  </a:cubicBezTo>
                  <a:cubicBezTo>
                    <a:pt x="7267" y="6203"/>
                    <a:pt x="7280" y="6203"/>
                    <a:pt x="7294" y="6202"/>
                  </a:cubicBezTo>
                  <a:cubicBezTo>
                    <a:pt x="7709" y="6202"/>
                    <a:pt x="8086" y="5951"/>
                    <a:pt x="8136" y="5624"/>
                  </a:cubicBezTo>
                  <a:cubicBezTo>
                    <a:pt x="8162" y="5486"/>
                    <a:pt x="8124" y="5347"/>
                    <a:pt x="8036" y="5247"/>
                  </a:cubicBezTo>
                  <a:cubicBezTo>
                    <a:pt x="7906" y="5105"/>
                    <a:pt x="7710" y="5019"/>
                    <a:pt x="7511" y="5019"/>
                  </a:cubicBezTo>
                  <a:cubicBezTo>
                    <a:pt x="7497" y="5019"/>
                    <a:pt x="7484" y="5019"/>
                    <a:pt x="7470" y="5020"/>
                  </a:cubicBezTo>
                  <a:cubicBezTo>
                    <a:pt x="7458" y="5020"/>
                    <a:pt x="7446" y="5020"/>
                    <a:pt x="7435" y="5020"/>
                  </a:cubicBezTo>
                  <a:cubicBezTo>
                    <a:pt x="7121" y="5020"/>
                    <a:pt x="6823" y="5181"/>
                    <a:pt x="6665" y="5448"/>
                  </a:cubicBezTo>
                  <a:cubicBezTo>
                    <a:pt x="6250" y="5448"/>
                    <a:pt x="5383" y="5523"/>
                    <a:pt x="4729" y="6014"/>
                  </a:cubicBezTo>
                  <a:cubicBezTo>
                    <a:pt x="4968" y="5108"/>
                    <a:pt x="5181" y="4303"/>
                    <a:pt x="5357" y="3612"/>
                  </a:cubicBezTo>
                  <a:cubicBezTo>
                    <a:pt x="5546" y="3360"/>
                    <a:pt x="5810" y="3159"/>
                    <a:pt x="6099" y="3033"/>
                  </a:cubicBezTo>
                  <a:cubicBezTo>
                    <a:pt x="6131" y="3191"/>
                    <a:pt x="6251" y="3220"/>
                    <a:pt x="6358" y="3220"/>
                  </a:cubicBezTo>
                  <a:cubicBezTo>
                    <a:pt x="6422" y="3220"/>
                    <a:pt x="6481" y="3209"/>
                    <a:pt x="6514" y="3209"/>
                  </a:cubicBezTo>
                  <a:cubicBezTo>
                    <a:pt x="6602" y="3209"/>
                    <a:pt x="6690" y="3184"/>
                    <a:pt x="6766" y="3159"/>
                  </a:cubicBezTo>
                  <a:lnTo>
                    <a:pt x="7759" y="2681"/>
                  </a:lnTo>
                  <a:cubicBezTo>
                    <a:pt x="7847" y="2644"/>
                    <a:pt x="7898" y="2581"/>
                    <a:pt x="7885" y="2530"/>
                  </a:cubicBezTo>
                  <a:cubicBezTo>
                    <a:pt x="7885" y="2505"/>
                    <a:pt x="7885" y="2480"/>
                    <a:pt x="7885" y="2455"/>
                  </a:cubicBezTo>
                  <a:cubicBezTo>
                    <a:pt x="7923" y="2241"/>
                    <a:pt x="8287" y="2078"/>
                    <a:pt x="8665" y="2078"/>
                  </a:cubicBezTo>
                  <a:lnTo>
                    <a:pt x="8866" y="2078"/>
                  </a:lnTo>
                  <a:cubicBezTo>
                    <a:pt x="8954" y="2078"/>
                    <a:pt x="9029" y="2065"/>
                    <a:pt x="9105" y="2027"/>
                  </a:cubicBezTo>
                  <a:lnTo>
                    <a:pt x="9356" y="1914"/>
                  </a:lnTo>
                  <a:cubicBezTo>
                    <a:pt x="9495" y="1851"/>
                    <a:pt x="9520" y="1738"/>
                    <a:pt x="9407" y="1675"/>
                  </a:cubicBezTo>
                  <a:cubicBezTo>
                    <a:pt x="9369" y="1663"/>
                    <a:pt x="9356" y="1638"/>
                    <a:pt x="9356" y="1612"/>
                  </a:cubicBezTo>
                  <a:cubicBezTo>
                    <a:pt x="9369" y="1562"/>
                    <a:pt x="9457" y="1512"/>
                    <a:pt x="9570" y="1512"/>
                  </a:cubicBezTo>
                  <a:cubicBezTo>
                    <a:pt x="9608" y="1512"/>
                    <a:pt x="9658" y="1524"/>
                    <a:pt x="9696" y="1537"/>
                  </a:cubicBezTo>
                  <a:cubicBezTo>
                    <a:pt x="9759" y="1575"/>
                    <a:pt x="9834" y="1587"/>
                    <a:pt x="9909" y="1587"/>
                  </a:cubicBezTo>
                  <a:cubicBezTo>
                    <a:pt x="9998" y="1587"/>
                    <a:pt x="10073" y="1575"/>
                    <a:pt x="10148" y="1537"/>
                  </a:cubicBezTo>
                  <a:lnTo>
                    <a:pt x="10299" y="1474"/>
                  </a:lnTo>
                  <a:cubicBezTo>
                    <a:pt x="10387" y="1424"/>
                    <a:pt x="10438" y="1374"/>
                    <a:pt x="10412" y="1311"/>
                  </a:cubicBezTo>
                  <a:cubicBezTo>
                    <a:pt x="10412" y="1286"/>
                    <a:pt x="10412" y="1248"/>
                    <a:pt x="10425" y="1223"/>
                  </a:cubicBezTo>
                  <a:cubicBezTo>
                    <a:pt x="10463" y="996"/>
                    <a:pt x="10840" y="820"/>
                    <a:pt x="11268" y="820"/>
                  </a:cubicBezTo>
                  <a:cubicBezTo>
                    <a:pt x="11330" y="820"/>
                    <a:pt x="11406" y="833"/>
                    <a:pt x="11469" y="833"/>
                  </a:cubicBezTo>
                  <a:cubicBezTo>
                    <a:pt x="11481" y="839"/>
                    <a:pt x="11494" y="842"/>
                    <a:pt x="11506" y="842"/>
                  </a:cubicBezTo>
                  <a:cubicBezTo>
                    <a:pt x="11519" y="842"/>
                    <a:pt x="11532" y="839"/>
                    <a:pt x="11544" y="833"/>
                  </a:cubicBezTo>
                  <a:cubicBezTo>
                    <a:pt x="11620" y="833"/>
                    <a:pt x="11695" y="820"/>
                    <a:pt x="11771" y="795"/>
                  </a:cubicBezTo>
                  <a:lnTo>
                    <a:pt x="12160" y="607"/>
                  </a:lnTo>
                  <a:close/>
                  <a:moveTo>
                    <a:pt x="3622" y="14011"/>
                  </a:moveTo>
                  <a:lnTo>
                    <a:pt x="4578" y="14803"/>
                  </a:lnTo>
                  <a:cubicBezTo>
                    <a:pt x="4553" y="14866"/>
                    <a:pt x="4527" y="14929"/>
                    <a:pt x="4515" y="14992"/>
                  </a:cubicBezTo>
                  <a:cubicBezTo>
                    <a:pt x="4377" y="15545"/>
                    <a:pt x="4917" y="15998"/>
                    <a:pt x="5697" y="15998"/>
                  </a:cubicBezTo>
                  <a:cubicBezTo>
                    <a:pt x="5785" y="15998"/>
                    <a:pt x="5886" y="15985"/>
                    <a:pt x="5974" y="15973"/>
                  </a:cubicBezTo>
                  <a:lnTo>
                    <a:pt x="6250" y="16199"/>
                  </a:lnTo>
                  <a:cubicBezTo>
                    <a:pt x="6112" y="16275"/>
                    <a:pt x="6011" y="16413"/>
                    <a:pt x="5974" y="16564"/>
                  </a:cubicBezTo>
                  <a:cubicBezTo>
                    <a:pt x="5911" y="16853"/>
                    <a:pt x="6187" y="17092"/>
                    <a:pt x="6602" y="17092"/>
                  </a:cubicBezTo>
                  <a:cubicBezTo>
                    <a:pt x="6791" y="17092"/>
                    <a:pt x="6980" y="17042"/>
                    <a:pt x="7143" y="16941"/>
                  </a:cubicBezTo>
                  <a:lnTo>
                    <a:pt x="7319" y="17079"/>
                  </a:lnTo>
                  <a:cubicBezTo>
                    <a:pt x="7269" y="17180"/>
                    <a:pt x="7231" y="17281"/>
                    <a:pt x="7218" y="17381"/>
                  </a:cubicBezTo>
                  <a:cubicBezTo>
                    <a:pt x="7105" y="18035"/>
                    <a:pt x="7747" y="18588"/>
                    <a:pt x="8652" y="18588"/>
                  </a:cubicBezTo>
                  <a:cubicBezTo>
                    <a:pt x="8790" y="18588"/>
                    <a:pt x="8929" y="18576"/>
                    <a:pt x="9067" y="18551"/>
                  </a:cubicBezTo>
                  <a:lnTo>
                    <a:pt x="10098" y="19406"/>
                  </a:lnTo>
                  <a:lnTo>
                    <a:pt x="2239" y="19406"/>
                  </a:lnTo>
                  <a:lnTo>
                    <a:pt x="2427" y="18676"/>
                  </a:lnTo>
                  <a:lnTo>
                    <a:pt x="3622" y="14011"/>
                  </a:lnTo>
                  <a:close/>
                  <a:moveTo>
                    <a:pt x="28646" y="14036"/>
                  </a:moveTo>
                  <a:lnTo>
                    <a:pt x="29300" y="16602"/>
                  </a:lnTo>
                  <a:lnTo>
                    <a:pt x="30029" y="19444"/>
                  </a:lnTo>
                  <a:lnTo>
                    <a:pt x="30017" y="19418"/>
                  </a:lnTo>
                  <a:lnTo>
                    <a:pt x="22157" y="19418"/>
                  </a:lnTo>
                  <a:lnTo>
                    <a:pt x="23201" y="18563"/>
                  </a:lnTo>
                  <a:cubicBezTo>
                    <a:pt x="23339" y="18588"/>
                    <a:pt x="23478" y="18601"/>
                    <a:pt x="23616" y="18601"/>
                  </a:cubicBezTo>
                  <a:lnTo>
                    <a:pt x="23805" y="18601"/>
                  </a:lnTo>
                  <a:cubicBezTo>
                    <a:pt x="23842" y="18601"/>
                    <a:pt x="23893" y="18588"/>
                    <a:pt x="23943" y="18588"/>
                  </a:cubicBezTo>
                  <a:lnTo>
                    <a:pt x="23956" y="18588"/>
                  </a:lnTo>
                  <a:lnTo>
                    <a:pt x="24069" y="18563"/>
                  </a:lnTo>
                  <a:lnTo>
                    <a:pt x="24106" y="18551"/>
                  </a:lnTo>
                  <a:lnTo>
                    <a:pt x="24232" y="18526"/>
                  </a:lnTo>
                  <a:lnTo>
                    <a:pt x="24270" y="18500"/>
                  </a:lnTo>
                  <a:lnTo>
                    <a:pt x="24345" y="18475"/>
                  </a:lnTo>
                  <a:lnTo>
                    <a:pt x="24383" y="18463"/>
                  </a:lnTo>
                  <a:lnTo>
                    <a:pt x="24484" y="18412"/>
                  </a:lnTo>
                  <a:lnTo>
                    <a:pt x="24534" y="18387"/>
                  </a:lnTo>
                  <a:lnTo>
                    <a:pt x="24572" y="18362"/>
                  </a:lnTo>
                  <a:cubicBezTo>
                    <a:pt x="24609" y="18337"/>
                    <a:pt x="24635" y="18312"/>
                    <a:pt x="24672" y="18299"/>
                  </a:cubicBezTo>
                  <a:lnTo>
                    <a:pt x="24697" y="18274"/>
                  </a:lnTo>
                  <a:lnTo>
                    <a:pt x="24748" y="18224"/>
                  </a:lnTo>
                  <a:lnTo>
                    <a:pt x="24760" y="18211"/>
                  </a:lnTo>
                  <a:cubicBezTo>
                    <a:pt x="24798" y="18186"/>
                    <a:pt x="24823" y="18148"/>
                    <a:pt x="24848" y="18123"/>
                  </a:cubicBezTo>
                  <a:lnTo>
                    <a:pt x="24861" y="18111"/>
                  </a:lnTo>
                  <a:cubicBezTo>
                    <a:pt x="24874" y="18085"/>
                    <a:pt x="24886" y="18073"/>
                    <a:pt x="24911" y="18048"/>
                  </a:cubicBezTo>
                  <a:cubicBezTo>
                    <a:pt x="25037" y="17859"/>
                    <a:pt x="25087" y="17633"/>
                    <a:pt x="25050" y="17406"/>
                  </a:cubicBezTo>
                  <a:cubicBezTo>
                    <a:pt x="25037" y="17306"/>
                    <a:pt x="24999" y="17205"/>
                    <a:pt x="24949" y="17117"/>
                  </a:cubicBezTo>
                  <a:lnTo>
                    <a:pt x="25125" y="16966"/>
                  </a:lnTo>
                  <a:cubicBezTo>
                    <a:pt x="25288" y="17067"/>
                    <a:pt x="25477" y="17117"/>
                    <a:pt x="25666" y="17117"/>
                  </a:cubicBezTo>
                  <a:cubicBezTo>
                    <a:pt x="26068" y="17117"/>
                    <a:pt x="26345" y="16878"/>
                    <a:pt x="26294" y="16602"/>
                  </a:cubicBezTo>
                  <a:cubicBezTo>
                    <a:pt x="26257" y="16438"/>
                    <a:pt x="26156" y="16312"/>
                    <a:pt x="26018" y="16237"/>
                  </a:cubicBezTo>
                  <a:lnTo>
                    <a:pt x="26282" y="16011"/>
                  </a:lnTo>
                  <a:cubicBezTo>
                    <a:pt x="26382" y="16023"/>
                    <a:pt x="26471" y="16023"/>
                    <a:pt x="26571" y="16023"/>
                  </a:cubicBezTo>
                  <a:cubicBezTo>
                    <a:pt x="27351" y="16023"/>
                    <a:pt x="27879" y="15570"/>
                    <a:pt x="27753" y="15030"/>
                  </a:cubicBezTo>
                  <a:cubicBezTo>
                    <a:pt x="27741" y="14967"/>
                    <a:pt x="27715" y="14904"/>
                    <a:pt x="27690" y="14841"/>
                  </a:cubicBezTo>
                  <a:lnTo>
                    <a:pt x="28646" y="14036"/>
                  </a:lnTo>
                  <a:close/>
                  <a:moveTo>
                    <a:pt x="1447" y="20412"/>
                  </a:moveTo>
                  <a:lnTo>
                    <a:pt x="1447" y="20412"/>
                  </a:lnTo>
                  <a:cubicBezTo>
                    <a:pt x="1409" y="20512"/>
                    <a:pt x="1384" y="20613"/>
                    <a:pt x="1346" y="20701"/>
                  </a:cubicBezTo>
                  <a:lnTo>
                    <a:pt x="1296" y="20852"/>
                  </a:lnTo>
                  <a:cubicBezTo>
                    <a:pt x="1283" y="20902"/>
                    <a:pt x="1271" y="20952"/>
                    <a:pt x="1258" y="21003"/>
                  </a:cubicBezTo>
                  <a:lnTo>
                    <a:pt x="1183" y="21292"/>
                  </a:lnTo>
                  <a:lnTo>
                    <a:pt x="1145" y="21594"/>
                  </a:lnTo>
                  <a:cubicBezTo>
                    <a:pt x="1095" y="21984"/>
                    <a:pt x="1082" y="22386"/>
                    <a:pt x="1120" y="22788"/>
                  </a:cubicBezTo>
                  <a:cubicBezTo>
                    <a:pt x="1157" y="23191"/>
                    <a:pt x="1233" y="23581"/>
                    <a:pt x="1346" y="23970"/>
                  </a:cubicBezTo>
                  <a:cubicBezTo>
                    <a:pt x="1396" y="24172"/>
                    <a:pt x="1459" y="24360"/>
                    <a:pt x="1522" y="24549"/>
                  </a:cubicBezTo>
                  <a:cubicBezTo>
                    <a:pt x="1598" y="24737"/>
                    <a:pt x="1673" y="24926"/>
                    <a:pt x="1761" y="25115"/>
                  </a:cubicBezTo>
                  <a:cubicBezTo>
                    <a:pt x="1535" y="24775"/>
                    <a:pt x="1346" y="24398"/>
                    <a:pt x="1220" y="24008"/>
                  </a:cubicBezTo>
                  <a:cubicBezTo>
                    <a:pt x="1082" y="23618"/>
                    <a:pt x="994" y="23216"/>
                    <a:pt x="956" y="22801"/>
                  </a:cubicBezTo>
                  <a:cubicBezTo>
                    <a:pt x="919" y="22399"/>
                    <a:pt x="931" y="21971"/>
                    <a:pt x="1019" y="21569"/>
                  </a:cubicBezTo>
                  <a:cubicBezTo>
                    <a:pt x="1095" y="21166"/>
                    <a:pt x="1233" y="20776"/>
                    <a:pt x="1447" y="20412"/>
                  </a:cubicBezTo>
                  <a:close/>
                  <a:moveTo>
                    <a:pt x="27803" y="20173"/>
                  </a:moveTo>
                  <a:lnTo>
                    <a:pt x="27527" y="21015"/>
                  </a:lnTo>
                  <a:cubicBezTo>
                    <a:pt x="27464" y="21204"/>
                    <a:pt x="27414" y="21393"/>
                    <a:pt x="27388" y="21581"/>
                  </a:cubicBezTo>
                  <a:lnTo>
                    <a:pt x="3685" y="21732"/>
                  </a:lnTo>
                  <a:lnTo>
                    <a:pt x="27338" y="21896"/>
                  </a:lnTo>
                  <a:cubicBezTo>
                    <a:pt x="27238" y="22814"/>
                    <a:pt x="27275" y="23732"/>
                    <a:pt x="27426" y="24649"/>
                  </a:cubicBezTo>
                  <a:lnTo>
                    <a:pt x="3723" y="24800"/>
                  </a:lnTo>
                  <a:lnTo>
                    <a:pt x="27489" y="24964"/>
                  </a:lnTo>
                  <a:cubicBezTo>
                    <a:pt x="27527" y="25152"/>
                    <a:pt x="27577" y="25328"/>
                    <a:pt x="27627" y="25505"/>
                  </a:cubicBezTo>
                  <a:lnTo>
                    <a:pt x="3195" y="25505"/>
                  </a:lnTo>
                  <a:lnTo>
                    <a:pt x="3069" y="25517"/>
                  </a:lnTo>
                  <a:cubicBezTo>
                    <a:pt x="2578" y="24914"/>
                    <a:pt x="2201" y="24209"/>
                    <a:pt x="1962" y="23455"/>
                  </a:cubicBezTo>
                  <a:lnTo>
                    <a:pt x="26747" y="23304"/>
                  </a:lnTo>
                  <a:lnTo>
                    <a:pt x="1887" y="23140"/>
                  </a:lnTo>
                  <a:cubicBezTo>
                    <a:pt x="1686" y="22311"/>
                    <a:pt x="1824" y="21443"/>
                    <a:pt x="2251" y="20701"/>
                  </a:cubicBezTo>
                  <a:lnTo>
                    <a:pt x="8350" y="20651"/>
                  </a:lnTo>
                  <a:lnTo>
                    <a:pt x="14600" y="20575"/>
                  </a:lnTo>
                  <a:lnTo>
                    <a:pt x="20850" y="20500"/>
                  </a:lnTo>
                  <a:lnTo>
                    <a:pt x="23968" y="20475"/>
                  </a:lnTo>
                  <a:cubicBezTo>
                    <a:pt x="25012" y="20449"/>
                    <a:pt x="26056" y="20475"/>
                    <a:pt x="27099" y="20374"/>
                  </a:cubicBezTo>
                  <a:cubicBezTo>
                    <a:pt x="26056" y="20273"/>
                    <a:pt x="25012" y="20299"/>
                    <a:pt x="23968" y="20261"/>
                  </a:cubicBezTo>
                  <a:lnTo>
                    <a:pt x="20850" y="20211"/>
                  </a:lnTo>
                  <a:lnTo>
                    <a:pt x="19152" y="20173"/>
                  </a:lnTo>
                  <a:close/>
                  <a:moveTo>
                    <a:pt x="27967" y="21908"/>
                  </a:moveTo>
                  <a:lnTo>
                    <a:pt x="29099" y="26045"/>
                  </a:lnTo>
                  <a:cubicBezTo>
                    <a:pt x="29099" y="26070"/>
                    <a:pt x="29086" y="26096"/>
                    <a:pt x="29061" y="26096"/>
                  </a:cubicBezTo>
                  <a:lnTo>
                    <a:pt x="29048" y="26096"/>
                  </a:lnTo>
                  <a:lnTo>
                    <a:pt x="22962" y="26133"/>
                  </a:lnTo>
                  <a:lnTo>
                    <a:pt x="16876" y="26133"/>
                  </a:lnTo>
                  <a:lnTo>
                    <a:pt x="10790" y="26108"/>
                  </a:lnTo>
                  <a:cubicBezTo>
                    <a:pt x="8765" y="26096"/>
                    <a:pt x="6728" y="26070"/>
                    <a:pt x="4704" y="26045"/>
                  </a:cubicBezTo>
                  <a:cubicBezTo>
                    <a:pt x="6728" y="26020"/>
                    <a:pt x="8765" y="25995"/>
                    <a:pt x="10790" y="25995"/>
                  </a:cubicBezTo>
                  <a:lnTo>
                    <a:pt x="16876" y="25970"/>
                  </a:lnTo>
                  <a:lnTo>
                    <a:pt x="22962" y="25970"/>
                  </a:lnTo>
                  <a:lnTo>
                    <a:pt x="28985" y="25995"/>
                  </a:lnTo>
                  <a:lnTo>
                    <a:pt x="27967" y="21908"/>
                  </a:lnTo>
                  <a:close/>
                  <a:moveTo>
                    <a:pt x="19981" y="1"/>
                  </a:moveTo>
                  <a:cubicBezTo>
                    <a:pt x="19893" y="1"/>
                    <a:pt x="19809" y="36"/>
                    <a:pt x="19743" y="91"/>
                  </a:cubicBezTo>
                  <a:cubicBezTo>
                    <a:pt x="19730" y="104"/>
                    <a:pt x="19730" y="116"/>
                    <a:pt x="19730" y="129"/>
                  </a:cubicBezTo>
                  <a:lnTo>
                    <a:pt x="12525" y="129"/>
                  </a:lnTo>
                  <a:cubicBezTo>
                    <a:pt x="12512" y="116"/>
                    <a:pt x="12512" y="104"/>
                    <a:pt x="12512" y="104"/>
                  </a:cubicBezTo>
                  <a:cubicBezTo>
                    <a:pt x="12449" y="40"/>
                    <a:pt x="12368" y="12"/>
                    <a:pt x="12285" y="12"/>
                  </a:cubicBezTo>
                  <a:cubicBezTo>
                    <a:pt x="12268" y="12"/>
                    <a:pt x="12252" y="13"/>
                    <a:pt x="12236" y="15"/>
                  </a:cubicBezTo>
                  <a:lnTo>
                    <a:pt x="7181" y="15"/>
                  </a:lnTo>
                  <a:cubicBezTo>
                    <a:pt x="7005" y="15"/>
                    <a:pt x="6854" y="78"/>
                    <a:pt x="6829" y="166"/>
                  </a:cubicBezTo>
                  <a:lnTo>
                    <a:pt x="6816" y="204"/>
                  </a:lnTo>
                  <a:cubicBezTo>
                    <a:pt x="5873" y="330"/>
                    <a:pt x="5559" y="657"/>
                    <a:pt x="5408" y="1462"/>
                  </a:cubicBezTo>
                  <a:cubicBezTo>
                    <a:pt x="5320" y="1902"/>
                    <a:pt x="4578" y="4693"/>
                    <a:pt x="3786" y="7648"/>
                  </a:cubicBezTo>
                  <a:cubicBezTo>
                    <a:pt x="2453" y="12653"/>
                    <a:pt x="944" y="18337"/>
                    <a:pt x="805" y="19330"/>
                  </a:cubicBezTo>
                  <a:cubicBezTo>
                    <a:pt x="755" y="19682"/>
                    <a:pt x="680" y="20035"/>
                    <a:pt x="592" y="20412"/>
                  </a:cubicBezTo>
                  <a:cubicBezTo>
                    <a:pt x="315" y="21682"/>
                    <a:pt x="1" y="23128"/>
                    <a:pt x="931" y="24662"/>
                  </a:cubicBezTo>
                  <a:cubicBezTo>
                    <a:pt x="1987" y="26385"/>
                    <a:pt x="3132" y="26611"/>
                    <a:pt x="7143" y="26611"/>
                  </a:cubicBezTo>
                  <a:cubicBezTo>
                    <a:pt x="7948" y="26611"/>
                    <a:pt x="8891" y="26611"/>
                    <a:pt x="9972" y="26599"/>
                  </a:cubicBezTo>
                  <a:cubicBezTo>
                    <a:pt x="11456" y="26586"/>
                    <a:pt x="13305" y="26561"/>
                    <a:pt x="15480" y="26561"/>
                  </a:cubicBezTo>
                  <a:lnTo>
                    <a:pt x="28948" y="26561"/>
                  </a:lnTo>
                  <a:cubicBezTo>
                    <a:pt x="29111" y="26561"/>
                    <a:pt x="29262" y="26485"/>
                    <a:pt x="29350" y="26360"/>
                  </a:cubicBezTo>
                  <a:cubicBezTo>
                    <a:pt x="29451" y="26234"/>
                    <a:pt x="29476" y="26070"/>
                    <a:pt x="29438" y="25932"/>
                  </a:cubicBezTo>
                  <a:lnTo>
                    <a:pt x="28030" y="21028"/>
                  </a:lnTo>
                  <a:lnTo>
                    <a:pt x="28445" y="19796"/>
                  </a:lnTo>
                  <a:lnTo>
                    <a:pt x="30105" y="19796"/>
                  </a:lnTo>
                  <a:cubicBezTo>
                    <a:pt x="30369" y="19796"/>
                    <a:pt x="30545" y="19645"/>
                    <a:pt x="30494" y="19431"/>
                  </a:cubicBezTo>
                  <a:lnTo>
                    <a:pt x="29074" y="14011"/>
                  </a:lnTo>
                  <a:cubicBezTo>
                    <a:pt x="29048" y="13936"/>
                    <a:pt x="28998" y="13873"/>
                    <a:pt x="28923" y="13823"/>
                  </a:cubicBezTo>
                  <a:cubicBezTo>
                    <a:pt x="28042" y="10465"/>
                    <a:pt x="26848" y="5787"/>
                    <a:pt x="26118" y="2958"/>
                  </a:cubicBezTo>
                  <a:cubicBezTo>
                    <a:pt x="26144" y="2933"/>
                    <a:pt x="26156" y="2895"/>
                    <a:pt x="26144" y="2870"/>
                  </a:cubicBezTo>
                  <a:lnTo>
                    <a:pt x="25427" y="154"/>
                  </a:lnTo>
                  <a:cubicBezTo>
                    <a:pt x="25414" y="78"/>
                    <a:pt x="25251" y="3"/>
                    <a:pt x="25087" y="3"/>
                  </a:cubicBezTo>
                  <a:lnTo>
                    <a:pt x="20020" y="3"/>
                  </a:lnTo>
                  <a:cubicBezTo>
                    <a:pt x="20007" y="1"/>
                    <a:pt x="19994" y="1"/>
                    <a:pt x="199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9" name="Google Shape;10109;p59"/>
            <p:cNvSpPr/>
            <p:nvPr/>
          </p:nvSpPr>
          <p:spPr>
            <a:xfrm>
              <a:off x="3565725" y="996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0" name="Google Shape;10110;p59"/>
            <p:cNvSpPr/>
            <p:nvPr/>
          </p:nvSpPr>
          <p:spPr>
            <a:xfrm>
              <a:off x="3525175" y="951000"/>
              <a:ext cx="175425" cy="64775"/>
            </a:xfrm>
            <a:custGeom>
              <a:avLst/>
              <a:gdLst/>
              <a:ahLst/>
              <a:cxnLst/>
              <a:rect l="l" t="t" r="r" b="b"/>
              <a:pathLst>
                <a:path w="7017" h="2591" extrusionOk="0">
                  <a:moveTo>
                    <a:pt x="4464" y="478"/>
                  </a:moveTo>
                  <a:cubicBezTo>
                    <a:pt x="4930" y="478"/>
                    <a:pt x="5370" y="755"/>
                    <a:pt x="5445" y="1107"/>
                  </a:cubicBezTo>
                  <a:cubicBezTo>
                    <a:pt x="5521" y="1446"/>
                    <a:pt x="5206" y="1736"/>
                    <a:pt x="4741" y="1736"/>
                  </a:cubicBezTo>
                  <a:lnTo>
                    <a:pt x="4728" y="1736"/>
                  </a:lnTo>
                  <a:cubicBezTo>
                    <a:pt x="4263" y="1736"/>
                    <a:pt x="3823" y="1446"/>
                    <a:pt x="3748" y="1107"/>
                  </a:cubicBezTo>
                  <a:cubicBezTo>
                    <a:pt x="3685" y="755"/>
                    <a:pt x="4012" y="478"/>
                    <a:pt x="4464" y="478"/>
                  </a:cubicBezTo>
                  <a:close/>
                  <a:moveTo>
                    <a:pt x="6363" y="0"/>
                  </a:moveTo>
                  <a:lnTo>
                    <a:pt x="5043" y="440"/>
                  </a:lnTo>
                  <a:cubicBezTo>
                    <a:pt x="4854" y="352"/>
                    <a:pt x="4640" y="315"/>
                    <a:pt x="4439" y="315"/>
                  </a:cubicBezTo>
                  <a:cubicBezTo>
                    <a:pt x="3924" y="315"/>
                    <a:pt x="3546" y="579"/>
                    <a:pt x="3521" y="943"/>
                  </a:cubicBezTo>
                  <a:lnTo>
                    <a:pt x="2503" y="1283"/>
                  </a:lnTo>
                  <a:cubicBezTo>
                    <a:pt x="2301" y="1773"/>
                    <a:pt x="1698" y="2125"/>
                    <a:pt x="918" y="2125"/>
                  </a:cubicBezTo>
                  <a:cubicBezTo>
                    <a:pt x="805" y="2125"/>
                    <a:pt x="692" y="2113"/>
                    <a:pt x="579" y="2100"/>
                  </a:cubicBezTo>
                  <a:lnTo>
                    <a:pt x="0" y="2591"/>
                  </a:lnTo>
                  <a:lnTo>
                    <a:pt x="7017" y="2591"/>
                  </a:lnTo>
                  <a:lnTo>
                    <a:pt x="63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1" name="Google Shape;10111;p59"/>
            <p:cNvSpPr/>
            <p:nvPr/>
          </p:nvSpPr>
          <p:spPr>
            <a:xfrm>
              <a:off x="3621900" y="974500"/>
              <a:ext cx="37525" cy="16450"/>
            </a:xfrm>
            <a:custGeom>
              <a:avLst/>
              <a:gdLst/>
              <a:ahLst/>
              <a:cxnLst/>
              <a:rect l="l" t="t" r="r" b="b"/>
              <a:pathLst>
                <a:path w="1501" h="658" extrusionOk="0">
                  <a:moveTo>
                    <a:pt x="91" y="1"/>
                  </a:moveTo>
                  <a:cubicBezTo>
                    <a:pt x="29" y="1"/>
                    <a:pt x="0" y="33"/>
                    <a:pt x="17" y="129"/>
                  </a:cubicBezTo>
                  <a:cubicBezTo>
                    <a:pt x="80" y="418"/>
                    <a:pt x="444" y="657"/>
                    <a:pt x="834" y="657"/>
                  </a:cubicBezTo>
                  <a:cubicBezTo>
                    <a:pt x="1237" y="657"/>
                    <a:pt x="1501" y="418"/>
                    <a:pt x="1438" y="129"/>
                  </a:cubicBezTo>
                  <a:cubicBezTo>
                    <a:pt x="1417" y="33"/>
                    <a:pt x="1375" y="1"/>
                    <a:pt x="1314" y="1"/>
                  </a:cubicBezTo>
                  <a:cubicBezTo>
                    <a:pt x="1192" y="1"/>
                    <a:pt x="993" y="129"/>
                    <a:pt x="734" y="129"/>
                  </a:cubicBezTo>
                  <a:cubicBezTo>
                    <a:pt x="465" y="129"/>
                    <a:pt x="214" y="1"/>
                    <a:pt x="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2" name="Google Shape;10112;p59"/>
            <p:cNvSpPr/>
            <p:nvPr/>
          </p:nvSpPr>
          <p:spPr>
            <a:xfrm>
              <a:off x="3020300" y="958850"/>
              <a:ext cx="175425" cy="56925"/>
            </a:xfrm>
            <a:custGeom>
              <a:avLst/>
              <a:gdLst/>
              <a:ahLst/>
              <a:cxnLst/>
              <a:rect l="l" t="t" r="r" b="b"/>
              <a:pathLst>
                <a:path w="7017" h="2277" extrusionOk="0">
                  <a:moveTo>
                    <a:pt x="2540" y="164"/>
                  </a:moveTo>
                  <a:cubicBezTo>
                    <a:pt x="3005" y="164"/>
                    <a:pt x="3332" y="441"/>
                    <a:pt x="3257" y="780"/>
                  </a:cubicBezTo>
                  <a:cubicBezTo>
                    <a:pt x="3182" y="1120"/>
                    <a:pt x="2754" y="1409"/>
                    <a:pt x="2276" y="1409"/>
                  </a:cubicBezTo>
                  <a:cubicBezTo>
                    <a:pt x="1811" y="1409"/>
                    <a:pt x="1484" y="1132"/>
                    <a:pt x="1559" y="780"/>
                  </a:cubicBezTo>
                  <a:cubicBezTo>
                    <a:pt x="1647" y="441"/>
                    <a:pt x="2075" y="164"/>
                    <a:pt x="2540" y="164"/>
                  </a:cubicBezTo>
                  <a:close/>
                  <a:moveTo>
                    <a:pt x="2578" y="1"/>
                  </a:moveTo>
                  <a:cubicBezTo>
                    <a:pt x="2012" y="1"/>
                    <a:pt x="1434" y="353"/>
                    <a:pt x="1333" y="780"/>
                  </a:cubicBezTo>
                  <a:cubicBezTo>
                    <a:pt x="1283" y="969"/>
                    <a:pt x="1346" y="1158"/>
                    <a:pt x="1471" y="1296"/>
                  </a:cubicBezTo>
                  <a:lnTo>
                    <a:pt x="151" y="1661"/>
                  </a:lnTo>
                  <a:lnTo>
                    <a:pt x="0" y="2277"/>
                  </a:lnTo>
                  <a:lnTo>
                    <a:pt x="7017" y="2277"/>
                  </a:lnTo>
                  <a:lnTo>
                    <a:pt x="6438" y="1799"/>
                  </a:lnTo>
                  <a:cubicBezTo>
                    <a:pt x="6313" y="1811"/>
                    <a:pt x="6199" y="1811"/>
                    <a:pt x="6086" y="1811"/>
                  </a:cubicBezTo>
                  <a:cubicBezTo>
                    <a:pt x="5080" y="1811"/>
                    <a:pt x="4351" y="1220"/>
                    <a:pt x="4439" y="479"/>
                  </a:cubicBezTo>
                  <a:lnTo>
                    <a:pt x="4439" y="479"/>
                  </a:lnTo>
                  <a:lnTo>
                    <a:pt x="3496" y="743"/>
                  </a:lnTo>
                  <a:cubicBezTo>
                    <a:pt x="3546" y="328"/>
                    <a:pt x="3144" y="1"/>
                    <a:pt x="2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3" name="Google Shape;10113;p59"/>
            <p:cNvSpPr/>
            <p:nvPr/>
          </p:nvSpPr>
          <p:spPr>
            <a:xfrm>
              <a:off x="3061150" y="974500"/>
              <a:ext cx="37650" cy="16450"/>
            </a:xfrm>
            <a:custGeom>
              <a:avLst/>
              <a:gdLst/>
              <a:ahLst/>
              <a:cxnLst/>
              <a:rect l="l" t="t" r="r" b="b"/>
              <a:pathLst>
                <a:path w="1506" h="658" extrusionOk="0">
                  <a:moveTo>
                    <a:pt x="200" y="1"/>
                  </a:moveTo>
                  <a:cubicBezTo>
                    <a:pt x="139" y="1"/>
                    <a:pt x="97" y="33"/>
                    <a:pt x="76" y="129"/>
                  </a:cubicBezTo>
                  <a:cubicBezTo>
                    <a:pt x="1" y="418"/>
                    <a:pt x="277" y="657"/>
                    <a:pt x="667" y="657"/>
                  </a:cubicBezTo>
                  <a:cubicBezTo>
                    <a:pt x="1070" y="657"/>
                    <a:pt x="1434" y="418"/>
                    <a:pt x="1485" y="129"/>
                  </a:cubicBezTo>
                  <a:cubicBezTo>
                    <a:pt x="1506" y="33"/>
                    <a:pt x="1478" y="1"/>
                    <a:pt x="1417" y="1"/>
                  </a:cubicBezTo>
                  <a:cubicBezTo>
                    <a:pt x="1295" y="1"/>
                    <a:pt x="1040" y="129"/>
                    <a:pt x="780" y="129"/>
                  </a:cubicBezTo>
                  <a:cubicBezTo>
                    <a:pt x="521" y="129"/>
                    <a:pt x="322" y="1"/>
                    <a:pt x="2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4" name="Google Shape;10114;p59"/>
            <p:cNvSpPr/>
            <p:nvPr/>
          </p:nvSpPr>
          <p:spPr>
            <a:xfrm>
              <a:off x="3467650" y="541050"/>
              <a:ext cx="121675" cy="29900"/>
            </a:xfrm>
            <a:custGeom>
              <a:avLst/>
              <a:gdLst/>
              <a:ahLst/>
              <a:cxnLst/>
              <a:rect l="l" t="t" r="r" b="b"/>
              <a:pathLst>
                <a:path w="4867" h="1196" extrusionOk="0">
                  <a:moveTo>
                    <a:pt x="3282" y="366"/>
                  </a:moveTo>
                  <a:lnTo>
                    <a:pt x="3282" y="378"/>
                  </a:lnTo>
                  <a:cubicBezTo>
                    <a:pt x="3596" y="378"/>
                    <a:pt x="3886" y="504"/>
                    <a:pt x="3923" y="655"/>
                  </a:cubicBezTo>
                  <a:cubicBezTo>
                    <a:pt x="3961" y="818"/>
                    <a:pt x="3722" y="957"/>
                    <a:pt x="3408" y="957"/>
                  </a:cubicBezTo>
                  <a:cubicBezTo>
                    <a:pt x="3081" y="957"/>
                    <a:pt x="2804" y="818"/>
                    <a:pt x="2766" y="667"/>
                  </a:cubicBezTo>
                  <a:cubicBezTo>
                    <a:pt x="2741" y="504"/>
                    <a:pt x="2968" y="366"/>
                    <a:pt x="3282" y="366"/>
                  </a:cubicBezTo>
                  <a:close/>
                  <a:moveTo>
                    <a:pt x="0" y="1"/>
                  </a:moveTo>
                  <a:lnTo>
                    <a:pt x="440" y="202"/>
                  </a:lnTo>
                  <a:cubicBezTo>
                    <a:pt x="516" y="189"/>
                    <a:pt x="591" y="189"/>
                    <a:pt x="667" y="189"/>
                  </a:cubicBezTo>
                  <a:cubicBezTo>
                    <a:pt x="1182" y="189"/>
                    <a:pt x="1647" y="353"/>
                    <a:pt x="1874" y="579"/>
                  </a:cubicBezTo>
                  <a:lnTo>
                    <a:pt x="2641" y="730"/>
                  </a:lnTo>
                  <a:cubicBezTo>
                    <a:pt x="2741" y="906"/>
                    <a:pt x="3068" y="1032"/>
                    <a:pt x="3420" y="1032"/>
                  </a:cubicBezTo>
                  <a:cubicBezTo>
                    <a:pt x="3559" y="1032"/>
                    <a:pt x="3684" y="1019"/>
                    <a:pt x="3810" y="969"/>
                  </a:cubicBezTo>
                  <a:lnTo>
                    <a:pt x="4866" y="1195"/>
                  </a:lnTo>
                  <a:lnTo>
                    <a:pt x="45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5" name="Google Shape;10115;p59"/>
            <p:cNvSpPr/>
            <p:nvPr/>
          </p:nvSpPr>
          <p:spPr>
            <a:xfrm>
              <a:off x="3538675" y="551750"/>
              <a:ext cx="25075" cy="7525"/>
            </a:xfrm>
            <a:custGeom>
              <a:avLst/>
              <a:gdLst/>
              <a:ahLst/>
              <a:cxnLst/>
              <a:rect l="l" t="t" r="r" b="b"/>
              <a:pathLst>
                <a:path w="1003" h="301" extrusionOk="0">
                  <a:moveTo>
                    <a:pt x="454" y="0"/>
                  </a:moveTo>
                  <a:cubicBezTo>
                    <a:pt x="190" y="0"/>
                    <a:pt x="1" y="101"/>
                    <a:pt x="26" y="239"/>
                  </a:cubicBezTo>
                  <a:cubicBezTo>
                    <a:pt x="34" y="285"/>
                    <a:pt x="61" y="301"/>
                    <a:pt x="102" y="301"/>
                  </a:cubicBezTo>
                  <a:cubicBezTo>
                    <a:pt x="185" y="301"/>
                    <a:pt x="328" y="239"/>
                    <a:pt x="504" y="239"/>
                  </a:cubicBezTo>
                  <a:cubicBezTo>
                    <a:pt x="680" y="239"/>
                    <a:pt x="850" y="301"/>
                    <a:pt x="937" y="301"/>
                  </a:cubicBezTo>
                  <a:cubicBezTo>
                    <a:pt x="980" y="301"/>
                    <a:pt x="1003" y="285"/>
                    <a:pt x="994" y="239"/>
                  </a:cubicBezTo>
                  <a:cubicBezTo>
                    <a:pt x="957" y="101"/>
                    <a:pt x="718" y="0"/>
                    <a:pt x="4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6" name="Google Shape;10116;p59"/>
            <p:cNvSpPr/>
            <p:nvPr/>
          </p:nvSpPr>
          <p:spPr>
            <a:xfrm>
              <a:off x="3131575" y="540750"/>
              <a:ext cx="121700" cy="29875"/>
            </a:xfrm>
            <a:custGeom>
              <a:avLst/>
              <a:gdLst/>
              <a:ahLst/>
              <a:cxnLst/>
              <a:rect l="l" t="t" r="r" b="b"/>
              <a:pathLst>
                <a:path w="4868" h="1195" extrusionOk="0">
                  <a:moveTo>
                    <a:pt x="1585" y="390"/>
                  </a:moveTo>
                  <a:cubicBezTo>
                    <a:pt x="1899" y="390"/>
                    <a:pt x="2126" y="516"/>
                    <a:pt x="2101" y="679"/>
                  </a:cubicBezTo>
                  <a:cubicBezTo>
                    <a:pt x="2063" y="843"/>
                    <a:pt x="1786" y="969"/>
                    <a:pt x="1459" y="969"/>
                  </a:cubicBezTo>
                  <a:cubicBezTo>
                    <a:pt x="1132" y="969"/>
                    <a:pt x="906" y="830"/>
                    <a:pt x="944" y="679"/>
                  </a:cubicBezTo>
                  <a:cubicBezTo>
                    <a:pt x="981" y="516"/>
                    <a:pt x="1271" y="390"/>
                    <a:pt x="1585" y="390"/>
                  </a:cubicBezTo>
                  <a:close/>
                  <a:moveTo>
                    <a:pt x="302" y="0"/>
                  </a:moveTo>
                  <a:lnTo>
                    <a:pt x="1" y="1195"/>
                  </a:lnTo>
                  <a:lnTo>
                    <a:pt x="1" y="1195"/>
                  </a:lnTo>
                  <a:lnTo>
                    <a:pt x="1057" y="981"/>
                  </a:lnTo>
                  <a:cubicBezTo>
                    <a:pt x="1183" y="1031"/>
                    <a:pt x="1308" y="1044"/>
                    <a:pt x="1434" y="1044"/>
                  </a:cubicBezTo>
                  <a:cubicBezTo>
                    <a:pt x="1799" y="1044"/>
                    <a:pt x="2126" y="918"/>
                    <a:pt x="2226" y="742"/>
                  </a:cubicBezTo>
                  <a:lnTo>
                    <a:pt x="2981" y="579"/>
                  </a:lnTo>
                  <a:cubicBezTo>
                    <a:pt x="3220" y="365"/>
                    <a:pt x="3685" y="201"/>
                    <a:pt x="4188" y="201"/>
                  </a:cubicBezTo>
                  <a:cubicBezTo>
                    <a:pt x="4263" y="201"/>
                    <a:pt x="4339" y="201"/>
                    <a:pt x="4414" y="214"/>
                  </a:cubicBezTo>
                  <a:lnTo>
                    <a:pt x="48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7" name="Google Shape;10117;p59"/>
            <p:cNvSpPr/>
            <p:nvPr/>
          </p:nvSpPr>
          <p:spPr>
            <a:xfrm>
              <a:off x="3157150" y="551750"/>
              <a:ext cx="25075" cy="7525"/>
            </a:xfrm>
            <a:custGeom>
              <a:avLst/>
              <a:gdLst/>
              <a:ahLst/>
              <a:cxnLst/>
              <a:rect l="l" t="t" r="r" b="b"/>
              <a:pathLst>
                <a:path w="1003" h="301" extrusionOk="0">
                  <a:moveTo>
                    <a:pt x="549" y="0"/>
                  </a:moveTo>
                  <a:cubicBezTo>
                    <a:pt x="273" y="0"/>
                    <a:pt x="46" y="101"/>
                    <a:pt x="9" y="239"/>
                  </a:cubicBezTo>
                  <a:cubicBezTo>
                    <a:pt x="0" y="285"/>
                    <a:pt x="21" y="301"/>
                    <a:pt x="63" y="301"/>
                  </a:cubicBezTo>
                  <a:cubicBezTo>
                    <a:pt x="147" y="301"/>
                    <a:pt x="315" y="239"/>
                    <a:pt x="499" y="239"/>
                  </a:cubicBezTo>
                  <a:cubicBezTo>
                    <a:pt x="675" y="239"/>
                    <a:pt x="818" y="301"/>
                    <a:pt x="901" y="301"/>
                  </a:cubicBezTo>
                  <a:cubicBezTo>
                    <a:pt x="942" y="301"/>
                    <a:pt x="969" y="285"/>
                    <a:pt x="977" y="239"/>
                  </a:cubicBezTo>
                  <a:cubicBezTo>
                    <a:pt x="1002" y="101"/>
                    <a:pt x="813" y="0"/>
                    <a:pt x="5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8" name="Google Shape;10118;p59"/>
            <p:cNvSpPr/>
            <p:nvPr/>
          </p:nvSpPr>
          <p:spPr>
            <a:xfrm>
              <a:off x="3146050" y="615575"/>
              <a:ext cx="50950" cy="302125"/>
            </a:xfrm>
            <a:custGeom>
              <a:avLst/>
              <a:gdLst/>
              <a:ahLst/>
              <a:cxnLst/>
              <a:rect l="l" t="t" r="r" b="b"/>
              <a:pathLst>
                <a:path w="2038" h="12085" extrusionOk="0">
                  <a:moveTo>
                    <a:pt x="2037" y="0"/>
                  </a:moveTo>
                  <a:lnTo>
                    <a:pt x="2037" y="0"/>
                  </a:lnTo>
                  <a:cubicBezTo>
                    <a:pt x="1798" y="1006"/>
                    <a:pt x="1584" y="1999"/>
                    <a:pt x="1396" y="3005"/>
                  </a:cubicBezTo>
                  <a:cubicBezTo>
                    <a:pt x="1195" y="3999"/>
                    <a:pt x="1019" y="5005"/>
                    <a:pt x="855" y="6011"/>
                  </a:cubicBezTo>
                  <a:cubicBezTo>
                    <a:pt x="679" y="7017"/>
                    <a:pt x="516" y="8035"/>
                    <a:pt x="377" y="9041"/>
                  </a:cubicBezTo>
                  <a:cubicBezTo>
                    <a:pt x="239" y="10047"/>
                    <a:pt x="101" y="11066"/>
                    <a:pt x="0" y="12084"/>
                  </a:cubicBezTo>
                  <a:cubicBezTo>
                    <a:pt x="226" y="11091"/>
                    <a:pt x="440" y="10085"/>
                    <a:pt x="629" y="9092"/>
                  </a:cubicBezTo>
                  <a:cubicBezTo>
                    <a:pt x="830" y="8086"/>
                    <a:pt x="1006" y="7080"/>
                    <a:pt x="1182" y="6074"/>
                  </a:cubicBezTo>
                  <a:cubicBezTo>
                    <a:pt x="1346" y="5068"/>
                    <a:pt x="1509" y="4062"/>
                    <a:pt x="1647" y="3043"/>
                  </a:cubicBezTo>
                  <a:cubicBezTo>
                    <a:pt x="1798" y="2037"/>
                    <a:pt x="1924" y="1019"/>
                    <a:pt x="20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9" name="Google Shape;10119;p59"/>
            <p:cNvSpPr/>
            <p:nvPr/>
          </p:nvSpPr>
          <p:spPr>
            <a:xfrm>
              <a:off x="3520150" y="615575"/>
              <a:ext cx="50950" cy="302125"/>
            </a:xfrm>
            <a:custGeom>
              <a:avLst/>
              <a:gdLst/>
              <a:ahLst/>
              <a:cxnLst/>
              <a:rect l="l" t="t" r="r" b="b"/>
              <a:pathLst>
                <a:path w="2038" h="12085" extrusionOk="0">
                  <a:moveTo>
                    <a:pt x="0" y="0"/>
                  </a:moveTo>
                  <a:lnTo>
                    <a:pt x="0" y="0"/>
                  </a:lnTo>
                  <a:cubicBezTo>
                    <a:pt x="101" y="1019"/>
                    <a:pt x="226" y="2037"/>
                    <a:pt x="377" y="3043"/>
                  </a:cubicBezTo>
                  <a:cubicBezTo>
                    <a:pt x="528" y="4062"/>
                    <a:pt x="692" y="5068"/>
                    <a:pt x="855" y="6074"/>
                  </a:cubicBezTo>
                  <a:cubicBezTo>
                    <a:pt x="1031" y="7080"/>
                    <a:pt x="1207" y="8086"/>
                    <a:pt x="1396" y="9092"/>
                  </a:cubicBezTo>
                  <a:cubicBezTo>
                    <a:pt x="1597" y="10085"/>
                    <a:pt x="1798" y="11091"/>
                    <a:pt x="2037" y="12084"/>
                  </a:cubicBezTo>
                  <a:cubicBezTo>
                    <a:pt x="1937" y="11066"/>
                    <a:pt x="1798" y="10047"/>
                    <a:pt x="1660" y="9041"/>
                  </a:cubicBezTo>
                  <a:cubicBezTo>
                    <a:pt x="1509" y="8035"/>
                    <a:pt x="1346" y="7029"/>
                    <a:pt x="1182" y="6011"/>
                  </a:cubicBezTo>
                  <a:cubicBezTo>
                    <a:pt x="1031" y="5005"/>
                    <a:pt x="830" y="3999"/>
                    <a:pt x="641" y="3005"/>
                  </a:cubicBezTo>
                  <a:cubicBezTo>
                    <a:pt x="440" y="1999"/>
                    <a:pt x="239" y="1006"/>
                    <a:pt x="0" y="0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0" name="Google Shape;10120;p59"/>
            <p:cNvSpPr/>
            <p:nvPr/>
          </p:nvSpPr>
          <p:spPr>
            <a:xfrm>
              <a:off x="3266450" y="704225"/>
              <a:ext cx="177950" cy="100625"/>
            </a:xfrm>
            <a:custGeom>
              <a:avLst/>
              <a:gdLst/>
              <a:ahLst/>
              <a:cxnLst/>
              <a:rect l="l" t="t" r="r" b="b"/>
              <a:pathLst>
                <a:path w="7118" h="4025" extrusionOk="0">
                  <a:moveTo>
                    <a:pt x="3559" y="126"/>
                  </a:moveTo>
                  <a:lnTo>
                    <a:pt x="6879" y="1937"/>
                  </a:lnTo>
                  <a:lnTo>
                    <a:pt x="3559" y="3886"/>
                  </a:lnTo>
                  <a:lnTo>
                    <a:pt x="239" y="1937"/>
                  </a:lnTo>
                  <a:lnTo>
                    <a:pt x="3559" y="126"/>
                  </a:lnTo>
                  <a:close/>
                  <a:moveTo>
                    <a:pt x="3559" y="0"/>
                  </a:moveTo>
                  <a:lnTo>
                    <a:pt x="0" y="1937"/>
                  </a:lnTo>
                  <a:lnTo>
                    <a:pt x="3559" y="4024"/>
                  </a:lnTo>
                  <a:lnTo>
                    <a:pt x="7118" y="1937"/>
                  </a:lnTo>
                  <a:lnTo>
                    <a:pt x="355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1" name="Google Shape;10121;p59"/>
            <p:cNvSpPr/>
            <p:nvPr/>
          </p:nvSpPr>
          <p:spPr>
            <a:xfrm>
              <a:off x="3314550" y="727175"/>
              <a:ext cx="80800" cy="51250"/>
            </a:xfrm>
            <a:custGeom>
              <a:avLst/>
              <a:gdLst/>
              <a:ahLst/>
              <a:cxnLst/>
              <a:rect l="l" t="t" r="r" b="b"/>
              <a:pathLst>
                <a:path w="3232" h="2050" extrusionOk="0">
                  <a:moveTo>
                    <a:pt x="1610" y="239"/>
                  </a:moveTo>
                  <a:cubicBezTo>
                    <a:pt x="2301" y="239"/>
                    <a:pt x="2855" y="591"/>
                    <a:pt x="2855" y="1031"/>
                  </a:cubicBezTo>
                  <a:cubicBezTo>
                    <a:pt x="2855" y="1459"/>
                    <a:pt x="2301" y="1811"/>
                    <a:pt x="1610" y="1811"/>
                  </a:cubicBezTo>
                  <a:cubicBezTo>
                    <a:pt x="918" y="1811"/>
                    <a:pt x="365" y="1459"/>
                    <a:pt x="365" y="1031"/>
                  </a:cubicBezTo>
                  <a:cubicBezTo>
                    <a:pt x="365" y="591"/>
                    <a:pt x="918" y="239"/>
                    <a:pt x="1610" y="239"/>
                  </a:cubicBezTo>
                  <a:close/>
                  <a:moveTo>
                    <a:pt x="1610" y="0"/>
                  </a:moveTo>
                  <a:cubicBezTo>
                    <a:pt x="717" y="0"/>
                    <a:pt x="0" y="465"/>
                    <a:pt x="0" y="1031"/>
                  </a:cubicBezTo>
                  <a:cubicBezTo>
                    <a:pt x="0" y="1597"/>
                    <a:pt x="717" y="2050"/>
                    <a:pt x="1610" y="2050"/>
                  </a:cubicBezTo>
                  <a:cubicBezTo>
                    <a:pt x="2502" y="2050"/>
                    <a:pt x="3232" y="1597"/>
                    <a:pt x="3232" y="1031"/>
                  </a:cubicBezTo>
                  <a:cubicBezTo>
                    <a:pt x="3232" y="465"/>
                    <a:pt x="2502" y="0"/>
                    <a:pt x="16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2" name="Google Shape;10122;p59"/>
            <p:cNvSpPr/>
            <p:nvPr/>
          </p:nvSpPr>
          <p:spPr>
            <a:xfrm>
              <a:off x="3248825" y="694150"/>
              <a:ext cx="213500" cy="125150"/>
            </a:xfrm>
            <a:custGeom>
              <a:avLst/>
              <a:gdLst/>
              <a:ahLst/>
              <a:cxnLst/>
              <a:rect l="l" t="t" r="r" b="b"/>
              <a:pathLst>
                <a:path w="8540" h="5006" extrusionOk="0">
                  <a:moveTo>
                    <a:pt x="4264" y="265"/>
                  </a:moveTo>
                  <a:lnTo>
                    <a:pt x="8049" y="2327"/>
                  </a:lnTo>
                  <a:lnTo>
                    <a:pt x="4264" y="4565"/>
                  </a:lnTo>
                  <a:lnTo>
                    <a:pt x="466" y="2327"/>
                  </a:lnTo>
                  <a:lnTo>
                    <a:pt x="4264" y="265"/>
                  </a:lnTo>
                  <a:close/>
                  <a:moveTo>
                    <a:pt x="4264" y="1"/>
                  </a:moveTo>
                  <a:lnTo>
                    <a:pt x="4151" y="64"/>
                  </a:lnTo>
                  <a:lnTo>
                    <a:pt x="366" y="2126"/>
                  </a:lnTo>
                  <a:lnTo>
                    <a:pt x="1" y="2327"/>
                  </a:lnTo>
                  <a:lnTo>
                    <a:pt x="1" y="2491"/>
                  </a:lnTo>
                  <a:lnTo>
                    <a:pt x="4151" y="4930"/>
                  </a:lnTo>
                  <a:lnTo>
                    <a:pt x="4264" y="5006"/>
                  </a:lnTo>
                  <a:lnTo>
                    <a:pt x="4390" y="4930"/>
                  </a:lnTo>
                  <a:lnTo>
                    <a:pt x="8539" y="2491"/>
                  </a:lnTo>
                  <a:lnTo>
                    <a:pt x="8539" y="2327"/>
                  </a:lnTo>
                  <a:lnTo>
                    <a:pt x="8175" y="2126"/>
                  </a:lnTo>
                  <a:lnTo>
                    <a:pt x="4377" y="64"/>
                  </a:lnTo>
                  <a:lnTo>
                    <a:pt x="42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3" name="Google Shape;10123;p59"/>
            <p:cNvSpPr/>
            <p:nvPr/>
          </p:nvSpPr>
          <p:spPr>
            <a:xfrm>
              <a:off x="3330875" y="749000"/>
              <a:ext cx="48125" cy="19050"/>
            </a:xfrm>
            <a:custGeom>
              <a:avLst/>
              <a:gdLst/>
              <a:ahLst/>
              <a:cxnLst/>
              <a:rect l="l" t="t" r="r" b="b"/>
              <a:pathLst>
                <a:path w="1925" h="762" extrusionOk="0">
                  <a:moveTo>
                    <a:pt x="145" y="1"/>
                  </a:moveTo>
                  <a:cubicBezTo>
                    <a:pt x="54" y="1"/>
                    <a:pt x="1" y="39"/>
                    <a:pt x="1" y="158"/>
                  </a:cubicBezTo>
                  <a:cubicBezTo>
                    <a:pt x="1" y="485"/>
                    <a:pt x="429" y="762"/>
                    <a:pt x="957" y="762"/>
                  </a:cubicBezTo>
                  <a:cubicBezTo>
                    <a:pt x="1497" y="762"/>
                    <a:pt x="1925" y="498"/>
                    <a:pt x="1925" y="158"/>
                  </a:cubicBezTo>
                  <a:cubicBezTo>
                    <a:pt x="1925" y="39"/>
                    <a:pt x="1871" y="1"/>
                    <a:pt x="1778" y="1"/>
                  </a:cubicBezTo>
                  <a:cubicBezTo>
                    <a:pt x="1605" y="1"/>
                    <a:pt x="1300" y="133"/>
                    <a:pt x="957" y="133"/>
                  </a:cubicBezTo>
                  <a:cubicBezTo>
                    <a:pt x="614" y="133"/>
                    <a:pt x="313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4" name="Google Shape;10124;p59"/>
            <p:cNvSpPr/>
            <p:nvPr/>
          </p:nvSpPr>
          <p:spPr>
            <a:xfrm>
              <a:off x="3201050" y="671200"/>
              <a:ext cx="309375" cy="175125"/>
            </a:xfrm>
            <a:custGeom>
              <a:avLst/>
              <a:gdLst/>
              <a:ahLst/>
              <a:cxnLst/>
              <a:rect l="l" t="t" r="r" b="b"/>
              <a:pathLst>
                <a:path w="12375" h="7005" extrusionOk="0">
                  <a:moveTo>
                    <a:pt x="6175" y="378"/>
                  </a:moveTo>
                  <a:lnTo>
                    <a:pt x="11683" y="3383"/>
                  </a:lnTo>
                  <a:lnTo>
                    <a:pt x="6175" y="6615"/>
                  </a:lnTo>
                  <a:lnTo>
                    <a:pt x="667" y="3383"/>
                  </a:lnTo>
                  <a:lnTo>
                    <a:pt x="6175" y="378"/>
                  </a:lnTo>
                  <a:close/>
                  <a:moveTo>
                    <a:pt x="6187" y="1"/>
                  </a:moveTo>
                  <a:lnTo>
                    <a:pt x="6024" y="89"/>
                  </a:lnTo>
                  <a:lnTo>
                    <a:pt x="529" y="3082"/>
                  </a:lnTo>
                  <a:lnTo>
                    <a:pt x="1" y="3371"/>
                  </a:lnTo>
                  <a:lnTo>
                    <a:pt x="516" y="3673"/>
                  </a:lnTo>
                  <a:lnTo>
                    <a:pt x="5999" y="6904"/>
                  </a:lnTo>
                  <a:lnTo>
                    <a:pt x="6175" y="7005"/>
                  </a:lnTo>
                  <a:lnTo>
                    <a:pt x="6351" y="6904"/>
                  </a:lnTo>
                  <a:lnTo>
                    <a:pt x="11846" y="3673"/>
                  </a:lnTo>
                  <a:lnTo>
                    <a:pt x="12374" y="3371"/>
                  </a:lnTo>
                  <a:lnTo>
                    <a:pt x="11846" y="3082"/>
                  </a:lnTo>
                  <a:lnTo>
                    <a:pt x="6338" y="89"/>
                  </a:lnTo>
                  <a:lnTo>
                    <a:pt x="61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5" name="Google Shape;10125;p59"/>
            <p:cNvSpPr/>
            <p:nvPr/>
          </p:nvSpPr>
          <p:spPr>
            <a:xfrm>
              <a:off x="3265825" y="647325"/>
              <a:ext cx="179200" cy="47475"/>
            </a:xfrm>
            <a:custGeom>
              <a:avLst/>
              <a:gdLst/>
              <a:ahLst/>
              <a:cxnLst/>
              <a:rect l="l" t="t" r="r" b="b"/>
              <a:pathLst>
                <a:path w="7168" h="1899" extrusionOk="0">
                  <a:moveTo>
                    <a:pt x="3584" y="0"/>
                  </a:moveTo>
                  <a:lnTo>
                    <a:pt x="3546" y="13"/>
                  </a:lnTo>
                  <a:cubicBezTo>
                    <a:pt x="2943" y="314"/>
                    <a:pt x="2351" y="616"/>
                    <a:pt x="1760" y="931"/>
                  </a:cubicBezTo>
                  <a:lnTo>
                    <a:pt x="880" y="1408"/>
                  </a:lnTo>
                  <a:cubicBezTo>
                    <a:pt x="591" y="1559"/>
                    <a:pt x="289" y="1723"/>
                    <a:pt x="0" y="1899"/>
                  </a:cubicBezTo>
                  <a:cubicBezTo>
                    <a:pt x="314" y="1761"/>
                    <a:pt x="616" y="1622"/>
                    <a:pt x="918" y="1497"/>
                  </a:cubicBezTo>
                  <a:lnTo>
                    <a:pt x="1823" y="1069"/>
                  </a:lnTo>
                  <a:cubicBezTo>
                    <a:pt x="2414" y="792"/>
                    <a:pt x="3005" y="503"/>
                    <a:pt x="3584" y="214"/>
                  </a:cubicBezTo>
                  <a:cubicBezTo>
                    <a:pt x="4175" y="503"/>
                    <a:pt x="4753" y="792"/>
                    <a:pt x="5344" y="1069"/>
                  </a:cubicBezTo>
                  <a:lnTo>
                    <a:pt x="6250" y="1497"/>
                  </a:lnTo>
                  <a:cubicBezTo>
                    <a:pt x="6564" y="1622"/>
                    <a:pt x="6853" y="1761"/>
                    <a:pt x="7168" y="1899"/>
                  </a:cubicBezTo>
                  <a:cubicBezTo>
                    <a:pt x="6878" y="1723"/>
                    <a:pt x="6589" y="1559"/>
                    <a:pt x="6300" y="1408"/>
                  </a:cubicBezTo>
                  <a:lnTo>
                    <a:pt x="5407" y="931"/>
                  </a:lnTo>
                  <a:cubicBezTo>
                    <a:pt x="4829" y="616"/>
                    <a:pt x="4225" y="314"/>
                    <a:pt x="3634" y="13"/>
                  </a:cubicBezTo>
                  <a:lnTo>
                    <a:pt x="35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6" name="Google Shape;10126;p59"/>
            <p:cNvSpPr/>
            <p:nvPr/>
          </p:nvSpPr>
          <p:spPr>
            <a:xfrm>
              <a:off x="3240975" y="810475"/>
              <a:ext cx="228575" cy="70125"/>
            </a:xfrm>
            <a:custGeom>
              <a:avLst/>
              <a:gdLst/>
              <a:ahLst/>
              <a:cxnLst/>
              <a:rect l="l" t="t" r="r" b="b"/>
              <a:pathLst>
                <a:path w="9143" h="2805" extrusionOk="0">
                  <a:moveTo>
                    <a:pt x="9142" y="0"/>
                  </a:moveTo>
                  <a:lnTo>
                    <a:pt x="9142" y="0"/>
                  </a:lnTo>
                  <a:cubicBezTo>
                    <a:pt x="8753" y="202"/>
                    <a:pt x="8363" y="403"/>
                    <a:pt x="7973" y="617"/>
                  </a:cubicBezTo>
                  <a:cubicBezTo>
                    <a:pt x="7583" y="818"/>
                    <a:pt x="7206" y="1032"/>
                    <a:pt x="6816" y="1245"/>
                  </a:cubicBezTo>
                  <a:cubicBezTo>
                    <a:pt x="6062" y="1660"/>
                    <a:pt x="5320" y="2088"/>
                    <a:pt x="4578" y="2515"/>
                  </a:cubicBezTo>
                  <a:cubicBezTo>
                    <a:pt x="3836" y="2088"/>
                    <a:pt x="3094" y="1660"/>
                    <a:pt x="2340" y="1245"/>
                  </a:cubicBezTo>
                  <a:cubicBezTo>
                    <a:pt x="1950" y="1032"/>
                    <a:pt x="1572" y="818"/>
                    <a:pt x="1183" y="617"/>
                  </a:cubicBezTo>
                  <a:cubicBezTo>
                    <a:pt x="793" y="415"/>
                    <a:pt x="390" y="202"/>
                    <a:pt x="1" y="0"/>
                  </a:cubicBezTo>
                  <a:lnTo>
                    <a:pt x="1" y="0"/>
                  </a:lnTo>
                  <a:cubicBezTo>
                    <a:pt x="378" y="252"/>
                    <a:pt x="743" y="478"/>
                    <a:pt x="1120" y="717"/>
                  </a:cubicBezTo>
                  <a:cubicBezTo>
                    <a:pt x="1484" y="969"/>
                    <a:pt x="1862" y="1195"/>
                    <a:pt x="2239" y="1421"/>
                  </a:cubicBezTo>
                  <a:cubicBezTo>
                    <a:pt x="2993" y="1874"/>
                    <a:pt x="3760" y="2327"/>
                    <a:pt x="4515" y="2767"/>
                  </a:cubicBezTo>
                  <a:lnTo>
                    <a:pt x="4578" y="2805"/>
                  </a:lnTo>
                  <a:lnTo>
                    <a:pt x="4641" y="2767"/>
                  </a:lnTo>
                  <a:cubicBezTo>
                    <a:pt x="5408" y="2327"/>
                    <a:pt x="6162" y="1874"/>
                    <a:pt x="6917" y="1421"/>
                  </a:cubicBezTo>
                  <a:cubicBezTo>
                    <a:pt x="7294" y="1182"/>
                    <a:pt x="7659" y="956"/>
                    <a:pt x="8036" y="717"/>
                  </a:cubicBezTo>
                  <a:cubicBezTo>
                    <a:pt x="8413" y="478"/>
                    <a:pt x="8778" y="252"/>
                    <a:pt x="9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7" name="Google Shape;10127;p59"/>
            <p:cNvSpPr/>
            <p:nvPr/>
          </p:nvSpPr>
          <p:spPr>
            <a:xfrm>
              <a:off x="3233425" y="979600"/>
              <a:ext cx="17325" cy="11025"/>
            </a:xfrm>
            <a:custGeom>
              <a:avLst/>
              <a:gdLst/>
              <a:ahLst/>
              <a:cxnLst/>
              <a:rect l="l" t="t" r="r" b="b"/>
              <a:pathLst>
                <a:path w="693" h="441" extrusionOk="0">
                  <a:moveTo>
                    <a:pt x="353" y="1"/>
                  </a:moveTo>
                  <a:cubicBezTo>
                    <a:pt x="164" y="1"/>
                    <a:pt x="1" y="101"/>
                    <a:pt x="1" y="227"/>
                  </a:cubicBezTo>
                  <a:cubicBezTo>
                    <a:pt x="1" y="340"/>
                    <a:pt x="164" y="441"/>
                    <a:pt x="353" y="441"/>
                  </a:cubicBezTo>
                  <a:cubicBezTo>
                    <a:pt x="542" y="441"/>
                    <a:pt x="692" y="340"/>
                    <a:pt x="692" y="227"/>
                  </a:cubicBezTo>
                  <a:cubicBezTo>
                    <a:pt x="692" y="101"/>
                    <a:pt x="542" y="1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8" name="Google Shape;10128;p59"/>
            <p:cNvSpPr/>
            <p:nvPr/>
          </p:nvSpPr>
          <p:spPr>
            <a:xfrm>
              <a:off x="3291275" y="979600"/>
              <a:ext cx="17325" cy="11025"/>
            </a:xfrm>
            <a:custGeom>
              <a:avLst/>
              <a:gdLst/>
              <a:ahLst/>
              <a:cxnLst/>
              <a:rect l="l" t="t" r="r" b="b"/>
              <a:pathLst>
                <a:path w="693" h="441" extrusionOk="0">
                  <a:moveTo>
                    <a:pt x="340" y="1"/>
                  </a:moveTo>
                  <a:cubicBezTo>
                    <a:pt x="151" y="1"/>
                    <a:pt x="1" y="101"/>
                    <a:pt x="1" y="227"/>
                  </a:cubicBezTo>
                  <a:cubicBezTo>
                    <a:pt x="1" y="340"/>
                    <a:pt x="151" y="441"/>
                    <a:pt x="340" y="441"/>
                  </a:cubicBezTo>
                  <a:cubicBezTo>
                    <a:pt x="529" y="441"/>
                    <a:pt x="692" y="340"/>
                    <a:pt x="692" y="227"/>
                  </a:cubicBezTo>
                  <a:cubicBezTo>
                    <a:pt x="692" y="101"/>
                    <a:pt x="529" y="1"/>
                    <a:pt x="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9" name="Google Shape;10129;p59"/>
            <p:cNvSpPr/>
            <p:nvPr/>
          </p:nvSpPr>
          <p:spPr>
            <a:xfrm>
              <a:off x="3348800" y="979600"/>
              <a:ext cx="17325" cy="11025"/>
            </a:xfrm>
            <a:custGeom>
              <a:avLst/>
              <a:gdLst/>
              <a:ahLst/>
              <a:cxnLst/>
              <a:rect l="l" t="t" r="r" b="b"/>
              <a:pathLst>
                <a:path w="693" h="441" extrusionOk="0">
                  <a:moveTo>
                    <a:pt x="353" y="1"/>
                  </a:moveTo>
                  <a:cubicBezTo>
                    <a:pt x="164" y="1"/>
                    <a:pt x="1" y="101"/>
                    <a:pt x="1" y="227"/>
                  </a:cubicBezTo>
                  <a:cubicBezTo>
                    <a:pt x="1" y="340"/>
                    <a:pt x="164" y="441"/>
                    <a:pt x="353" y="441"/>
                  </a:cubicBezTo>
                  <a:cubicBezTo>
                    <a:pt x="541" y="441"/>
                    <a:pt x="692" y="340"/>
                    <a:pt x="692" y="227"/>
                  </a:cubicBezTo>
                  <a:cubicBezTo>
                    <a:pt x="692" y="101"/>
                    <a:pt x="541" y="1"/>
                    <a:pt x="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0" name="Google Shape;10130;p59"/>
            <p:cNvSpPr/>
            <p:nvPr/>
          </p:nvSpPr>
          <p:spPr>
            <a:xfrm>
              <a:off x="3406650" y="979600"/>
              <a:ext cx="17000" cy="11025"/>
            </a:xfrm>
            <a:custGeom>
              <a:avLst/>
              <a:gdLst/>
              <a:ahLst/>
              <a:cxnLst/>
              <a:rect l="l" t="t" r="r" b="b"/>
              <a:pathLst>
                <a:path w="680" h="441" extrusionOk="0">
                  <a:moveTo>
                    <a:pt x="340" y="1"/>
                  </a:moveTo>
                  <a:cubicBezTo>
                    <a:pt x="151" y="1"/>
                    <a:pt x="1" y="101"/>
                    <a:pt x="1" y="227"/>
                  </a:cubicBezTo>
                  <a:cubicBezTo>
                    <a:pt x="1" y="340"/>
                    <a:pt x="151" y="441"/>
                    <a:pt x="340" y="441"/>
                  </a:cubicBezTo>
                  <a:cubicBezTo>
                    <a:pt x="529" y="441"/>
                    <a:pt x="680" y="340"/>
                    <a:pt x="680" y="227"/>
                  </a:cubicBezTo>
                  <a:cubicBezTo>
                    <a:pt x="680" y="101"/>
                    <a:pt x="529" y="1"/>
                    <a:pt x="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1" name="Google Shape;10131;p59"/>
            <p:cNvSpPr/>
            <p:nvPr/>
          </p:nvSpPr>
          <p:spPr>
            <a:xfrm>
              <a:off x="3464175" y="979600"/>
              <a:ext cx="17325" cy="11025"/>
            </a:xfrm>
            <a:custGeom>
              <a:avLst/>
              <a:gdLst/>
              <a:ahLst/>
              <a:cxnLst/>
              <a:rect l="l" t="t" r="r" b="b"/>
              <a:pathLst>
                <a:path w="693" h="441" extrusionOk="0">
                  <a:moveTo>
                    <a:pt x="353" y="1"/>
                  </a:moveTo>
                  <a:cubicBezTo>
                    <a:pt x="164" y="1"/>
                    <a:pt x="1" y="101"/>
                    <a:pt x="1" y="227"/>
                  </a:cubicBezTo>
                  <a:cubicBezTo>
                    <a:pt x="1" y="340"/>
                    <a:pt x="164" y="441"/>
                    <a:pt x="353" y="441"/>
                  </a:cubicBezTo>
                  <a:cubicBezTo>
                    <a:pt x="541" y="441"/>
                    <a:pt x="692" y="340"/>
                    <a:pt x="692" y="227"/>
                  </a:cubicBezTo>
                  <a:cubicBezTo>
                    <a:pt x="692" y="101"/>
                    <a:pt x="541" y="1"/>
                    <a:pt x="353" y="1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2" name="Google Shape;10132;p59"/>
            <p:cNvSpPr/>
            <p:nvPr/>
          </p:nvSpPr>
          <p:spPr>
            <a:xfrm>
              <a:off x="3274300" y="557400"/>
              <a:ext cx="11350" cy="7250"/>
            </a:xfrm>
            <a:custGeom>
              <a:avLst/>
              <a:gdLst/>
              <a:ahLst/>
              <a:cxnLst/>
              <a:rect l="l" t="t" r="r" b="b"/>
              <a:pathLst>
                <a:path w="454" h="290" extrusionOk="0">
                  <a:moveTo>
                    <a:pt x="227" y="1"/>
                  </a:moveTo>
                  <a:cubicBezTo>
                    <a:pt x="101" y="1"/>
                    <a:pt x="1" y="64"/>
                    <a:pt x="1" y="152"/>
                  </a:cubicBezTo>
                  <a:cubicBezTo>
                    <a:pt x="1" y="227"/>
                    <a:pt x="101" y="290"/>
                    <a:pt x="227" y="290"/>
                  </a:cubicBezTo>
                  <a:cubicBezTo>
                    <a:pt x="353" y="290"/>
                    <a:pt x="453" y="227"/>
                    <a:pt x="453" y="152"/>
                  </a:cubicBezTo>
                  <a:cubicBezTo>
                    <a:pt x="453" y="64"/>
                    <a:pt x="353" y="1"/>
                    <a:pt x="227" y="1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3" name="Google Shape;10133;p59"/>
            <p:cNvSpPr/>
            <p:nvPr/>
          </p:nvSpPr>
          <p:spPr>
            <a:xfrm>
              <a:off x="3312975" y="557400"/>
              <a:ext cx="11650" cy="7250"/>
            </a:xfrm>
            <a:custGeom>
              <a:avLst/>
              <a:gdLst/>
              <a:ahLst/>
              <a:cxnLst/>
              <a:rect l="l" t="t" r="r" b="b"/>
              <a:pathLst>
                <a:path w="466" h="290" extrusionOk="0">
                  <a:moveTo>
                    <a:pt x="227" y="1"/>
                  </a:moveTo>
                  <a:cubicBezTo>
                    <a:pt x="101" y="1"/>
                    <a:pt x="0" y="64"/>
                    <a:pt x="0" y="152"/>
                  </a:cubicBezTo>
                  <a:cubicBezTo>
                    <a:pt x="0" y="227"/>
                    <a:pt x="101" y="290"/>
                    <a:pt x="227" y="290"/>
                  </a:cubicBezTo>
                  <a:cubicBezTo>
                    <a:pt x="352" y="290"/>
                    <a:pt x="465" y="227"/>
                    <a:pt x="465" y="152"/>
                  </a:cubicBezTo>
                  <a:cubicBezTo>
                    <a:pt x="465" y="64"/>
                    <a:pt x="352" y="1"/>
                    <a:pt x="227" y="1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4" name="Google Shape;10134;p59"/>
            <p:cNvSpPr/>
            <p:nvPr/>
          </p:nvSpPr>
          <p:spPr>
            <a:xfrm>
              <a:off x="3351625" y="557400"/>
              <a:ext cx="11675" cy="7250"/>
            </a:xfrm>
            <a:custGeom>
              <a:avLst/>
              <a:gdLst/>
              <a:ahLst/>
              <a:cxnLst/>
              <a:rect l="l" t="t" r="r" b="b"/>
              <a:pathLst>
                <a:path w="467" h="290" extrusionOk="0">
                  <a:moveTo>
                    <a:pt x="240" y="1"/>
                  </a:moveTo>
                  <a:cubicBezTo>
                    <a:pt x="102" y="1"/>
                    <a:pt x="1" y="64"/>
                    <a:pt x="1" y="152"/>
                  </a:cubicBezTo>
                  <a:cubicBezTo>
                    <a:pt x="1" y="227"/>
                    <a:pt x="102" y="290"/>
                    <a:pt x="240" y="290"/>
                  </a:cubicBezTo>
                  <a:cubicBezTo>
                    <a:pt x="366" y="290"/>
                    <a:pt x="466" y="227"/>
                    <a:pt x="466" y="152"/>
                  </a:cubicBezTo>
                  <a:cubicBezTo>
                    <a:pt x="466" y="64"/>
                    <a:pt x="366" y="1"/>
                    <a:pt x="240" y="1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5" name="Google Shape;10135;p59"/>
            <p:cNvSpPr/>
            <p:nvPr/>
          </p:nvSpPr>
          <p:spPr>
            <a:xfrm>
              <a:off x="3390625" y="557400"/>
              <a:ext cx="11325" cy="7250"/>
            </a:xfrm>
            <a:custGeom>
              <a:avLst/>
              <a:gdLst/>
              <a:ahLst/>
              <a:cxnLst/>
              <a:rect l="l" t="t" r="r" b="b"/>
              <a:pathLst>
                <a:path w="453" h="290" extrusionOk="0">
                  <a:moveTo>
                    <a:pt x="227" y="1"/>
                  </a:moveTo>
                  <a:cubicBezTo>
                    <a:pt x="101" y="1"/>
                    <a:pt x="0" y="64"/>
                    <a:pt x="0" y="152"/>
                  </a:cubicBezTo>
                  <a:cubicBezTo>
                    <a:pt x="0" y="227"/>
                    <a:pt x="101" y="290"/>
                    <a:pt x="227" y="290"/>
                  </a:cubicBezTo>
                  <a:cubicBezTo>
                    <a:pt x="352" y="290"/>
                    <a:pt x="453" y="227"/>
                    <a:pt x="453" y="152"/>
                  </a:cubicBezTo>
                  <a:cubicBezTo>
                    <a:pt x="453" y="64"/>
                    <a:pt x="352" y="1"/>
                    <a:pt x="227" y="1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6" name="Google Shape;10136;p59"/>
            <p:cNvSpPr/>
            <p:nvPr/>
          </p:nvSpPr>
          <p:spPr>
            <a:xfrm>
              <a:off x="3429275" y="557400"/>
              <a:ext cx="11675" cy="7250"/>
            </a:xfrm>
            <a:custGeom>
              <a:avLst/>
              <a:gdLst/>
              <a:ahLst/>
              <a:cxnLst/>
              <a:rect l="l" t="t" r="r" b="b"/>
              <a:pathLst>
                <a:path w="467" h="290" extrusionOk="0">
                  <a:moveTo>
                    <a:pt x="227" y="1"/>
                  </a:moveTo>
                  <a:cubicBezTo>
                    <a:pt x="102" y="1"/>
                    <a:pt x="1" y="64"/>
                    <a:pt x="1" y="152"/>
                  </a:cubicBezTo>
                  <a:cubicBezTo>
                    <a:pt x="1" y="227"/>
                    <a:pt x="102" y="290"/>
                    <a:pt x="227" y="290"/>
                  </a:cubicBezTo>
                  <a:cubicBezTo>
                    <a:pt x="366" y="290"/>
                    <a:pt x="466" y="227"/>
                    <a:pt x="466" y="152"/>
                  </a:cubicBezTo>
                  <a:cubicBezTo>
                    <a:pt x="466" y="64"/>
                    <a:pt x="366" y="1"/>
                    <a:pt x="227" y="1"/>
                  </a:cubicBezTo>
                  <a:close/>
                </a:path>
              </a:pathLst>
            </a:custGeom>
            <a:solidFill>
              <a:srgbClr val="3B1E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7" name="Google Shape;10137;p59"/>
            <p:cNvSpPr/>
            <p:nvPr/>
          </p:nvSpPr>
          <p:spPr>
            <a:xfrm>
              <a:off x="3027200" y="1134175"/>
              <a:ext cx="589475" cy="6525"/>
            </a:xfrm>
            <a:custGeom>
              <a:avLst/>
              <a:gdLst/>
              <a:ahLst/>
              <a:cxnLst/>
              <a:rect l="l" t="t" r="r" b="b"/>
              <a:pathLst>
                <a:path w="23579" h="261" extrusionOk="0">
                  <a:moveTo>
                    <a:pt x="10659" y="1"/>
                  </a:moveTo>
                  <a:cubicBezTo>
                    <a:pt x="9072" y="1"/>
                    <a:pt x="7485" y="19"/>
                    <a:pt x="5898" y="30"/>
                  </a:cubicBezTo>
                  <a:lnTo>
                    <a:pt x="2943" y="67"/>
                  </a:lnTo>
                  <a:cubicBezTo>
                    <a:pt x="1962" y="92"/>
                    <a:pt x="982" y="105"/>
                    <a:pt x="1" y="130"/>
                  </a:cubicBezTo>
                  <a:cubicBezTo>
                    <a:pt x="982" y="155"/>
                    <a:pt x="1962" y="168"/>
                    <a:pt x="2943" y="193"/>
                  </a:cubicBezTo>
                  <a:lnTo>
                    <a:pt x="5898" y="231"/>
                  </a:lnTo>
                  <a:cubicBezTo>
                    <a:pt x="7860" y="256"/>
                    <a:pt x="9822" y="243"/>
                    <a:pt x="11783" y="256"/>
                  </a:cubicBezTo>
                  <a:cubicBezTo>
                    <a:pt x="12312" y="259"/>
                    <a:pt x="12840" y="261"/>
                    <a:pt x="13368" y="261"/>
                  </a:cubicBezTo>
                  <a:cubicBezTo>
                    <a:pt x="14809" y="261"/>
                    <a:pt x="16245" y="249"/>
                    <a:pt x="17681" y="231"/>
                  </a:cubicBezTo>
                  <a:lnTo>
                    <a:pt x="20623" y="193"/>
                  </a:lnTo>
                  <a:cubicBezTo>
                    <a:pt x="21604" y="168"/>
                    <a:pt x="22598" y="155"/>
                    <a:pt x="23578" y="130"/>
                  </a:cubicBezTo>
                  <a:cubicBezTo>
                    <a:pt x="22598" y="105"/>
                    <a:pt x="21604" y="92"/>
                    <a:pt x="20623" y="67"/>
                  </a:cubicBezTo>
                  <a:lnTo>
                    <a:pt x="17681" y="42"/>
                  </a:lnTo>
                  <a:cubicBezTo>
                    <a:pt x="15719" y="17"/>
                    <a:pt x="13745" y="17"/>
                    <a:pt x="11783" y="4"/>
                  </a:cubicBezTo>
                  <a:cubicBezTo>
                    <a:pt x="11409" y="2"/>
                    <a:pt x="11034" y="1"/>
                    <a:pt x="106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8" name="Google Shape;10138;p59"/>
            <p:cNvSpPr/>
            <p:nvPr/>
          </p:nvSpPr>
          <p:spPr>
            <a:xfrm>
              <a:off x="3047000" y="1093275"/>
              <a:ext cx="569350" cy="6250"/>
            </a:xfrm>
            <a:custGeom>
              <a:avLst/>
              <a:gdLst/>
              <a:ahLst/>
              <a:cxnLst/>
              <a:rect l="l" t="t" r="r" b="b"/>
              <a:pathLst>
                <a:path w="22774" h="250" extrusionOk="0">
                  <a:moveTo>
                    <a:pt x="9867" y="1"/>
                  </a:moveTo>
                  <a:cubicBezTo>
                    <a:pt x="8477" y="1"/>
                    <a:pt x="7087" y="12"/>
                    <a:pt x="5697" y="31"/>
                  </a:cubicBezTo>
                  <a:lnTo>
                    <a:pt x="2843" y="69"/>
                  </a:lnTo>
                  <a:cubicBezTo>
                    <a:pt x="1900" y="81"/>
                    <a:pt x="944" y="94"/>
                    <a:pt x="1" y="131"/>
                  </a:cubicBezTo>
                  <a:cubicBezTo>
                    <a:pt x="944" y="157"/>
                    <a:pt x="1900" y="169"/>
                    <a:pt x="2843" y="182"/>
                  </a:cubicBezTo>
                  <a:lnTo>
                    <a:pt x="5697" y="219"/>
                  </a:lnTo>
                  <a:cubicBezTo>
                    <a:pt x="7596" y="245"/>
                    <a:pt x="9495" y="245"/>
                    <a:pt x="11394" y="245"/>
                  </a:cubicBezTo>
                  <a:cubicBezTo>
                    <a:pt x="11899" y="248"/>
                    <a:pt x="12405" y="250"/>
                    <a:pt x="12912" y="250"/>
                  </a:cubicBezTo>
                  <a:cubicBezTo>
                    <a:pt x="14298" y="250"/>
                    <a:pt x="15688" y="238"/>
                    <a:pt x="17078" y="219"/>
                  </a:cubicBezTo>
                  <a:lnTo>
                    <a:pt x="19932" y="182"/>
                  </a:lnTo>
                  <a:cubicBezTo>
                    <a:pt x="20875" y="169"/>
                    <a:pt x="21831" y="157"/>
                    <a:pt x="22774" y="131"/>
                  </a:cubicBezTo>
                  <a:cubicBezTo>
                    <a:pt x="21831" y="94"/>
                    <a:pt x="20875" y="81"/>
                    <a:pt x="19932" y="69"/>
                  </a:cubicBezTo>
                  <a:lnTo>
                    <a:pt x="17078" y="31"/>
                  </a:lnTo>
                  <a:cubicBezTo>
                    <a:pt x="15179" y="6"/>
                    <a:pt x="13280" y="18"/>
                    <a:pt x="11394" y="6"/>
                  </a:cubicBezTo>
                  <a:cubicBezTo>
                    <a:pt x="10885" y="2"/>
                    <a:pt x="10376" y="1"/>
                    <a:pt x="98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9" name="Google Shape;10139;p59"/>
            <p:cNvSpPr/>
            <p:nvPr/>
          </p:nvSpPr>
          <p:spPr>
            <a:xfrm>
              <a:off x="3047000" y="1057800"/>
              <a:ext cx="569350" cy="6475"/>
            </a:xfrm>
            <a:custGeom>
              <a:avLst/>
              <a:gdLst/>
              <a:ahLst/>
              <a:cxnLst/>
              <a:rect l="l" t="t" r="r" b="b"/>
              <a:pathLst>
                <a:path w="22774" h="259" extrusionOk="0">
                  <a:moveTo>
                    <a:pt x="10299" y="0"/>
                  </a:moveTo>
                  <a:cubicBezTo>
                    <a:pt x="8770" y="0"/>
                    <a:pt x="7233" y="19"/>
                    <a:pt x="5697" y="29"/>
                  </a:cubicBezTo>
                  <a:lnTo>
                    <a:pt x="2843" y="67"/>
                  </a:lnTo>
                  <a:cubicBezTo>
                    <a:pt x="1900" y="92"/>
                    <a:pt x="944" y="104"/>
                    <a:pt x="1" y="130"/>
                  </a:cubicBezTo>
                  <a:cubicBezTo>
                    <a:pt x="944" y="155"/>
                    <a:pt x="1900" y="167"/>
                    <a:pt x="2843" y="192"/>
                  </a:cubicBezTo>
                  <a:lnTo>
                    <a:pt x="5697" y="230"/>
                  </a:lnTo>
                  <a:cubicBezTo>
                    <a:pt x="7596" y="243"/>
                    <a:pt x="9495" y="243"/>
                    <a:pt x="11381" y="255"/>
                  </a:cubicBezTo>
                  <a:cubicBezTo>
                    <a:pt x="11744" y="258"/>
                    <a:pt x="12106" y="259"/>
                    <a:pt x="12469" y="259"/>
                  </a:cubicBezTo>
                  <a:cubicBezTo>
                    <a:pt x="14005" y="259"/>
                    <a:pt x="15541" y="240"/>
                    <a:pt x="17078" y="230"/>
                  </a:cubicBezTo>
                  <a:lnTo>
                    <a:pt x="19932" y="192"/>
                  </a:lnTo>
                  <a:cubicBezTo>
                    <a:pt x="20875" y="167"/>
                    <a:pt x="21818" y="155"/>
                    <a:pt x="22774" y="130"/>
                  </a:cubicBezTo>
                  <a:cubicBezTo>
                    <a:pt x="21831" y="104"/>
                    <a:pt x="20875" y="92"/>
                    <a:pt x="19932" y="67"/>
                  </a:cubicBezTo>
                  <a:lnTo>
                    <a:pt x="17078" y="29"/>
                  </a:lnTo>
                  <a:cubicBezTo>
                    <a:pt x="15179" y="16"/>
                    <a:pt x="13280" y="16"/>
                    <a:pt x="11381" y="4"/>
                  </a:cubicBezTo>
                  <a:cubicBezTo>
                    <a:pt x="11021" y="1"/>
                    <a:pt x="10660" y="0"/>
                    <a:pt x="102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0" name="Google Shape;10140;p59"/>
            <p:cNvSpPr/>
            <p:nvPr/>
          </p:nvSpPr>
          <p:spPr>
            <a:xfrm>
              <a:off x="3315175" y="568100"/>
              <a:ext cx="376625" cy="643850"/>
            </a:xfrm>
            <a:custGeom>
              <a:avLst/>
              <a:gdLst/>
              <a:ahLst/>
              <a:cxnLst/>
              <a:rect l="l" t="t" r="r" b="b"/>
              <a:pathLst>
                <a:path w="15065" h="25754" extrusionOk="0">
                  <a:moveTo>
                    <a:pt x="15065" y="0"/>
                  </a:moveTo>
                  <a:cubicBezTo>
                    <a:pt x="14285" y="1006"/>
                    <a:pt x="13644" y="2113"/>
                    <a:pt x="13154" y="3282"/>
                  </a:cubicBezTo>
                  <a:cubicBezTo>
                    <a:pt x="12651" y="4464"/>
                    <a:pt x="12236" y="5659"/>
                    <a:pt x="11783" y="6841"/>
                  </a:cubicBezTo>
                  <a:cubicBezTo>
                    <a:pt x="10928" y="9230"/>
                    <a:pt x="9909" y="11569"/>
                    <a:pt x="8752" y="13833"/>
                  </a:cubicBezTo>
                  <a:cubicBezTo>
                    <a:pt x="8476" y="14411"/>
                    <a:pt x="8161" y="14964"/>
                    <a:pt x="7860" y="15518"/>
                  </a:cubicBezTo>
                  <a:cubicBezTo>
                    <a:pt x="7558" y="16083"/>
                    <a:pt x="7231" y="16624"/>
                    <a:pt x="6891" y="17165"/>
                  </a:cubicBezTo>
                  <a:cubicBezTo>
                    <a:pt x="6225" y="18234"/>
                    <a:pt x="5521" y="19277"/>
                    <a:pt x="4779" y="20271"/>
                  </a:cubicBezTo>
                  <a:cubicBezTo>
                    <a:pt x="4024" y="21277"/>
                    <a:pt x="3257" y="22232"/>
                    <a:pt x="2465" y="23150"/>
                  </a:cubicBezTo>
                  <a:cubicBezTo>
                    <a:pt x="1660" y="24068"/>
                    <a:pt x="843" y="24936"/>
                    <a:pt x="0" y="25753"/>
                  </a:cubicBezTo>
                  <a:cubicBezTo>
                    <a:pt x="1773" y="24106"/>
                    <a:pt x="3383" y="22295"/>
                    <a:pt x="4842" y="20359"/>
                  </a:cubicBezTo>
                  <a:cubicBezTo>
                    <a:pt x="5596" y="19365"/>
                    <a:pt x="6300" y="18322"/>
                    <a:pt x="6979" y="17240"/>
                  </a:cubicBezTo>
                  <a:cubicBezTo>
                    <a:pt x="7331" y="16700"/>
                    <a:pt x="7646" y="16146"/>
                    <a:pt x="7973" y="15593"/>
                  </a:cubicBezTo>
                  <a:cubicBezTo>
                    <a:pt x="8287" y="15027"/>
                    <a:pt x="8589" y="14474"/>
                    <a:pt x="8878" y="13895"/>
                  </a:cubicBezTo>
                  <a:cubicBezTo>
                    <a:pt x="10035" y="11619"/>
                    <a:pt x="11041" y="9268"/>
                    <a:pt x="11896" y="6866"/>
                  </a:cubicBezTo>
                  <a:cubicBezTo>
                    <a:pt x="12324" y="5671"/>
                    <a:pt x="12726" y="4477"/>
                    <a:pt x="13216" y="3307"/>
                  </a:cubicBezTo>
                  <a:cubicBezTo>
                    <a:pt x="13694" y="2125"/>
                    <a:pt x="14310" y="1019"/>
                    <a:pt x="150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1" name="Google Shape;10141;p59"/>
            <p:cNvSpPr/>
            <p:nvPr/>
          </p:nvSpPr>
          <p:spPr>
            <a:xfrm>
              <a:off x="3401625" y="478900"/>
              <a:ext cx="376000" cy="628675"/>
            </a:xfrm>
            <a:custGeom>
              <a:avLst/>
              <a:gdLst/>
              <a:ahLst/>
              <a:cxnLst/>
              <a:rect l="l" t="t" r="r" b="b"/>
              <a:pathLst>
                <a:path w="15040" h="25147" extrusionOk="0">
                  <a:moveTo>
                    <a:pt x="13782" y="1959"/>
                  </a:moveTo>
                  <a:lnTo>
                    <a:pt x="13619" y="2147"/>
                  </a:lnTo>
                  <a:cubicBezTo>
                    <a:pt x="13518" y="2260"/>
                    <a:pt x="13380" y="2437"/>
                    <a:pt x="13216" y="2638"/>
                  </a:cubicBezTo>
                  <a:cubicBezTo>
                    <a:pt x="13040" y="2852"/>
                    <a:pt x="12839" y="3090"/>
                    <a:pt x="12638" y="3342"/>
                  </a:cubicBezTo>
                  <a:lnTo>
                    <a:pt x="12651" y="3342"/>
                  </a:lnTo>
                  <a:cubicBezTo>
                    <a:pt x="12437" y="3606"/>
                    <a:pt x="12223" y="3895"/>
                    <a:pt x="12022" y="4184"/>
                  </a:cubicBezTo>
                  <a:cubicBezTo>
                    <a:pt x="11808" y="4474"/>
                    <a:pt x="11594" y="4763"/>
                    <a:pt x="11406" y="5052"/>
                  </a:cubicBezTo>
                  <a:cubicBezTo>
                    <a:pt x="11217" y="5341"/>
                    <a:pt x="11041" y="5593"/>
                    <a:pt x="10903" y="5832"/>
                  </a:cubicBezTo>
                  <a:cubicBezTo>
                    <a:pt x="10752" y="6083"/>
                    <a:pt x="10626" y="6259"/>
                    <a:pt x="10551" y="6398"/>
                  </a:cubicBezTo>
                  <a:lnTo>
                    <a:pt x="10412" y="6611"/>
                  </a:lnTo>
                  <a:lnTo>
                    <a:pt x="10513" y="6385"/>
                  </a:lnTo>
                  <a:cubicBezTo>
                    <a:pt x="10588" y="6234"/>
                    <a:pt x="10689" y="6033"/>
                    <a:pt x="10827" y="5781"/>
                  </a:cubicBezTo>
                  <a:cubicBezTo>
                    <a:pt x="10966" y="5543"/>
                    <a:pt x="11129" y="5266"/>
                    <a:pt x="11318" y="4977"/>
                  </a:cubicBezTo>
                  <a:cubicBezTo>
                    <a:pt x="11506" y="4687"/>
                    <a:pt x="11707" y="4373"/>
                    <a:pt x="11921" y="4084"/>
                  </a:cubicBezTo>
                  <a:cubicBezTo>
                    <a:pt x="12135" y="3782"/>
                    <a:pt x="12361" y="3505"/>
                    <a:pt x="12575" y="3241"/>
                  </a:cubicBezTo>
                  <a:cubicBezTo>
                    <a:pt x="12789" y="2990"/>
                    <a:pt x="12990" y="2763"/>
                    <a:pt x="13166" y="2562"/>
                  </a:cubicBezTo>
                  <a:cubicBezTo>
                    <a:pt x="13355" y="2374"/>
                    <a:pt x="13506" y="2223"/>
                    <a:pt x="13606" y="2122"/>
                  </a:cubicBezTo>
                  <a:lnTo>
                    <a:pt x="13782" y="1959"/>
                  </a:lnTo>
                  <a:close/>
                  <a:moveTo>
                    <a:pt x="10048" y="4184"/>
                  </a:moveTo>
                  <a:lnTo>
                    <a:pt x="10010" y="4310"/>
                  </a:lnTo>
                  <a:lnTo>
                    <a:pt x="9909" y="4650"/>
                  </a:lnTo>
                  <a:cubicBezTo>
                    <a:pt x="9859" y="4788"/>
                    <a:pt x="9821" y="4939"/>
                    <a:pt x="9758" y="5115"/>
                  </a:cubicBezTo>
                  <a:cubicBezTo>
                    <a:pt x="9708" y="5291"/>
                    <a:pt x="9658" y="5467"/>
                    <a:pt x="9607" y="5643"/>
                  </a:cubicBezTo>
                  <a:cubicBezTo>
                    <a:pt x="9557" y="5832"/>
                    <a:pt x="9494" y="6008"/>
                    <a:pt x="9444" y="6184"/>
                  </a:cubicBezTo>
                  <a:cubicBezTo>
                    <a:pt x="9406" y="6347"/>
                    <a:pt x="9356" y="6511"/>
                    <a:pt x="9318" y="6649"/>
                  </a:cubicBezTo>
                  <a:lnTo>
                    <a:pt x="9218" y="6989"/>
                  </a:lnTo>
                  <a:lnTo>
                    <a:pt x="9180" y="7114"/>
                  </a:lnTo>
                  <a:lnTo>
                    <a:pt x="9193" y="6989"/>
                  </a:lnTo>
                  <a:cubicBezTo>
                    <a:pt x="9193" y="6913"/>
                    <a:pt x="9205" y="6800"/>
                    <a:pt x="9230" y="6662"/>
                  </a:cubicBezTo>
                  <a:cubicBezTo>
                    <a:pt x="9255" y="6523"/>
                    <a:pt x="9281" y="6360"/>
                    <a:pt x="9331" y="6184"/>
                  </a:cubicBezTo>
                  <a:cubicBezTo>
                    <a:pt x="9369" y="6008"/>
                    <a:pt x="9419" y="5832"/>
                    <a:pt x="9469" y="5643"/>
                  </a:cubicBezTo>
                  <a:cubicBezTo>
                    <a:pt x="9519" y="5467"/>
                    <a:pt x="9582" y="5278"/>
                    <a:pt x="9645" y="5102"/>
                  </a:cubicBezTo>
                  <a:cubicBezTo>
                    <a:pt x="9708" y="4939"/>
                    <a:pt x="9784" y="4775"/>
                    <a:pt x="9834" y="4637"/>
                  </a:cubicBezTo>
                  <a:cubicBezTo>
                    <a:pt x="9897" y="4499"/>
                    <a:pt x="9947" y="4386"/>
                    <a:pt x="9997" y="4310"/>
                  </a:cubicBezTo>
                  <a:lnTo>
                    <a:pt x="10048" y="4184"/>
                  </a:lnTo>
                  <a:close/>
                  <a:moveTo>
                    <a:pt x="8086" y="4700"/>
                  </a:moveTo>
                  <a:lnTo>
                    <a:pt x="8061" y="4763"/>
                  </a:lnTo>
                  <a:cubicBezTo>
                    <a:pt x="8036" y="4813"/>
                    <a:pt x="7998" y="4863"/>
                    <a:pt x="7973" y="4951"/>
                  </a:cubicBezTo>
                  <a:cubicBezTo>
                    <a:pt x="7860" y="5165"/>
                    <a:pt x="7784" y="5379"/>
                    <a:pt x="7721" y="5605"/>
                  </a:cubicBezTo>
                  <a:cubicBezTo>
                    <a:pt x="7633" y="5895"/>
                    <a:pt x="7583" y="6196"/>
                    <a:pt x="7570" y="6498"/>
                  </a:cubicBezTo>
                  <a:cubicBezTo>
                    <a:pt x="7545" y="6787"/>
                    <a:pt x="7570" y="7089"/>
                    <a:pt x="7658" y="7378"/>
                  </a:cubicBezTo>
                  <a:cubicBezTo>
                    <a:pt x="7734" y="7642"/>
                    <a:pt x="7834" y="7907"/>
                    <a:pt x="7948" y="8171"/>
                  </a:cubicBezTo>
                  <a:cubicBezTo>
                    <a:pt x="8036" y="8410"/>
                    <a:pt x="8111" y="8661"/>
                    <a:pt x="8161" y="8925"/>
                  </a:cubicBezTo>
                  <a:cubicBezTo>
                    <a:pt x="8187" y="9126"/>
                    <a:pt x="8199" y="9340"/>
                    <a:pt x="8187" y="9554"/>
                  </a:cubicBezTo>
                  <a:lnTo>
                    <a:pt x="8174" y="9554"/>
                  </a:lnTo>
                  <a:cubicBezTo>
                    <a:pt x="8161" y="9642"/>
                    <a:pt x="8149" y="9730"/>
                    <a:pt x="8124" y="9818"/>
                  </a:cubicBezTo>
                  <a:cubicBezTo>
                    <a:pt x="8136" y="9742"/>
                    <a:pt x="8124" y="9667"/>
                    <a:pt x="8124" y="9579"/>
                  </a:cubicBezTo>
                  <a:cubicBezTo>
                    <a:pt x="8099" y="9403"/>
                    <a:pt x="8061" y="9227"/>
                    <a:pt x="7998" y="9051"/>
                  </a:cubicBezTo>
                  <a:cubicBezTo>
                    <a:pt x="7922" y="8825"/>
                    <a:pt x="7822" y="8611"/>
                    <a:pt x="7709" y="8410"/>
                  </a:cubicBezTo>
                  <a:cubicBezTo>
                    <a:pt x="7570" y="8158"/>
                    <a:pt x="7470" y="7894"/>
                    <a:pt x="7369" y="7630"/>
                  </a:cubicBezTo>
                  <a:cubicBezTo>
                    <a:pt x="7294" y="7278"/>
                    <a:pt x="7269" y="6926"/>
                    <a:pt x="7306" y="6586"/>
                  </a:cubicBezTo>
                  <a:cubicBezTo>
                    <a:pt x="7357" y="6234"/>
                    <a:pt x="7445" y="5895"/>
                    <a:pt x="7570" y="5580"/>
                  </a:cubicBezTo>
                  <a:cubicBezTo>
                    <a:pt x="7671" y="5341"/>
                    <a:pt x="7784" y="5128"/>
                    <a:pt x="7922" y="4914"/>
                  </a:cubicBezTo>
                  <a:cubicBezTo>
                    <a:pt x="7973" y="4838"/>
                    <a:pt x="8023" y="4788"/>
                    <a:pt x="8048" y="4750"/>
                  </a:cubicBezTo>
                  <a:lnTo>
                    <a:pt x="8086" y="4700"/>
                  </a:lnTo>
                  <a:close/>
                  <a:moveTo>
                    <a:pt x="6137" y="9931"/>
                  </a:moveTo>
                  <a:lnTo>
                    <a:pt x="6175" y="10120"/>
                  </a:lnTo>
                  <a:cubicBezTo>
                    <a:pt x="6200" y="10245"/>
                    <a:pt x="6237" y="10422"/>
                    <a:pt x="6263" y="10648"/>
                  </a:cubicBezTo>
                  <a:cubicBezTo>
                    <a:pt x="6288" y="10874"/>
                    <a:pt x="6313" y="11138"/>
                    <a:pt x="6313" y="11440"/>
                  </a:cubicBezTo>
                  <a:cubicBezTo>
                    <a:pt x="6325" y="11729"/>
                    <a:pt x="6313" y="12069"/>
                    <a:pt x="6300" y="12396"/>
                  </a:cubicBezTo>
                  <a:cubicBezTo>
                    <a:pt x="6275" y="12710"/>
                    <a:pt x="6225" y="13062"/>
                    <a:pt x="6175" y="13377"/>
                  </a:cubicBezTo>
                  <a:cubicBezTo>
                    <a:pt x="6137" y="13704"/>
                    <a:pt x="6061" y="14005"/>
                    <a:pt x="6011" y="14269"/>
                  </a:cubicBezTo>
                  <a:cubicBezTo>
                    <a:pt x="5948" y="14521"/>
                    <a:pt x="5885" y="14747"/>
                    <a:pt x="5848" y="14898"/>
                  </a:cubicBezTo>
                  <a:lnTo>
                    <a:pt x="5835" y="14898"/>
                  </a:lnTo>
                  <a:lnTo>
                    <a:pt x="5760" y="15137"/>
                  </a:lnTo>
                  <a:lnTo>
                    <a:pt x="5810" y="14898"/>
                  </a:lnTo>
                  <a:cubicBezTo>
                    <a:pt x="5848" y="14747"/>
                    <a:pt x="5885" y="14533"/>
                    <a:pt x="5923" y="14282"/>
                  </a:cubicBezTo>
                  <a:cubicBezTo>
                    <a:pt x="5973" y="14030"/>
                    <a:pt x="6011" y="13741"/>
                    <a:pt x="6049" y="13427"/>
                  </a:cubicBezTo>
                  <a:cubicBezTo>
                    <a:pt x="6099" y="13113"/>
                    <a:pt x="6124" y="12786"/>
                    <a:pt x="6149" y="12459"/>
                  </a:cubicBezTo>
                  <a:cubicBezTo>
                    <a:pt x="6162" y="12132"/>
                    <a:pt x="6187" y="11805"/>
                    <a:pt x="6187" y="11516"/>
                  </a:cubicBezTo>
                  <a:cubicBezTo>
                    <a:pt x="6187" y="11214"/>
                    <a:pt x="6187" y="10937"/>
                    <a:pt x="6175" y="10711"/>
                  </a:cubicBezTo>
                  <a:cubicBezTo>
                    <a:pt x="6162" y="10472"/>
                    <a:pt x="6162" y="10271"/>
                    <a:pt x="6149" y="10145"/>
                  </a:cubicBezTo>
                  <a:lnTo>
                    <a:pt x="6137" y="9931"/>
                  </a:lnTo>
                  <a:close/>
                  <a:moveTo>
                    <a:pt x="12122" y="8020"/>
                  </a:moveTo>
                  <a:lnTo>
                    <a:pt x="11896" y="8309"/>
                  </a:lnTo>
                  <a:cubicBezTo>
                    <a:pt x="11821" y="8410"/>
                    <a:pt x="11733" y="8523"/>
                    <a:pt x="11632" y="8661"/>
                  </a:cubicBezTo>
                  <a:cubicBezTo>
                    <a:pt x="11531" y="8799"/>
                    <a:pt x="11431" y="8950"/>
                    <a:pt x="11318" y="9126"/>
                  </a:cubicBezTo>
                  <a:cubicBezTo>
                    <a:pt x="11079" y="9453"/>
                    <a:pt x="10827" y="9868"/>
                    <a:pt x="10563" y="10308"/>
                  </a:cubicBezTo>
                  <a:cubicBezTo>
                    <a:pt x="10287" y="10761"/>
                    <a:pt x="10010" y="11239"/>
                    <a:pt x="9721" y="11717"/>
                  </a:cubicBezTo>
                  <a:cubicBezTo>
                    <a:pt x="9431" y="12207"/>
                    <a:pt x="9130" y="12672"/>
                    <a:pt x="8840" y="13113"/>
                  </a:cubicBezTo>
                  <a:cubicBezTo>
                    <a:pt x="8551" y="13553"/>
                    <a:pt x="8249" y="13942"/>
                    <a:pt x="7985" y="14257"/>
                  </a:cubicBezTo>
                  <a:cubicBezTo>
                    <a:pt x="7860" y="14408"/>
                    <a:pt x="7734" y="14546"/>
                    <a:pt x="7621" y="14659"/>
                  </a:cubicBezTo>
                  <a:lnTo>
                    <a:pt x="7457" y="14835"/>
                  </a:lnTo>
                  <a:lnTo>
                    <a:pt x="7331" y="14961"/>
                  </a:lnTo>
                  <a:lnTo>
                    <a:pt x="7067" y="15200"/>
                  </a:lnTo>
                  <a:lnTo>
                    <a:pt x="7306" y="14911"/>
                  </a:lnTo>
                  <a:lnTo>
                    <a:pt x="7419" y="14772"/>
                  </a:lnTo>
                  <a:lnTo>
                    <a:pt x="7558" y="14584"/>
                  </a:lnTo>
                  <a:cubicBezTo>
                    <a:pt x="7658" y="14445"/>
                    <a:pt x="7772" y="14295"/>
                    <a:pt x="7885" y="14131"/>
                  </a:cubicBezTo>
                  <a:cubicBezTo>
                    <a:pt x="8136" y="13804"/>
                    <a:pt x="8388" y="13402"/>
                    <a:pt x="8664" y="12962"/>
                  </a:cubicBezTo>
                  <a:cubicBezTo>
                    <a:pt x="8928" y="12522"/>
                    <a:pt x="9218" y="12044"/>
                    <a:pt x="9507" y="11553"/>
                  </a:cubicBezTo>
                  <a:cubicBezTo>
                    <a:pt x="9784" y="11075"/>
                    <a:pt x="10098" y="10610"/>
                    <a:pt x="10375" y="10157"/>
                  </a:cubicBezTo>
                  <a:cubicBezTo>
                    <a:pt x="10664" y="9717"/>
                    <a:pt x="10953" y="9328"/>
                    <a:pt x="11217" y="9001"/>
                  </a:cubicBezTo>
                  <a:cubicBezTo>
                    <a:pt x="11343" y="8850"/>
                    <a:pt x="11469" y="8699"/>
                    <a:pt x="11582" y="8586"/>
                  </a:cubicBezTo>
                  <a:cubicBezTo>
                    <a:pt x="11682" y="8460"/>
                    <a:pt x="11783" y="8347"/>
                    <a:pt x="11858" y="8271"/>
                  </a:cubicBezTo>
                  <a:lnTo>
                    <a:pt x="12122" y="8020"/>
                  </a:lnTo>
                  <a:close/>
                  <a:moveTo>
                    <a:pt x="10978" y="12459"/>
                  </a:moveTo>
                  <a:lnTo>
                    <a:pt x="10852" y="12635"/>
                  </a:lnTo>
                  <a:cubicBezTo>
                    <a:pt x="10777" y="12748"/>
                    <a:pt x="10664" y="12911"/>
                    <a:pt x="10525" y="13100"/>
                  </a:cubicBezTo>
                  <a:cubicBezTo>
                    <a:pt x="10375" y="13276"/>
                    <a:pt x="10211" y="13502"/>
                    <a:pt x="10035" y="13729"/>
                  </a:cubicBezTo>
                  <a:cubicBezTo>
                    <a:pt x="9859" y="13955"/>
                    <a:pt x="9658" y="14181"/>
                    <a:pt x="9457" y="14420"/>
                  </a:cubicBezTo>
                  <a:cubicBezTo>
                    <a:pt x="9268" y="14647"/>
                    <a:pt x="9054" y="14860"/>
                    <a:pt x="8866" y="15074"/>
                  </a:cubicBezTo>
                  <a:cubicBezTo>
                    <a:pt x="8677" y="15275"/>
                    <a:pt x="8501" y="15464"/>
                    <a:pt x="8337" y="15615"/>
                  </a:cubicBezTo>
                  <a:cubicBezTo>
                    <a:pt x="8187" y="15778"/>
                    <a:pt x="8048" y="15892"/>
                    <a:pt x="7960" y="15980"/>
                  </a:cubicBezTo>
                  <a:lnTo>
                    <a:pt x="7809" y="16118"/>
                  </a:lnTo>
                  <a:lnTo>
                    <a:pt x="7948" y="15967"/>
                  </a:lnTo>
                  <a:lnTo>
                    <a:pt x="8300" y="15539"/>
                  </a:lnTo>
                  <a:lnTo>
                    <a:pt x="8815" y="14961"/>
                  </a:lnTo>
                  <a:cubicBezTo>
                    <a:pt x="9004" y="14747"/>
                    <a:pt x="9193" y="14521"/>
                    <a:pt x="9394" y="14295"/>
                  </a:cubicBezTo>
                  <a:cubicBezTo>
                    <a:pt x="9582" y="14056"/>
                    <a:pt x="9784" y="13842"/>
                    <a:pt x="9972" y="13628"/>
                  </a:cubicBezTo>
                  <a:lnTo>
                    <a:pt x="10475" y="13037"/>
                  </a:lnTo>
                  <a:lnTo>
                    <a:pt x="10840" y="12622"/>
                  </a:lnTo>
                  <a:lnTo>
                    <a:pt x="10978" y="12459"/>
                  </a:lnTo>
                  <a:close/>
                  <a:moveTo>
                    <a:pt x="9092" y="16344"/>
                  </a:moveTo>
                  <a:lnTo>
                    <a:pt x="8928" y="16558"/>
                  </a:lnTo>
                  <a:cubicBezTo>
                    <a:pt x="8815" y="16684"/>
                    <a:pt x="8652" y="16872"/>
                    <a:pt x="8463" y="17086"/>
                  </a:cubicBezTo>
                  <a:cubicBezTo>
                    <a:pt x="8275" y="17300"/>
                    <a:pt x="8036" y="17539"/>
                    <a:pt x="7784" y="17778"/>
                  </a:cubicBezTo>
                  <a:cubicBezTo>
                    <a:pt x="7533" y="18029"/>
                    <a:pt x="7256" y="18281"/>
                    <a:pt x="6979" y="18520"/>
                  </a:cubicBezTo>
                  <a:cubicBezTo>
                    <a:pt x="6703" y="18759"/>
                    <a:pt x="6426" y="18972"/>
                    <a:pt x="6162" y="19174"/>
                  </a:cubicBezTo>
                  <a:cubicBezTo>
                    <a:pt x="5885" y="19375"/>
                    <a:pt x="5646" y="19538"/>
                    <a:pt x="5433" y="19677"/>
                  </a:cubicBezTo>
                  <a:cubicBezTo>
                    <a:pt x="5219" y="19815"/>
                    <a:pt x="5030" y="19915"/>
                    <a:pt x="4905" y="19991"/>
                  </a:cubicBezTo>
                  <a:lnTo>
                    <a:pt x="4703" y="20092"/>
                  </a:lnTo>
                  <a:lnTo>
                    <a:pt x="4703" y="20092"/>
                  </a:lnTo>
                  <a:lnTo>
                    <a:pt x="4892" y="19915"/>
                  </a:lnTo>
                  <a:cubicBezTo>
                    <a:pt x="5018" y="19815"/>
                    <a:pt x="5194" y="19677"/>
                    <a:pt x="5395" y="19488"/>
                  </a:cubicBezTo>
                  <a:cubicBezTo>
                    <a:pt x="5596" y="19312"/>
                    <a:pt x="5835" y="19111"/>
                    <a:pt x="6099" y="18897"/>
                  </a:cubicBezTo>
                  <a:cubicBezTo>
                    <a:pt x="6351" y="18671"/>
                    <a:pt x="6640" y="18444"/>
                    <a:pt x="6904" y="18205"/>
                  </a:cubicBezTo>
                  <a:cubicBezTo>
                    <a:pt x="7181" y="17979"/>
                    <a:pt x="7445" y="17753"/>
                    <a:pt x="7696" y="17526"/>
                  </a:cubicBezTo>
                  <a:cubicBezTo>
                    <a:pt x="7960" y="17300"/>
                    <a:pt x="8199" y="17099"/>
                    <a:pt x="8400" y="16923"/>
                  </a:cubicBezTo>
                  <a:cubicBezTo>
                    <a:pt x="8601" y="16734"/>
                    <a:pt x="8778" y="16608"/>
                    <a:pt x="8903" y="16495"/>
                  </a:cubicBezTo>
                  <a:lnTo>
                    <a:pt x="9092" y="16344"/>
                  </a:lnTo>
                  <a:close/>
                  <a:moveTo>
                    <a:pt x="4276" y="13704"/>
                  </a:moveTo>
                  <a:lnTo>
                    <a:pt x="4276" y="13968"/>
                  </a:lnTo>
                  <a:cubicBezTo>
                    <a:pt x="4276" y="14207"/>
                    <a:pt x="4263" y="14445"/>
                    <a:pt x="4238" y="14684"/>
                  </a:cubicBezTo>
                  <a:cubicBezTo>
                    <a:pt x="4200" y="14986"/>
                    <a:pt x="4150" y="15338"/>
                    <a:pt x="4062" y="15728"/>
                  </a:cubicBezTo>
                  <a:cubicBezTo>
                    <a:pt x="3987" y="16118"/>
                    <a:pt x="3873" y="16533"/>
                    <a:pt x="3760" y="16948"/>
                  </a:cubicBezTo>
                  <a:cubicBezTo>
                    <a:pt x="3647" y="17363"/>
                    <a:pt x="3521" y="17778"/>
                    <a:pt x="3396" y="18168"/>
                  </a:cubicBezTo>
                  <a:cubicBezTo>
                    <a:pt x="3282" y="18545"/>
                    <a:pt x="3169" y="18909"/>
                    <a:pt x="3081" y="19224"/>
                  </a:cubicBezTo>
                  <a:cubicBezTo>
                    <a:pt x="3006" y="19526"/>
                    <a:pt x="2918" y="19790"/>
                    <a:pt x="2867" y="19966"/>
                  </a:cubicBezTo>
                  <a:lnTo>
                    <a:pt x="2792" y="20255"/>
                  </a:lnTo>
                  <a:lnTo>
                    <a:pt x="2855" y="19966"/>
                  </a:lnTo>
                  <a:cubicBezTo>
                    <a:pt x="2893" y="19790"/>
                    <a:pt x="2943" y="19538"/>
                    <a:pt x="3006" y="19224"/>
                  </a:cubicBezTo>
                  <a:cubicBezTo>
                    <a:pt x="3081" y="18909"/>
                    <a:pt x="3182" y="18545"/>
                    <a:pt x="3295" y="18168"/>
                  </a:cubicBezTo>
                  <a:cubicBezTo>
                    <a:pt x="3396" y="17778"/>
                    <a:pt x="3521" y="17363"/>
                    <a:pt x="3634" y="16948"/>
                  </a:cubicBezTo>
                  <a:cubicBezTo>
                    <a:pt x="3748" y="16533"/>
                    <a:pt x="3861" y="16130"/>
                    <a:pt x="3949" y="15741"/>
                  </a:cubicBezTo>
                  <a:cubicBezTo>
                    <a:pt x="4037" y="15363"/>
                    <a:pt x="4112" y="14999"/>
                    <a:pt x="4163" y="14697"/>
                  </a:cubicBezTo>
                  <a:cubicBezTo>
                    <a:pt x="4213" y="14395"/>
                    <a:pt x="4238" y="14144"/>
                    <a:pt x="4251" y="13980"/>
                  </a:cubicBezTo>
                  <a:cubicBezTo>
                    <a:pt x="4276" y="13804"/>
                    <a:pt x="4276" y="13704"/>
                    <a:pt x="4276" y="13704"/>
                  </a:cubicBezTo>
                  <a:close/>
                  <a:moveTo>
                    <a:pt x="6376" y="19827"/>
                  </a:moveTo>
                  <a:lnTo>
                    <a:pt x="6212" y="20054"/>
                  </a:lnTo>
                  <a:cubicBezTo>
                    <a:pt x="6112" y="20192"/>
                    <a:pt x="5961" y="20393"/>
                    <a:pt x="5772" y="20620"/>
                  </a:cubicBezTo>
                  <a:cubicBezTo>
                    <a:pt x="5584" y="20846"/>
                    <a:pt x="5357" y="21097"/>
                    <a:pt x="5093" y="21349"/>
                  </a:cubicBezTo>
                  <a:cubicBezTo>
                    <a:pt x="4842" y="21600"/>
                    <a:pt x="4565" y="21852"/>
                    <a:pt x="4288" y="22091"/>
                  </a:cubicBezTo>
                  <a:cubicBezTo>
                    <a:pt x="4012" y="22342"/>
                    <a:pt x="3722" y="22544"/>
                    <a:pt x="3446" y="22720"/>
                  </a:cubicBezTo>
                  <a:cubicBezTo>
                    <a:pt x="3182" y="22908"/>
                    <a:pt x="2918" y="23059"/>
                    <a:pt x="2704" y="23185"/>
                  </a:cubicBezTo>
                  <a:cubicBezTo>
                    <a:pt x="2490" y="23298"/>
                    <a:pt x="2302" y="23386"/>
                    <a:pt x="2176" y="23436"/>
                  </a:cubicBezTo>
                  <a:lnTo>
                    <a:pt x="1975" y="23524"/>
                  </a:lnTo>
                  <a:lnTo>
                    <a:pt x="2176" y="23411"/>
                  </a:lnTo>
                  <a:cubicBezTo>
                    <a:pt x="2302" y="23336"/>
                    <a:pt x="2478" y="23223"/>
                    <a:pt x="2704" y="23084"/>
                  </a:cubicBezTo>
                  <a:cubicBezTo>
                    <a:pt x="2918" y="22946"/>
                    <a:pt x="3157" y="22770"/>
                    <a:pt x="3421" y="22581"/>
                  </a:cubicBezTo>
                  <a:cubicBezTo>
                    <a:pt x="3685" y="22393"/>
                    <a:pt x="3974" y="22179"/>
                    <a:pt x="4251" y="21940"/>
                  </a:cubicBezTo>
                  <a:cubicBezTo>
                    <a:pt x="4527" y="21701"/>
                    <a:pt x="4804" y="21462"/>
                    <a:pt x="5055" y="21223"/>
                  </a:cubicBezTo>
                  <a:cubicBezTo>
                    <a:pt x="5307" y="20984"/>
                    <a:pt x="5533" y="20758"/>
                    <a:pt x="5734" y="20544"/>
                  </a:cubicBezTo>
                  <a:cubicBezTo>
                    <a:pt x="5923" y="20330"/>
                    <a:pt x="6087" y="20154"/>
                    <a:pt x="6200" y="20029"/>
                  </a:cubicBezTo>
                  <a:lnTo>
                    <a:pt x="6376" y="19827"/>
                  </a:lnTo>
                  <a:close/>
                  <a:moveTo>
                    <a:pt x="1195" y="21186"/>
                  </a:moveTo>
                  <a:lnTo>
                    <a:pt x="1182" y="21311"/>
                  </a:lnTo>
                  <a:lnTo>
                    <a:pt x="1119" y="21626"/>
                  </a:lnTo>
                  <a:cubicBezTo>
                    <a:pt x="1082" y="21751"/>
                    <a:pt x="1057" y="21890"/>
                    <a:pt x="1019" y="22053"/>
                  </a:cubicBezTo>
                  <a:cubicBezTo>
                    <a:pt x="981" y="22204"/>
                    <a:pt x="956" y="22380"/>
                    <a:pt x="918" y="22544"/>
                  </a:cubicBezTo>
                  <a:cubicBezTo>
                    <a:pt x="893" y="22707"/>
                    <a:pt x="855" y="22883"/>
                    <a:pt x="818" y="23034"/>
                  </a:cubicBezTo>
                  <a:lnTo>
                    <a:pt x="730" y="23462"/>
                  </a:lnTo>
                  <a:lnTo>
                    <a:pt x="667" y="23776"/>
                  </a:lnTo>
                  <a:lnTo>
                    <a:pt x="642" y="23902"/>
                  </a:lnTo>
                  <a:lnTo>
                    <a:pt x="642" y="23776"/>
                  </a:lnTo>
                  <a:cubicBezTo>
                    <a:pt x="642" y="23700"/>
                    <a:pt x="642" y="23600"/>
                    <a:pt x="654" y="23487"/>
                  </a:cubicBezTo>
                  <a:cubicBezTo>
                    <a:pt x="654" y="23361"/>
                    <a:pt x="667" y="23210"/>
                    <a:pt x="692" y="23059"/>
                  </a:cubicBezTo>
                  <a:cubicBezTo>
                    <a:pt x="717" y="22896"/>
                    <a:pt x="742" y="22732"/>
                    <a:pt x="780" y="22556"/>
                  </a:cubicBezTo>
                  <a:cubicBezTo>
                    <a:pt x="805" y="22393"/>
                    <a:pt x="855" y="22217"/>
                    <a:pt x="893" y="22053"/>
                  </a:cubicBezTo>
                  <a:cubicBezTo>
                    <a:pt x="943" y="21902"/>
                    <a:pt x="994" y="21739"/>
                    <a:pt x="1031" y="21613"/>
                  </a:cubicBezTo>
                  <a:cubicBezTo>
                    <a:pt x="1082" y="21487"/>
                    <a:pt x="1119" y="21387"/>
                    <a:pt x="1145" y="21299"/>
                  </a:cubicBezTo>
                  <a:lnTo>
                    <a:pt x="1195" y="21186"/>
                  </a:lnTo>
                  <a:close/>
                  <a:moveTo>
                    <a:pt x="14245" y="1"/>
                  </a:moveTo>
                  <a:cubicBezTo>
                    <a:pt x="13727" y="1"/>
                    <a:pt x="12999" y="764"/>
                    <a:pt x="11884" y="1217"/>
                  </a:cubicBezTo>
                  <a:cubicBezTo>
                    <a:pt x="10576" y="1745"/>
                    <a:pt x="9104" y="5203"/>
                    <a:pt x="9104" y="5203"/>
                  </a:cubicBezTo>
                  <a:cubicBezTo>
                    <a:pt x="9104" y="5203"/>
                    <a:pt x="9369" y="3606"/>
                    <a:pt x="9947" y="2437"/>
                  </a:cubicBezTo>
                  <a:lnTo>
                    <a:pt x="9947" y="2437"/>
                  </a:lnTo>
                  <a:cubicBezTo>
                    <a:pt x="9947" y="2437"/>
                    <a:pt x="9117" y="2789"/>
                    <a:pt x="8237" y="3895"/>
                  </a:cubicBezTo>
                  <a:cubicBezTo>
                    <a:pt x="7357" y="4989"/>
                    <a:pt x="6388" y="6322"/>
                    <a:pt x="7331" y="8246"/>
                  </a:cubicBezTo>
                  <a:cubicBezTo>
                    <a:pt x="6690" y="7819"/>
                    <a:pt x="6363" y="7077"/>
                    <a:pt x="6489" y="6322"/>
                  </a:cubicBezTo>
                  <a:lnTo>
                    <a:pt x="6489" y="6322"/>
                  </a:lnTo>
                  <a:cubicBezTo>
                    <a:pt x="6489" y="6322"/>
                    <a:pt x="5910" y="7165"/>
                    <a:pt x="5257" y="8862"/>
                  </a:cubicBezTo>
                  <a:cubicBezTo>
                    <a:pt x="4615" y="10572"/>
                    <a:pt x="5797" y="11050"/>
                    <a:pt x="5445" y="13616"/>
                  </a:cubicBezTo>
                  <a:cubicBezTo>
                    <a:pt x="5445" y="13616"/>
                    <a:pt x="5156" y="11993"/>
                    <a:pt x="4666" y="11251"/>
                  </a:cubicBezTo>
                  <a:cubicBezTo>
                    <a:pt x="4188" y="12232"/>
                    <a:pt x="3848" y="13276"/>
                    <a:pt x="3660" y="14357"/>
                  </a:cubicBezTo>
                  <a:cubicBezTo>
                    <a:pt x="3396" y="15980"/>
                    <a:pt x="3081" y="18595"/>
                    <a:pt x="2125" y="20418"/>
                  </a:cubicBezTo>
                  <a:cubicBezTo>
                    <a:pt x="2125" y="20418"/>
                    <a:pt x="2704" y="18847"/>
                    <a:pt x="2603" y="17212"/>
                  </a:cubicBezTo>
                  <a:lnTo>
                    <a:pt x="2603" y="17212"/>
                  </a:lnTo>
                  <a:cubicBezTo>
                    <a:pt x="2603" y="17212"/>
                    <a:pt x="2226" y="18683"/>
                    <a:pt x="1622" y="19438"/>
                  </a:cubicBezTo>
                  <a:cubicBezTo>
                    <a:pt x="1019" y="20192"/>
                    <a:pt x="755" y="20645"/>
                    <a:pt x="415" y="22217"/>
                  </a:cubicBezTo>
                  <a:cubicBezTo>
                    <a:pt x="227" y="23047"/>
                    <a:pt x="76" y="24480"/>
                    <a:pt x="0" y="25147"/>
                  </a:cubicBezTo>
                  <a:cubicBezTo>
                    <a:pt x="302" y="24769"/>
                    <a:pt x="604" y="24392"/>
                    <a:pt x="893" y="24015"/>
                  </a:cubicBezTo>
                  <a:cubicBezTo>
                    <a:pt x="1648" y="23009"/>
                    <a:pt x="2377" y="21978"/>
                    <a:pt x="3056" y="20896"/>
                  </a:cubicBezTo>
                  <a:lnTo>
                    <a:pt x="3308" y="20494"/>
                  </a:lnTo>
                  <a:lnTo>
                    <a:pt x="3559" y="20079"/>
                  </a:lnTo>
                  <a:lnTo>
                    <a:pt x="4049" y="19262"/>
                  </a:lnTo>
                  <a:lnTo>
                    <a:pt x="4502" y="18419"/>
                  </a:lnTo>
                  <a:cubicBezTo>
                    <a:pt x="4666" y="18142"/>
                    <a:pt x="4816" y="17866"/>
                    <a:pt x="4955" y="17577"/>
                  </a:cubicBezTo>
                  <a:cubicBezTo>
                    <a:pt x="5558" y="16432"/>
                    <a:pt x="6112" y="15263"/>
                    <a:pt x="6627" y="14093"/>
                  </a:cubicBezTo>
                  <a:cubicBezTo>
                    <a:pt x="7155" y="12924"/>
                    <a:pt x="7608" y="11717"/>
                    <a:pt x="8061" y="10522"/>
                  </a:cubicBezTo>
                  <a:cubicBezTo>
                    <a:pt x="8513" y="9315"/>
                    <a:pt x="8941" y="8095"/>
                    <a:pt x="9457" y="6863"/>
                  </a:cubicBezTo>
                  <a:cubicBezTo>
                    <a:pt x="9721" y="6247"/>
                    <a:pt x="10022" y="5643"/>
                    <a:pt x="10362" y="5052"/>
                  </a:cubicBezTo>
                  <a:cubicBezTo>
                    <a:pt x="10689" y="4486"/>
                    <a:pt x="11079" y="3946"/>
                    <a:pt x="11519" y="3455"/>
                  </a:cubicBezTo>
                  <a:cubicBezTo>
                    <a:pt x="11561" y="3406"/>
                    <a:pt x="11607" y="3380"/>
                    <a:pt x="11646" y="3380"/>
                  </a:cubicBezTo>
                  <a:cubicBezTo>
                    <a:pt x="11677" y="3380"/>
                    <a:pt x="11703" y="3397"/>
                    <a:pt x="11720" y="3430"/>
                  </a:cubicBezTo>
                  <a:cubicBezTo>
                    <a:pt x="11745" y="3505"/>
                    <a:pt x="11733" y="3593"/>
                    <a:pt x="11682" y="3669"/>
                  </a:cubicBezTo>
                  <a:cubicBezTo>
                    <a:pt x="10991" y="4725"/>
                    <a:pt x="10412" y="5832"/>
                    <a:pt x="9922" y="6989"/>
                  </a:cubicBezTo>
                  <a:cubicBezTo>
                    <a:pt x="9444" y="8171"/>
                    <a:pt x="9029" y="9378"/>
                    <a:pt x="8576" y="10598"/>
                  </a:cubicBezTo>
                  <a:cubicBezTo>
                    <a:pt x="8136" y="11817"/>
                    <a:pt x="7671" y="13037"/>
                    <a:pt x="7143" y="14257"/>
                  </a:cubicBezTo>
                  <a:cubicBezTo>
                    <a:pt x="7017" y="14559"/>
                    <a:pt x="6879" y="14860"/>
                    <a:pt x="6753" y="15162"/>
                  </a:cubicBezTo>
                  <a:lnTo>
                    <a:pt x="6552" y="15615"/>
                  </a:lnTo>
                  <a:lnTo>
                    <a:pt x="6338" y="16055"/>
                  </a:lnTo>
                  <a:cubicBezTo>
                    <a:pt x="6187" y="16357"/>
                    <a:pt x="6061" y="16659"/>
                    <a:pt x="5910" y="16948"/>
                  </a:cubicBezTo>
                  <a:lnTo>
                    <a:pt x="5458" y="17841"/>
                  </a:lnTo>
                  <a:cubicBezTo>
                    <a:pt x="5307" y="18130"/>
                    <a:pt x="5156" y="18419"/>
                    <a:pt x="4993" y="18708"/>
                  </a:cubicBezTo>
                  <a:lnTo>
                    <a:pt x="4502" y="19589"/>
                  </a:lnTo>
                  <a:lnTo>
                    <a:pt x="4012" y="20444"/>
                  </a:lnTo>
                  <a:lnTo>
                    <a:pt x="3748" y="20871"/>
                  </a:lnTo>
                  <a:lnTo>
                    <a:pt x="3496" y="21286"/>
                  </a:lnTo>
                  <a:cubicBezTo>
                    <a:pt x="3308" y="21563"/>
                    <a:pt x="3131" y="21839"/>
                    <a:pt x="2955" y="22116"/>
                  </a:cubicBezTo>
                  <a:lnTo>
                    <a:pt x="2390" y="22921"/>
                  </a:lnTo>
                  <a:cubicBezTo>
                    <a:pt x="2213" y="23185"/>
                    <a:pt x="2012" y="23449"/>
                    <a:pt x="1824" y="23700"/>
                  </a:cubicBezTo>
                  <a:cubicBezTo>
                    <a:pt x="1635" y="23965"/>
                    <a:pt x="1472" y="24191"/>
                    <a:pt x="1283" y="24430"/>
                  </a:cubicBezTo>
                  <a:cubicBezTo>
                    <a:pt x="3634" y="22657"/>
                    <a:pt x="4515" y="23047"/>
                    <a:pt x="6740" y="20368"/>
                  </a:cubicBezTo>
                  <a:cubicBezTo>
                    <a:pt x="9343" y="17237"/>
                    <a:pt x="10224" y="15037"/>
                    <a:pt x="10224" y="15036"/>
                  </a:cubicBezTo>
                  <a:lnTo>
                    <a:pt x="10224" y="15036"/>
                  </a:lnTo>
                  <a:lnTo>
                    <a:pt x="7231" y="17526"/>
                  </a:lnTo>
                  <a:cubicBezTo>
                    <a:pt x="7231" y="17526"/>
                    <a:pt x="10375" y="14295"/>
                    <a:pt x="11167" y="13075"/>
                  </a:cubicBezTo>
                  <a:cubicBezTo>
                    <a:pt x="11972" y="11842"/>
                    <a:pt x="12148" y="9051"/>
                    <a:pt x="12600" y="8095"/>
                  </a:cubicBezTo>
                  <a:cubicBezTo>
                    <a:pt x="13066" y="7140"/>
                    <a:pt x="13770" y="5895"/>
                    <a:pt x="13770" y="5895"/>
                  </a:cubicBezTo>
                  <a:lnTo>
                    <a:pt x="13770" y="5895"/>
                  </a:lnTo>
                  <a:cubicBezTo>
                    <a:pt x="13769" y="5895"/>
                    <a:pt x="11494" y="7492"/>
                    <a:pt x="10362" y="9478"/>
                  </a:cubicBezTo>
                  <a:cubicBezTo>
                    <a:pt x="10362" y="9478"/>
                    <a:pt x="11682" y="6561"/>
                    <a:pt x="13782" y="4876"/>
                  </a:cubicBezTo>
                  <a:cubicBezTo>
                    <a:pt x="13833" y="3983"/>
                    <a:pt x="14046" y="3103"/>
                    <a:pt x="14424" y="2273"/>
                  </a:cubicBezTo>
                  <a:cubicBezTo>
                    <a:pt x="15040" y="965"/>
                    <a:pt x="15027" y="425"/>
                    <a:pt x="14499" y="72"/>
                  </a:cubicBezTo>
                  <a:lnTo>
                    <a:pt x="14449" y="47"/>
                  </a:lnTo>
                  <a:cubicBezTo>
                    <a:pt x="14385" y="15"/>
                    <a:pt x="14317" y="1"/>
                    <a:pt x="142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2" name="Google Shape;10142;p59"/>
            <p:cNvSpPr/>
            <p:nvPr/>
          </p:nvSpPr>
          <p:spPr>
            <a:xfrm>
              <a:off x="3301975" y="469025"/>
              <a:ext cx="483825" cy="755625"/>
            </a:xfrm>
            <a:custGeom>
              <a:avLst/>
              <a:gdLst/>
              <a:ahLst/>
              <a:cxnLst/>
              <a:rect l="l" t="t" r="r" b="b"/>
              <a:pathLst>
                <a:path w="19353" h="30225" extrusionOk="0">
                  <a:moveTo>
                    <a:pt x="18222" y="404"/>
                  </a:moveTo>
                  <a:cubicBezTo>
                    <a:pt x="18297" y="404"/>
                    <a:pt x="18368" y="420"/>
                    <a:pt x="18435" y="455"/>
                  </a:cubicBezTo>
                  <a:lnTo>
                    <a:pt x="18485" y="480"/>
                  </a:lnTo>
                  <a:cubicBezTo>
                    <a:pt x="19001" y="820"/>
                    <a:pt x="19026" y="1360"/>
                    <a:pt x="18410" y="2681"/>
                  </a:cubicBezTo>
                  <a:cubicBezTo>
                    <a:pt x="18045" y="3498"/>
                    <a:pt x="17819" y="4378"/>
                    <a:pt x="17768" y="5271"/>
                  </a:cubicBezTo>
                  <a:cubicBezTo>
                    <a:pt x="15668" y="6956"/>
                    <a:pt x="14348" y="9886"/>
                    <a:pt x="14348" y="9886"/>
                  </a:cubicBezTo>
                  <a:cubicBezTo>
                    <a:pt x="15480" y="7887"/>
                    <a:pt x="17755" y="6290"/>
                    <a:pt x="17756" y="6290"/>
                  </a:cubicBezTo>
                  <a:lnTo>
                    <a:pt x="17756" y="6290"/>
                  </a:lnTo>
                  <a:cubicBezTo>
                    <a:pt x="17756" y="6290"/>
                    <a:pt x="17052" y="7547"/>
                    <a:pt x="16599" y="8490"/>
                  </a:cubicBezTo>
                  <a:cubicBezTo>
                    <a:pt x="16134" y="9433"/>
                    <a:pt x="15958" y="12237"/>
                    <a:pt x="15165" y="13470"/>
                  </a:cubicBezTo>
                  <a:cubicBezTo>
                    <a:pt x="14361" y="14702"/>
                    <a:pt x="11217" y="17921"/>
                    <a:pt x="11217" y="17921"/>
                  </a:cubicBezTo>
                  <a:lnTo>
                    <a:pt x="14210" y="15431"/>
                  </a:lnTo>
                  <a:lnTo>
                    <a:pt x="14210" y="15431"/>
                  </a:lnTo>
                  <a:cubicBezTo>
                    <a:pt x="14210" y="15432"/>
                    <a:pt x="13329" y="17632"/>
                    <a:pt x="10739" y="20763"/>
                  </a:cubicBezTo>
                  <a:cubicBezTo>
                    <a:pt x="8513" y="23442"/>
                    <a:pt x="7620" y="23052"/>
                    <a:pt x="5269" y="24825"/>
                  </a:cubicBezTo>
                  <a:cubicBezTo>
                    <a:pt x="5458" y="24586"/>
                    <a:pt x="5634" y="24347"/>
                    <a:pt x="5810" y="24108"/>
                  </a:cubicBezTo>
                  <a:cubicBezTo>
                    <a:pt x="5986" y="23857"/>
                    <a:pt x="6199" y="23580"/>
                    <a:pt x="6376" y="23316"/>
                  </a:cubicBezTo>
                  <a:lnTo>
                    <a:pt x="6941" y="22511"/>
                  </a:lnTo>
                  <a:cubicBezTo>
                    <a:pt x="7117" y="22234"/>
                    <a:pt x="7294" y="21958"/>
                    <a:pt x="7470" y="21681"/>
                  </a:cubicBezTo>
                  <a:lnTo>
                    <a:pt x="7734" y="21266"/>
                  </a:lnTo>
                  <a:lnTo>
                    <a:pt x="7985" y="20839"/>
                  </a:lnTo>
                  <a:lnTo>
                    <a:pt x="8501" y="19996"/>
                  </a:lnTo>
                  <a:lnTo>
                    <a:pt x="8979" y="19116"/>
                  </a:lnTo>
                  <a:cubicBezTo>
                    <a:pt x="9142" y="18827"/>
                    <a:pt x="9293" y="18537"/>
                    <a:pt x="9456" y="18248"/>
                  </a:cubicBezTo>
                  <a:lnTo>
                    <a:pt x="9896" y="17355"/>
                  </a:lnTo>
                  <a:cubicBezTo>
                    <a:pt x="10047" y="17066"/>
                    <a:pt x="10186" y="16764"/>
                    <a:pt x="10324" y="16463"/>
                  </a:cubicBezTo>
                  <a:lnTo>
                    <a:pt x="10538" y="16022"/>
                  </a:lnTo>
                  <a:lnTo>
                    <a:pt x="10739" y="15570"/>
                  </a:lnTo>
                  <a:cubicBezTo>
                    <a:pt x="10877" y="15268"/>
                    <a:pt x="11016" y="14966"/>
                    <a:pt x="11141" y="14664"/>
                  </a:cubicBezTo>
                  <a:cubicBezTo>
                    <a:pt x="11657" y="13445"/>
                    <a:pt x="12122" y="12225"/>
                    <a:pt x="12575" y="11005"/>
                  </a:cubicBezTo>
                  <a:cubicBezTo>
                    <a:pt x="13015" y="9785"/>
                    <a:pt x="13430" y="8578"/>
                    <a:pt x="13920" y="7396"/>
                  </a:cubicBezTo>
                  <a:cubicBezTo>
                    <a:pt x="14398" y="6239"/>
                    <a:pt x="14989" y="5120"/>
                    <a:pt x="15668" y="4076"/>
                  </a:cubicBezTo>
                  <a:cubicBezTo>
                    <a:pt x="15719" y="4001"/>
                    <a:pt x="15744" y="3913"/>
                    <a:pt x="15706" y="3838"/>
                  </a:cubicBezTo>
                  <a:cubicBezTo>
                    <a:pt x="15689" y="3804"/>
                    <a:pt x="15665" y="3788"/>
                    <a:pt x="15637" y="3788"/>
                  </a:cubicBezTo>
                  <a:cubicBezTo>
                    <a:pt x="15602" y="3788"/>
                    <a:pt x="15559" y="3814"/>
                    <a:pt x="15517" y="3863"/>
                  </a:cubicBezTo>
                  <a:cubicBezTo>
                    <a:pt x="15065" y="4353"/>
                    <a:pt x="14675" y="4881"/>
                    <a:pt x="14348" y="5460"/>
                  </a:cubicBezTo>
                  <a:cubicBezTo>
                    <a:pt x="14008" y="6038"/>
                    <a:pt x="13707" y="6642"/>
                    <a:pt x="13455" y="7270"/>
                  </a:cubicBezTo>
                  <a:cubicBezTo>
                    <a:pt x="12927" y="8490"/>
                    <a:pt x="12512" y="9710"/>
                    <a:pt x="12047" y="10917"/>
                  </a:cubicBezTo>
                  <a:cubicBezTo>
                    <a:pt x="11594" y="12124"/>
                    <a:pt x="11129" y="13319"/>
                    <a:pt x="10613" y="14488"/>
                  </a:cubicBezTo>
                  <a:cubicBezTo>
                    <a:pt x="10098" y="15670"/>
                    <a:pt x="9544" y="16827"/>
                    <a:pt x="8953" y="17972"/>
                  </a:cubicBezTo>
                  <a:cubicBezTo>
                    <a:pt x="8802" y="18261"/>
                    <a:pt x="8652" y="18537"/>
                    <a:pt x="8501" y="18827"/>
                  </a:cubicBezTo>
                  <a:lnTo>
                    <a:pt x="8035" y="19657"/>
                  </a:lnTo>
                  <a:lnTo>
                    <a:pt x="7545" y="20487"/>
                  </a:lnTo>
                  <a:lnTo>
                    <a:pt x="7294" y="20889"/>
                  </a:lnTo>
                  <a:lnTo>
                    <a:pt x="7042" y="21291"/>
                  </a:lnTo>
                  <a:cubicBezTo>
                    <a:pt x="6363" y="22373"/>
                    <a:pt x="5634" y="23404"/>
                    <a:pt x="4879" y="24410"/>
                  </a:cubicBezTo>
                  <a:cubicBezTo>
                    <a:pt x="4590" y="24800"/>
                    <a:pt x="4288" y="25177"/>
                    <a:pt x="3986" y="25542"/>
                  </a:cubicBezTo>
                  <a:cubicBezTo>
                    <a:pt x="4062" y="24875"/>
                    <a:pt x="4213" y="23442"/>
                    <a:pt x="4401" y="22612"/>
                  </a:cubicBezTo>
                  <a:cubicBezTo>
                    <a:pt x="4741" y="21040"/>
                    <a:pt x="5005" y="20600"/>
                    <a:pt x="5608" y="19845"/>
                  </a:cubicBezTo>
                  <a:cubicBezTo>
                    <a:pt x="6212" y="19091"/>
                    <a:pt x="6589" y="17607"/>
                    <a:pt x="6589" y="17607"/>
                  </a:cubicBezTo>
                  <a:lnTo>
                    <a:pt x="6589" y="17607"/>
                  </a:lnTo>
                  <a:cubicBezTo>
                    <a:pt x="6702" y="19242"/>
                    <a:pt x="6111" y="20813"/>
                    <a:pt x="6111" y="20813"/>
                  </a:cubicBezTo>
                  <a:cubicBezTo>
                    <a:pt x="7067" y="19003"/>
                    <a:pt x="7382" y="16375"/>
                    <a:pt x="7646" y="14752"/>
                  </a:cubicBezTo>
                  <a:cubicBezTo>
                    <a:pt x="7847" y="13684"/>
                    <a:pt x="8174" y="12640"/>
                    <a:pt x="8652" y="11646"/>
                  </a:cubicBezTo>
                  <a:cubicBezTo>
                    <a:pt x="9142" y="12388"/>
                    <a:pt x="9431" y="14011"/>
                    <a:pt x="9431" y="14011"/>
                  </a:cubicBezTo>
                  <a:cubicBezTo>
                    <a:pt x="9783" y="11445"/>
                    <a:pt x="8601" y="10967"/>
                    <a:pt x="9243" y="9270"/>
                  </a:cubicBezTo>
                  <a:cubicBezTo>
                    <a:pt x="9896" y="7560"/>
                    <a:pt x="10475" y="6717"/>
                    <a:pt x="10475" y="6717"/>
                  </a:cubicBezTo>
                  <a:lnTo>
                    <a:pt x="10475" y="6717"/>
                  </a:lnTo>
                  <a:cubicBezTo>
                    <a:pt x="10349" y="7472"/>
                    <a:pt x="10676" y="8214"/>
                    <a:pt x="11317" y="8641"/>
                  </a:cubicBezTo>
                  <a:cubicBezTo>
                    <a:pt x="10374" y="6717"/>
                    <a:pt x="11343" y="5384"/>
                    <a:pt x="12223" y="4290"/>
                  </a:cubicBezTo>
                  <a:cubicBezTo>
                    <a:pt x="13116" y="3196"/>
                    <a:pt x="13933" y="2844"/>
                    <a:pt x="13933" y="2844"/>
                  </a:cubicBezTo>
                  <a:lnTo>
                    <a:pt x="13933" y="2844"/>
                  </a:lnTo>
                  <a:cubicBezTo>
                    <a:pt x="13342" y="4014"/>
                    <a:pt x="13090" y="5611"/>
                    <a:pt x="13090" y="5611"/>
                  </a:cubicBezTo>
                  <a:cubicBezTo>
                    <a:pt x="13090" y="5611"/>
                    <a:pt x="14562" y="2153"/>
                    <a:pt x="15870" y="1612"/>
                  </a:cubicBezTo>
                  <a:cubicBezTo>
                    <a:pt x="16979" y="1161"/>
                    <a:pt x="17705" y="404"/>
                    <a:pt x="18222" y="404"/>
                  </a:cubicBezTo>
                  <a:close/>
                  <a:moveTo>
                    <a:pt x="15593" y="3963"/>
                  </a:moveTo>
                  <a:lnTo>
                    <a:pt x="15593" y="3963"/>
                  </a:lnTo>
                  <a:cubicBezTo>
                    <a:pt x="14838" y="4982"/>
                    <a:pt x="14222" y="6088"/>
                    <a:pt x="13744" y="7270"/>
                  </a:cubicBezTo>
                  <a:cubicBezTo>
                    <a:pt x="13254" y="8440"/>
                    <a:pt x="12852" y="9622"/>
                    <a:pt x="12424" y="10829"/>
                  </a:cubicBezTo>
                  <a:cubicBezTo>
                    <a:pt x="11569" y="13231"/>
                    <a:pt x="10550" y="15570"/>
                    <a:pt x="9406" y="17846"/>
                  </a:cubicBezTo>
                  <a:cubicBezTo>
                    <a:pt x="9117" y="18424"/>
                    <a:pt x="8802" y="18990"/>
                    <a:pt x="8488" y="19543"/>
                  </a:cubicBezTo>
                  <a:cubicBezTo>
                    <a:pt x="8186" y="20109"/>
                    <a:pt x="7859" y="20663"/>
                    <a:pt x="7507" y="21191"/>
                  </a:cubicBezTo>
                  <a:cubicBezTo>
                    <a:pt x="6841" y="22272"/>
                    <a:pt x="6124" y="23328"/>
                    <a:pt x="5370" y="24322"/>
                  </a:cubicBezTo>
                  <a:cubicBezTo>
                    <a:pt x="3923" y="26258"/>
                    <a:pt x="2301" y="28069"/>
                    <a:pt x="528" y="29716"/>
                  </a:cubicBezTo>
                  <a:cubicBezTo>
                    <a:pt x="1371" y="28899"/>
                    <a:pt x="2201" y="28031"/>
                    <a:pt x="2993" y="27113"/>
                  </a:cubicBezTo>
                  <a:cubicBezTo>
                    <a:pt x="3785" y="26195"/>
                    <a:pt x="4565" y="25240"/>
                    <a:pt x="5307" y="24234"/>
                  </a:cubicBezTo>
                  <a:cubicBezTo>
                    <a:pt x="6049" y="23240"/>
                    <a:pt x="6753" y="22197"/>
                    <a:pt x="7419" y="21128"/>
                  </a:cubicBezTo>
                  <a:cubicBezTo>
                    <a:pt x="7759" y="20587"/>
                    <a:pt x="8073" y="20034"/>
                    <a:pt x="8388" y="19481"/>
                  </a:cubicBezTo>
                  <a:cubicBezTo>
                    <a:pt x="8714" y="18940"/>
                    <a:pt x="9004" y="18374"/>
                    <a:pt x="9293" y="17796"/>
                  </a:cubicBezTo>
                  <a:cubicBezTo>
                    <a:pt x="10437" y="15532"/>
                    <a:pt x="11456" y="13193"/>
                    <a:pt x="12323" y="10804"/>
                  </a:cubicBezTo>
                  <a:cubicBezTo>
                    <a:pt x="12764" y="9622"/>
                    <a:pt x="13179" y="8427"/>
                    <a:pt x="13682" y="7245"/>
                  </a:cubicBezTo>
                  <a:cubicBezTo>
                    <a:pt x="14172" y="6076"/>
                    <a:pt x="14813" y="4969"/>
                    <a:pt x="15593" y="3963"/>
                  </a:cubicBezTo>
                  <a:close/>
                  <a:moveTo>
                    <a:pt x="18343" y="1"/>
                  </a:moveTo>
                  <a:cubicBezTo>
                    <a:pt x="18000" y="1"/>
                    <a:pt x="17605" y="246"/>
                    <a:pt x="17165" y="530"/>
                  </a:cubicBezTo>
                  <a:cubicBezTo>
                    <a:pt x="16762" y="807"/>
                    <a:pt x="16335" y="1046"/>
                    <a:pt x="15895" y="1235"/>
                  </a:cubicBezTo>
                  <a:cubicBezTo>
                    <a:pt x="15253" y="1499"/>
                    <a:pt x="14599" y="2303"/>
                    <a:pt x="14071" y="3158"/>
                  </a:cubicBezTo>
                  <a:cubicBezTo>
                    <a:pt x="14096" y="3096"/>
                    <a:pt x="14134" y="3020"/>
                    <a:pt x="14159" y="2957"/>
                  </a:cubicBezTo>
                  <a:cubicBezTo>
                    <a:pt x="14235" y="2832"/>
                    <a:pt x="14247" y="2693"/>
                    <a:pt x="14210" y="2555"/>
                  </a:cubicBezTo>
                  <a:cubicBezTo>
                    <a:pt x="14197" y="2517"/>
                    <a:pt x="14159" y="2479"/>
                    <a:pt x="14122" y="2454"/>
                  </a:cubicBezTo>
                  <a:cubicBezTo>
                    <a:pt x="14096" y="2442"/>
                    <a:pt x="14068" y="2435"/>
                    <a:pt x="14038" y="2435"/>
                  </a:cubicBezTo>
                  <a:cubicBezTo>
                    <a:pt x="14008" y="2435"/>
                    <a:pt x="13977" y="2442"/>
                    <a:pt x="13946" y="2454"/>
                  </a:cubicBezTo>
                  <a:cubicBezTo>
                    <a:pt x="13908" y="2479"/>
                    <a:pt x="13028" y="2869"/>
                    <a:pt x="12059" y="4051"/>
                  </a:cubicBezTo>
                  <a:cubicBezTo>
                    <a:pt x="11607" y="4579"/>
                    <a:pt x="11229" y="5170"/>
                    <a:pt x="10940" y="5812"/>
                  </a:cubicBezTo>
                  <a:cubicBezTo>
                    <a:pt x="10940" y="5749"/>
                    <a:pt x="10940" y="5686"/>
                    <a:pt x="10953" y="5623"/>
                  </a:cubicBezTo>
                  <a:cubicBezTo>
                    <a:pt x="10953" y="5485"/>
                    <a:pt x="10978" y="5359"/>
                    <a:pt x="10990" y="5284"/>
                  </a:cubicBezTo>
                  <a:lnTo>
                    <a:pt x="10990" y="5145"/>
                  </a:lnTo>
                  <a:lnTo>
                    <a:pt x="10940" y="5271"/>
                  </a:lnTo>
                  <a:cubicBezTo>
                    <a:pt x="10902" y="5359"/>
                    <a:pt x="10852" y="5485"/>
                    <a:pt x="10789" y="5636"/>
                  </a:cubicBezTo>
                  <a:cubicBezTo>
                    <a:pt x="10739" y="5787"/>
                    <a:pt x="10701" y="5963"/>
                    <a:pt x="10664" y="6151"/>
                  </a:cubicBezTo>
                  <a:cubicBezTo>
                    <a:pt x="10651" y="6214"/>
                    <a:pt x="10651" y="6264"/>
                    <a:pt x="10638" y="6327"/>
                  </a:cubicBezTo>
                  <a:cubicBezTo>
                    <a:pt x="10628" y="6326"/>
                    <a:pt x="10618" y="6326"/>
                    <a:pt x="10608" y="6326"/>
                  </a:cubicBezTo>
                  <a:cubicBezTo>
                    <a:pt x="10480" y="6326"/>
                    <a:pt x="10357" y="6399"/>
                    <a:pt x="10299" y="6516"/>
                  </a:cubicBezTo>
                  <a:cubicBezTo>
                    <a:pt x="10274" y="6554"/>
                    <a:pt x="9670" y="7446"/>
                    <a:pt x="8991" y="9207"/>
                  </a:cubicBezTo>
                  <a:cubicBezTo>
                    <a:pt x="8991" y="9232"/>
                    <a:pt x="8991" y="9245"/>
                    <a:pt x="8979" y="9257"/>
                  </a:cubicBezTo>
                  <a:lnTo>
                    <a:pt x="8979" y="9207"/>
                  </a:lnTo>
                  <a:cubicBezTo>
                    <a:pt x="8966" y="9043"/>
                    <a:pt x="8966" y="8893"/>
                    <a:pt x="8966" y="8792"/>
                  </a:cubicBezTo>
                  <a:lnTo>
                    <a:pt x="8966" y="8641"/>
                  </a:lnTo>
                  <a:lnTo>
                    <a:pt x="8916" y="8817"/>
                  </a:lnTo>
                  <a:cubicBezTo>
                    <a:pt x="8891" y="8918"/>
                    <a:pt x="8853" y="9081"/>
                    <a:pt x="8815" y="9270"/>
                  </a:cubicBezTo>
                  <a:cubicBezTo>
                    <a:pt x="8777" y="9458"/>
                    <a:pt x="8765" y="9672"/>
                    <a:pt x="8740" y="9899"/>
                  </a:cubicBezTo>
                  <a:cubicBezTo>
                    <a:pt x="8727" y="10125"/>
                    <a:pt x="8740" y="10351"/>
                    <a:pt x="8740" y="10590"/>
                  </a:cubicBezTo>
                  <a:cubicBezTo>
                    <a:pt x="8740" y="10817"/>
                    <a:pt x="8802" y="11018"/>
                    <a:pt x="8840" y="11219"/>
                  </a:cubicBezTo>
                  <a:lnTo>
                    <a:pt x="8853" y="11269"/>
                  </a:lnTo>
                  <a:cubicBezTo>
                    <a:pt x="8828" y="11257"/>
                    <a:pt x="8799" y="11250"/>
                    <a:pt x="8771" y="11250"/>
                  </a:cubicBezTo>
                  <a:cubicBezTo>
                    <a:pt x="8743" y="11250"/>
                    <a:pt x="8714" y="11257"/>
                    <a:pt x="8689" y="11269"/>
                  </a:cubicBezTo>
                  <a:cubicBezTo>
                    <a:pt x="8576" y="11320"/>
                    <a:pt x="8488" y="11420"/>
                    <a:pt x="8425" y="11533"/>
                  </a:cubicBezTo>
                  <a:cubicBezTo>
                    <a:pt x="7935" y="12577"/>
                    <a:pt x="7570" y="13684"/>
                    <a:pt x="7369" y="14815"/>
                  </a:cubicBezTo>
                  <a:cubicBezTo>
                    <a:pt x="7331" y="15029"/>
                    <a:pt x="7294" y="15255"/>
                    <a:pt x="7256" y="15482"/>
                  </a:cubicBezTo>
                  <a:cubicBezTo>
                    <a:pt x="7231" y="15645"/>
                    <a:pt x="7205" y="15796"/>
                    <a:pt x="7180" y="15972"/>
                  </a:cubicBezTo>
                  <a:cubicBezTo>
                    <a:pt x="7180" y="15708"/>
                    <a:pt x="7193" y="15457"/>
                    <a:pt x="7205" y="15205"/>
                  </a:cubicBezTo>
                  <a:cubicBezTo>
                    <a:pt x="7218" y="14928"/>
                    <a:pt x="7243" y="14639"/>
                    <a:pt x="7294" y="14350"/>
                  </a:cubicBezTo>
                  <a:cubicBezTo>
                    <a:pt x="7331" y="14136"/>
                    <a:pt x="7369" y="13935"/>
                    <a:pt x="7444" y="13721"/>
                  </a:cubicBezTo>
                  <a:cubicBezTo>
                    <a:pt x="7457" y="13646"/>
                    <a:pt x="7482" y="13583"/>
                    <a:pt x="7495" y="13545"/>
                  </a:cubicBezTo>
                  <a:lnTo>
                    <a:pt x="7507" y="13482"/>
                  </a:lnTo>
                  <a:lnTo>
                    <a:pt x="7482" y="13545"/>
                  </a:lnTo>
                  <a:cubicBezTo>
                    <a:pt x="7457" y="13583"/>
                    <a:pt x="7419" y="13633"/>
                    <a:pt x="7382" y="13721"/>
                  </a:cubicBezTo>
                  <a:cubicBezTo>
                    <a:pt x="7281" y="13935"/>
                    <a:pt x="7205" y="14149"/>
                    <a:pt x="7130" y="14375"/>
                  </a:cubicBezTo>
                  <a:cubicBezTo>
                    <a:pt x="7055" y="14677"/>
                    <a:pt x="6992" y="14991"/>
                    <a:pt x="6941" y="15306"/>
                  </a:cubicBezTo>
                  <a:cubicBezTo>
                    <a:pt x="6904" y="15633"/>
                    <a:pt x="6891" y="15985"/>
                    <a:pt x="6879" y="16312"/>
                  </a:cubicBezTo>
                  <a:cubicBezTo>
                    <a:pt x="6853" y="16651"/>
                    <a:pt x="6879" y="16966"/>
                    <a:pt x="6853" y="17267"/>
                  </a:cubicBezTo>
                  <a:cubicBezTo>
                    <a:pt x="6841" y="17242"/>
                    <a:pt x="6816" y="17230"/>
                    <a:pt x="6803" y="17217"/>
                  </a:cubicBezTo>
                  <a:cubicBezTo>
                    <a:pt x="6778" y="17204"/>
                    <a:pt x="6750" y="17198"/>
                    <a:pt x="6721" y="17198"/>
                  </a:cubicBezTo>
                  <a:cubicBezTo>
                    <a:pt x="6693" y="17198"/>
                    <a:pt x="6665" y="17204"/>
                    <a:pt x="6640" y="17217"/>
                  </a:cubicBezTo>
                  <a:cubicBezTo>
                    <a:pt x="6476" y="17293"/>
                    <a:pt x="6350" y="17443"/>
                    <a:pt x="6313" y="17619"/>
                  </a:cubicBezTo>
                  <a:cubicBezTo>
                    <a:pt x="6212" y="17997"/>
                    <a:pt x="5873" y="19078"/>
                    <a:pt x="5458" y="19606"/>
                  </a:cubicBezTo>
                  <a:cubicBezTo>
                    <a:pt x="4753" y="20487"/>
                    <a:pt x="4464" y="21040"/>
                    <a:pt x="4112" y="22649"/>
                  </a:cubicBezTo>
                  <a:cubicBezTo>
                    <a:pt x="4049" y="22951"/>
                    <a:pt x="3986" y="23328"/>
                    <a:pt x="3936" y="23718"/>
                  </a:cubicBezTo>
                  <a:cubicBezTo>
                    <a:pt x="3911" y="23555"/>
                    <a:pt x="3873" y="23416"/>
                    <a:pt x="3848" y="23291"/>
                  </a:cubicBezTo>
                  <a:cubicBezTo>
                    <a:pt x="3798" y="23140"/>
                    <a:pt x="3760" y="23027"/>
                    <a:pt x="3722" y="22939"/>
                  </a:cubicBezTo>
                  <a:lnTo>
                    <a:pt x="3659" y="22813"/>
                  </a:lnTo>
                  <a:lnTo>
                    <a:pt x="3659" y="22989"/>
                  </a:lnTo>
                  <a:cubicBezTo>
                    <a:pt x="3672" y="23089"/>
                    <a:pt x="3672" y="23240"/>
                    <a:pt x="3672" y="23416"/>
                  </a:cubicBezTo>
                  <a:cubicBezTo>
                    <a:pt x="3685" y="23592"/>
                    <a:pt x="3697" y="23794"/>
                    <a:pt x="3685" y="24020"/>
                  </a:cubicBezTo>
                  <a:cubicBezTo>
                    <a:pt x="3685" y="24246"/>
                    <a:pt x="3685" y="24485"/>
                    <a:pt x="3672" y="24724"/>
                  </a:cubicBezTo>
                  <a:cubicBezTo>
                    <a:pt x="3659" y="24963"/>
                    <a:pt x="3647" y="25202"/>
                    <a:pt x="3622" y="25441"/>
                  </a:cubicBezTo>
                  <a:cubicBezTo>
                    <a:pt x="3597" y="25680"/>
                    <a:pt x="3584" y="25894"/>
                    <a:pt x="3546" y="26082"/>
                  </a:cubicBezTo>
                  <a:cubicBezTo>
                    <a:pt x="3219" y="26485"/>
                    <a:pt x="2880" y="26874"/>
                    <a:pt x="2528" y="27264"/>
                  </a:cubicBezTo>
                  <a:cubicBezTo>
                    <a:pt x="1723" y="28182"/>
                    <a:pt x="905" y="29088"/>
                    <a:pt x="76" y="29980"/>
                  </a:cubicBezTo>
                  <a:cubicBezTo>
                    <a:pt x="25" y="30031"/>
                    <a:pt x="0" y="30094"/>
                    <a:pt x="13" y="30157"/>
                  </a:cubicBezTo>
                  <a:cubicBezTo>
                    <a:pt x="21" y="30199"/>
                    <a:pt x="47" y="30225"/>
                    <a:pt x="83" y="30225"/>
                  </a:cubicBezTo>
                  <a:cubicBezTo>
                    <a:pt x="99" y="30225"/>
                    <a:pt x="118" y="30219"/>
                    <a:pt x="138" y="30207"/>
                  </a:cubicBezTo>
                  <a:cubicBezTo>
                    <a:pt x="1107" y="29477"/>
                    <a:pt x="1987" y="28673"/>
                    <a:pt x="2792" y="27780"/>
                  </a:cubicBezTo>
                  <a:cubicBezTo>
                    <a:pt x="3307" y="27227"/>
                    <a:pt x="3823" y="26636"/>
                    <a:pt x="4313" y="26032"/>
                  </a:cubicBezTo>
                  <a:lnTo>
                    <a:pt x="4439" y="25944"/>
                  </a:lnTo>
                  <a:cubicBezTo>
                    <a:pt x="4665" y="25780"/>
                    <a:pt x="4904" y="25642"/>
                    <a:pt x="5168" y="25516"/>
                  </a:cubicBezTo>
                  <a:cubicBezTo>
                    <a:pt x="5370" y="25403"/>
                    <a:pt x="5583" y="25315"/>
                    <a:pt x="5810" y="25227"/>
                  </a:cubicBezTo>
                  <a:cubicBezTo>
                    <a:pt x="5898" y="25189"/>
                    <a:pt x="5986" y="25164"/>
                    <a:pt x="6061" y="25139"/>
                  </a:cubicBezTo>
                  <a:cubicBezTo>
                    <a:pt x="6124" y="25114"/>
                    <a:pt x="6187" y="25089"/>
                    <a:pt x="6262" y="25076"/>
                  </a:cubicBezTo>
                  <a:lnTo>
                    <a:pt x="6438" y="25013"/>
                  </a:lnTo>
                  <a:lnTo>
                    <a:pt x="6275" y="24988"/>
                  </a:lnTo>
                  <a:lnTo>
                    <a:pt x="6086" y="24988"/>
                  </a:lnTo>
                  <a:cubicBezTo>
                    <a:pt x="6011" y="25001"/>
                    <a:pt x="5923" y="25001"/>
                    <a:pt x="5835" y="25013"/>
                  </a:cubicBezTo>
                  <a:cubicBezTo>
                    <a:pt x="5747" y="25026"/>
                    <a:pt x="5646" y="25051"/>
                    <a:pt x="5533" y="25076"/>
                  </a:cubicBezTo>
                  <a:cubicBezTo>
                    <a:pt x="5697" y="25001"/>
                    <a:pt x="5898" y="24925"/>
                    <a:pt x="6099" y="24850"/>
                  </a:cubicBezTo>
                  <a:cubicBezTo>
                    <a:pt x="6300" y="24762"/>
                    <a:pt x="6564" y="24636"/>
                    <a:pt x="6803" y="24536"/>
                  </a:cubicBezTo>
                  <a:cubicBezTo>
                    <a:pt x="7029" y="24422"/>
                    <a:pt x="7281" y="24297"/>
                    <a:pt x="7507" y="24196"/>
                  </a:cubicBezTo>
                  <a:cubicBezTo>
                    <a:pt x="7734" y="24095"/>
                    <a:pt x="7947" y="23970"/>
                    <a:pt x="8123" y="23882"/>
                  </a:cubicBezTo>
                  <a:lnTo>
                    <a:pt x="8564" y="23643"/>
                  </a:lnTo>
                  <a:lnTo>
                    <a:pt x="8727" y="23542"/>
                  </a:lnTo>
                  <a:lnTo>
                    <a:pt x="8727" y="23542"/>
                  </a:lnTo>
                  <a:lnTo>
                    <a:pt x="8576" y="23567"/>
                  </a:lnTo>
                  <a:lnTo>
                    <a:pt x="8149" y="23668"/>
                  </a:lnTo>
                  <a:lnTo>
                    <a:pt x="8123" y="23668"/>
                  </a:lnTo>
                  <a:lnTo>
                    <a:pt x="8161" y="23643"/>
                  </a:lnTo>
                  <a:cubicBezTo>
                    <a:pt x="8501" y="23454"/>
                    <a:pt x="8840" y="23253"/>
                    <a:pt x="9167" y="23052"/>
                  </a:cubicBezTo>
                  <a:cubicBezTo>
                    <a:pt x="9456" y="22851"/>
                    <a:pt x="9746" y="22637"/>
                    <a:pt x="10022" y="22410"/>
                  </a:cubicBezTo>
                  <a:cubicBezTo>
                    <a:pt x="10236" y="22222"/>
                    <a:pt x="10425" y="22033"/>
                    <a:pt x="10601" y="21819"/>
                  </a:cubicBezTo>
                  <a:cubicBezTo>
                    <a:pt x="10676" y="21744"/>
                    <a:pt x="10714" y="21681"/>
                    <a:pt x="10752" y="21643"/>
                  </a:cubicBezTo>
                  <a:lnTo>
                    <a:pt x="10802" y="21568"/>
                  </a:lnTo>
                  <a:lnTo>
                    <a:pt x="10752" y="21631"/>
                  </a:lnTo>
                  <a:cubicBezTo>
                    <a:pt x="10714" y="21656"/>
                    <a:pt x="10651" y="21706"/>
                    <a:pt x="10588" y="21769"/>
                  </a:cubicBezTo>
                  <a:cubicBezTo>
                    <a:pt x="10399" y="21933"/>
                    <a:pt x="10211" y="22084"/>
                    <a:pt x="9997" y="22222"/>
                  </a:cubicBezTo>
                  <a:cubicBezTo>
                    <a:pt x="9733" y="22410"/>
                    <a:pt x="9456" y="22574"/>
                    <a:pt x="9167" y="22737"/>
                  </a:cubicBezTo>
                  <a:cubicBezTo>
                    <a:pt x="9808" y="22209"/>
                    <a:pt x="10387" y="21618"/>
                    <a:pt x="10902" y="20977"/>
                  </a:cubicBezTo>
                  <a:cubicBezTo>
                    <a:pt x="13543" y="17808"/>
                    <a:pt x="14449" y="15557"/>
                    <a:pt x="14486" y="15469"/>
                  </a:cubicBezTo>
                  <a:cubicBezTo>
                    <a:pt x="14549" y="15331"/>
                    <a:pt x="14549" y="15180"/>
                    <a:pt x="14474" y="15054"/>
                  </a:cubicBezTo>
                  <a:cubicBezTo>
                    <a:pt x="14461" y="15042"/>
                    <a:pt x="14436" y="15029"/>
                    <a:pt x="14423" y="15016"/>
                  </a:cubicBezTo>
                  <a:cubicBezTo>
                    <a:pt x="14398" y="15004"/>
                    <a:pt x="14361" y="15004"/>
                    <a:pt x="14335" y="15004"/>
                  </a:cubicBezTo>
                  <a:cubicBezTo>
                    <a:pt x="14411" y="14928"/>
                    <a:pt x="14486" y="14853"/>
                    <a:pt x="14549" y="14765"/>
                  </a:cubicBezTo>
                  <a:cubicBezTo>
                    <a:pt x="14788" y="14501"/>
                    <a:pt x="15027" y="14212"/>
                    <a:pt x="15228" y="13948"/>
                  </a:cubicBezTo>
                  <a:cubicBezTo>
                    <a:pt x="15429" y="13684"/>
                    <a:pt x="15631" y="13407"/>
                    <a:pt x="15782" y="13181"/>
                  </a:cubicBezTo>
                  <a:cubicBezTo>
                    <a:pt x="15945" y="12954"/>
                    <a:pt x="16058" y="12753"/>
                    <a:pt x="16146" y="12615"/>
                  </a:cubicBezTo>
                  <a:lnTo>
                    <a:pt x="16272" y="12388"/>
                  </a:lnTo>
                  <a:lnTo>
                    <a:pt x="16121" y="12564"/>
                  </a:lnTo>
                  <a:cubicBezTo>
                    <a:pt x="15995" y="12715"/>
                    <a:pt x="15857" y="12891"/>
                    <a:pt x="15681" y="13080"/>
                  </a:cubicBezTo>
                  <a:lnTo>
                    <a:pt x="15631" y="13130"/>
                  </a:lnTo>
                  <a:cubicBezTo>
                    <a:pt x="15995" y="12325"/>
                    <a:pt x="16209" y="11269"/>
                    <a:pt x="16398" y="10314"/>
                  </a:cubicBezTo>
                  <a:cubicBezTo>
                    <a:pt x="16536" y="9622"/>
                    <a:pt x="16687" y="8918"/>
                    <a:pt x="16838" y="8603"/>
                  </a:cubicBezTo>
                  <a:cubicBezTo>
                    <a:pt x="17278" y="7685"/>
                    <a:pt x="17970" y="6440"/>
                    <a:pt x="17982" y="6428"/>
                  </a:cubicBezTo>
                  <a:cubicBezTo>
                    <a:pt x="18070" y="6302"/>
                    <a:pt x="18083" y="6126"/>
                    <a:pt x="18032" y="5975"/>
                  </a:cubicBezTo>
                  <a:cubicBezTo>
                    <a:pt x="18007" y="5950"/>
                    <a:pt x="17982" y="5925"/>
                    <a:pt x="17957" y="5900"/>
                  </a:cubicBezTo>
                  <a:cubicBezTo>
                    <a:pt x="17929" y="5892"/>
                    <a:pt x="17901" y="5888"/>
                    <a:pt x="17874" y="5888"/>
                  </a:cubicBezTo>
                  <a:cubicBezTo>
                    <a:pt x="17814" y="5888"/>
                    <a:pt x="17757" y="5907"/>
                    <a:pt x="17705" y="5950"/>
                  </a:cubicBezTo>
                  <a:cubicBezTo>
                    <a:pt x="17316" y="6227"/>
                    <a:pt x="16938" y="6529"/>
                    <a:pt x="16586" y="6855"/>
                  </a:cubicBezTo>
                  <a:cubicBezTo>
                    <a:pt x="16649" y="6780"/>
                    <a:pt x="16712" y="6705"/>
                    <a:pt x="16775" y="6629"/>
                  </a:cubicBezTo>
                  <a:lnTo>
                    <a:pt x="16838" y="6579"/>
                  </a:lnTo>
                  <a:cubicBezTo>
                    <a:pt x="16989" y="6428"/>
                    <a:pt x="17140" y="6277"/>
                    <a:pt x="17303" y="6139"/>
                  </a:cubicBezTo>
                  <a:cubicBezTo>
                    <a:pt x="17454" y="6000"/>
                    <a:pt x="17617" y="5837"/>
                    <a:pt x="17756" y="5699"/>
                  </a:cubicBezTo>
                  <a:cubicBezTo>
                    <a:pt x="17907" y="5560"/>
                    <a:pt x="18045" y="5409"/>
                    <a:pt x="18171" y="5309"/>
                  </a:cubicBezTo>
                  <a:cubicBezTo>
                    <a:pt x="18284" y="5196"/>
                    <a:pt x="18384" y="5082"/>
                    <a:pt x="18447" y="5020"/>
                  </a:cubicBezTo>
                  <a:lnTo>
                    <a:pt x="18561" y="4894"/>
                  </a:lnTo>
                  <a:lnTo>
                    <a:pt x="18447" y="4944"/>
                  </a:lnTo>
                  <a:cubicBezTo>
                    <a:pt x="18372" y="4982"/>
                    <a:pt x="18259" y="5045"/>
                    <a:pt x="18133" y="5120"/>
                  </a:cubicBezTo>
                  <a:lnTo>
                    <a:pt x="18070" y="5158"/>
                  </a:lnTo>
                  <a:lnTo>
                    <a:pt x="18070" y="5133"/>
                  </a:lnTo>
                  <a:cubicBezTo>
                    <a:pt x="18120" y="4315"/>
                    <a:pt x="18322" y="3511"/>
                    <a:pt x="18649" y="2769"/>
                  </a:cubicBezTo>
                  <a:cubicBezTo>
                    <a:pt x="19340" y="1310"/>
                    <a:pt x="19353" y="530"/>
                    <a:pt x="18686" y="103"/>
                  </a:cubicBezTo>
                  <a:lnTo>
                    <a:pt x="18623" y="65"/>
                  </a:lnTo>
                  <a:cubicBezTo>
                    <a:pt x="18534" y="21"/>
                    <a:pt x="18441" y="1"/>
                    <a:pt x="183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3" name="Google Shape;10143;p59"/>
            <p:cNvSpPr/>
            <p:nvPr/>
          </p:nvSpPr>
          <p:spPr>
            <a:xfrm>
              <a:off x="3519200" y="887175"/>
              <a:ext cx="109725" cy="94025"/>
            </a:xfrm>
            <a:custGeom>
              <a:avLst/>
              <a:gdLst/>
              <a:ahLst/>
              <a:cxnLst/>
              <a:rect l="l" t="t" r="r" b="b"/>
              <a:pathLst>
                <a:path w="4389" h="3761" extrusionOk="0">
                  <a:moveTo>
                    <a:pt x="4389" y="1"/>
                  </a:moveTo>
                  <a:lnTo>
                    <a:pt x="4200" y="164"/>
                  </a:lnTo>
                  <a:cubicBezTo>
                    <a:pt x="4075" y="265"/>
                    <a:pt x="3911" y="416"/>
                    <a:pt x="3697" y="592"/>
                  </a:cubicBezTo>
                  <a:cubicBezTo>
                    <a:pt x="3496" y="755"/>
                    <a:pt x="3257" y="969"/>
                    <a:pt x="3006" y="1183"/>
                  </a:cubicBezTo>
                  <a:cubicBezTo>
                    <a:pt x="2742" y="1409"/>
                    <a:pt x="2478" y="1648"/>
                    <a:pt x="2201" y="1874"/>
                  </a:cubicBezTo>
                  <a:cubicBezTo>
                    <a:pt x="1924" y="2101"/>
                    <a:pt x="1660" y="2340"/>
                    <a:pt x="1396" y="2553"/>
                  </a:cubicBezTo>
                  <a:cubicBezTo>
                    <a:pt x="1145" y="2767"/>
                    <a:pt x="906" y="2981"/>
                    <a:pt x="692" y="3157"/>
                  </a:cubicBezTo>
                  <a:cubicBezTo>
                    <a:pt x="491" y="3333"/>
                    <a:pt x="315" y="3484"/>
                    <a:pt x="189" y="3584"/>
                  </a:cubicBezTo>
                  <a:lnTo>
                    <a:pt x="0" y="3761"/>
                  </a:lnTo>
                  <a:lnTo>
                    <a:pt x="202" y="3647"/>
                  </a:lnTo>
                  <a:cubicBezTo>
                    <a:pt x="327" y="3584"/>
                    <a:pt x="503" y="3471"/>
                    <a:pt x="730" y="3333"/>
                  </a:cubicBezTo>
                  <a:cubicBezTo>
                    <a:pt x="943" y="3207"/>
                    <a:pt x="1195" y="3019"/>
                    <a:pt x="1459" y="2830"/>
                  </a:cubicBezTo>
                  <a:cubicBezTo>
                    <a:pt x="1723" y="2641"/>
                    <a:pt x="2000" y="2415"/>
                    <a:pt x="2276" y="2189"/>
                  </a:cubicBezTo>
                  <a:cubicBezTo>
                    <a:pt x="2553" y="1950"/>
                    <a:pt x="2830" y="1686"/>
                    <a:pt x="3081" y="1447"/>
                  </a:cubicBezTo>
                  <a:cubicBezTo>
                    <a:pt x="3333" y="1208"/>
                    <a:pt x="3559" y="956"/>
                    <a:pt x="3760" y="755"/>
                  </a:cubicBezTo>
                  <a:cubicBezTo>
                    <a:pt x="3961" y="541"/>
                    <a:pt x="4112" y="353"/>
                    <a:pt x="4225" y="214"/>
                  </a:cubicBezTo>
                  <a:lnTo>
                    <a:pt x="4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4" name="Google Shape;10144;p59"/>
            <p:cNvSpPr/>
            <p:nvPr/>
          </p:nvSpPr>
          <p:spPr>
            <a:xfrm>
              <a:off x="3577675" y="679375"/>
              <a:ext cx="126700" cy="180175"/>
            </a:xfrm>
            <a:custGeom>
              <a:avLst/>
              <a:gdLst/>
              <a:ahLst/>
              <a:cxnLst/>
              <a:rect l="l" t="t" r="r" b="b"/>
              <a:pathLst>
                <a:path w="5068" h="7207" extrusionOk="0">
                  <a:moveTo>
                    <a:pt x="5068" y="1"/>
                  </a:moveTo>
                  <a:lnTo>
                    <a:pt x="4804" y="252"/>
                  </a:lnTo>
                  <a:cubicBezTo>
                    <a:pt x="4728" y="328"/>
                    <a:pt x="4628" y="441"/>
                    <a:pt x="4527" y="567"/>
                  </a:cubicBezTo>
                  <a:cubicBezTo>
                    <a:pt x="4414" y="692"/>
                    <a:pt x="4288" y="831"/>
                    <a:pt x="4162" y="994"/>
                  </a:cubicBezTo>
                  <a:cubicBezTo>
                    <a:pt x="3898" y="1309"/>
                    <a:pt x="3622" y="1711"/>
                    <a:pt x="3320" y="2151"/>
                  </a:cubicBezTo>
                  <a:cubicBezTo>
                    <a:pt x="3031" y="2579"/>
                    <a:pt x="2742" y="3069"/>
                    <a:pt x="2452" y="3547"/>
                  </a:cubicBezTo>
                  <a:cubicBezTo>
                    <a:pt x="2163" y="4025"/>
                    <a:pt x="1886" y="4503"/>
                    <a:pt x="1610" y="4943"/>
                  </a:cubicBezTo>
                  <a:cubicBezTo>
                    <a:pt x="1333" y="5383"/>
                    <a:pt x="1069" y="5785"/>
                    <a:pt x="830" y="6112"/>
                  </a:cubicBezTo>
                  <a:cubicBezTo>
                    <a:pt x="717" y="6288"/>
                    <a:pt x="604" y="6426"/>
                    <a:pt x="503" y="6565"/>
                  </a:cubicBezTo>
                  <a:lnTo>
                    <a:pt x="365" y="6753"/>
                  </a:lnTo>
                  <a:lnTo>
                    <a:pt x="239" y="6904"/>
                  </a:lnTo>
                  <a:lnTo>
                    <a:pt x="0" y="7206"/>
                  </a:lnTo>
                  <a:lnTo>
                    <a:pt x="277" y="6955"/>
                  </a:lnTo>
                  <a:lnTo>
                    <a:pt x="403" y="6816"/>
                  </a:lnTo>
                  <a:lnTo>
                    <a:pt x="566" y="6653"/>
                  </a:lnTo>
                  <a:cubicBezTo>
                    <a:pt x="679" y="6527"/>
                    <a:pt x="805" y="6401"/>
                    <a:pt x="931" y="6238"/>
                  </a:cubicBezTo>
                  <a:cubicBezTo>
                    <a:pt x="1195" y="5923"/>
                    <a:pt x="1484" y="5521"/>
                    <a:pt x="1786" y="5094"/>
                  </a:cubicBezTo>
                  <a:cubicBezTo>
                    <a:pt x="2088" y="4666"/>
                    <a:pt x="2377" y="4176"/>
                    <a:pt x="2666" y="3698"/>
                  </a:cubicBezTo>
                  <a:cubicBezTo>
                    <a:pt x="2955" y="3220"/>
                    <a:pt x="3232" y="2742"/>
                    <a:pt x="3509" y="2302"/>
                  </a:cubicBezTo>
                  <a:cubicBezTo>
                    <a:pt x="3773" y="1849"/>
                    <a:pt x="4024" y="1434"/>
                    <a:pt x="4263" y="1107"/>
                  </a:cubicBezTo>
                  <a:cubicBezTo>
                    <a:pt x="4376" y="931"/>
                    <a:pt x="4489" y="780"/>
                    <a:pt x="4577" y="642"/>
                  </a:cubicBezTo>
                  <a:cubicBezTo>
                    <a:pt x="4665" y="504"/>
                    <a:pt x="4766" y="391"/>
                    <a:pt x="4842" y="303"/>
                  </a:cubicBezTo>
                  <a:lnTo>
                    <a:pt x="50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5" name="Google Shape;10145;p59"/>
            <p:cNvSpPr/>
            <p:nvPr/>
          </p:nvSpPr>
          <p:spPr>
            <a:xfrm>
              <a:off x="3583325" y="596375"/>
              <a:ext cx="23300" cy="127975"/>
            </a:xfrm>
            <a:custGeom>
              <a:avLst/>
              <a:gdLst/>
              <a:ahLst/>
              <a:cxnLst/>
              <a:rect l="l" t="t" r="r" b="b"/>
              <a:pathLst>
                <a:path w="932" h="5119" extrusionOk="0">
                  <a:moveTo>
                    <a:pt x="831" y="1"/>
                  </a:moveTo>
                  <a:lnTo>
                    <a:pt x="780" y="51"/>
                  </a:lnTo>
                  <a:cubicBezTo>
                    <a:pt x="755" y="89"/>
                    <a:pt x="717" y="139"/>
                    <a:pt x="667" y="215"/>
                  </a:cubicBezTo>
                  <a:cubicBezTo>
                    <a:pt x="529" y="416"/>
                    <a:pt x="403" y="642"/>
                    <a:pt x="315" y="869"/>
                  </a:cubicBezTo>
                  <a:cubicBezTo>
                    <a:pt x="177" y="1196"/>
                    <a:pt x="89" y="1535"/>
                    <a:pt x="51" y="1875"/>
                  </a:cubicBezTo>
                  <a:cubicBezTo>
                    <a:pt x="1" y="2227"/>
                    <a:pt x="26" y="2579"/>
                    <a:pt x="114" y="2918"/>
                  </a:cubicBezTo>
                  <a:cubicBezTo>
                    <a:pt x="202" y="3195"/>
                    <a:pt x="315" y="3459"/>
                    <a:pt x="441" y="3711"/>
                  </a:cubicBezTo>
                  <a:cubicBezTo>
                    <a:pt x="554" y="3912"/>
                    <a:pt x="654" y="4126"/>
                    <a:pt x="730" y="4352"/>
                  </a:cubicBezTo>
                  <a:cubicBezTo>
                    <a:pt x="805" y="4515"/>
                    <a:pt x="843" y="4704"/>
                    <a:pt x="856" y="4880"/>
                  </a:cubicBezTo>
                  <a:cubicBezTo>
                    <a:pt x="868" y="4955"/>
                    <a:pt x="868" y="5031"/>
                    <a:pt x="868" y="5119"/>
                  </a:cubicBezTo>
                  <a:cubicBezTo>
                    <a:pt x="893" y="5031"/>
                    <a:pt x="906" y="4943"/>
                    <a:pt x="919" y="4855"/>
                  </a:cubicBezTo>
                  <a:cubicBezTo>
                    <a:pt x="931" y="4641"/>
                    <a:pt x="931" y="4427"/>
                    <a:pt x="893" y="4214"/>
                  </a:cubicBezTo>
                  <a:cubicBezTo>
                    <a:pt x="843" y="3962"/>
                    <a:pt x="780" y="3711"/>
                    <a:pt x="680" y="3459"/>
                  </a:cubicBezTo>
                  <a:cubicBezTo>
                    <a:pt x="566" y="3208"/>
                    <a:pt x="478" y="2943"/>
                    <a:pt x="403" y="2679"/>
                  </a:cubicBezTo>
                  <a:cubicBezTo>
                    <a:pt x="315" y="2390"/>
                    <a:pt x="277" y="2088"/>
                    <a:pt x="302" y="1787"/>
                  </a:cubicBezTo>
                  <a:cubicBezTo>
                    <a:pt x="315" y="1485"/>
                    <a:pt x="365" y="1196"/>
                    <a:pt x="466" y="906"/>
                  </a:cubicBezTo>
                  <a:cubicBezTo>
                    <a:pt x="516" y="680"/>
                    <a:pt x="604" y="454"/>
                    <a:pt x="705" y="240"/>
                  </a:cubicBezTo>
                  <a:cubicBezTo>
                    <a:pt x="742" y="164"/>
                    <a:pt x="768" y="102"/>
                    <a:pt x="793" y="64"/>
                  </a:cubicBezTo>
                  <a:lnTo>
                    <a:pt x="8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6" name="Google Shape;10146;p59"/>
            <p:cNvSpPr/>
            <p:nvPr/>
          </p:nvSpPr>
          <p:spPr>
            <a:xfrm>
              <a:off x="3661925" y="527850"/>
              <a:ext cx="83950" cy="116350"/>
            </a:xfrm>
            <a:custGeom>
              <a:avLst/>
              <a:gdLst/>
              <a:ahLst/>
              <a:cxnLst/>
              <a:rect l="l" t="t" r="r" b="b"/>
              <a:pathLst>
                <a:path w="3358" h="4654" extrusionOk="0">
                  <a:moveTo>
                    <a:pt x="3358" y="1"/>
                  </a:moveTo>
                  <a:lnTo>
                    <a:pt x="3194" y="152"/>
                  </a:lnTo>
                  <a:cubicBezTo>
                    <a:pt x="3081" y="265"/>
                    <a:pt x="2930" y="416"/>
                    <a:pt x="2754" y="604"/>
                  </a:cubicBezTo>
                  <a:cubicBezTo>
                    <a:pt x="2578" y="793"/>
                    <a:pt x="2364" y="1019"/>
                    <a:pt x="2163" y="1283"/>
                  </a:cubicBezTo>
                  <a:cubicBezTo>
                    <a:pt x="1949" y="1535"/>
                    <a:pt x="1723" y="1824"/>
                    <a:pt x="1509" y="2113"/>
                  </a:cubicBezTo>
                  <a:cubicBezTo>
                    <a:pt x="1295" y="2415"/>
                    <a:pt x="1094" y="2717"/>
                    <a:pt x="906" y="3006"/>
                  </a:cubicBezTo>
                  <a:cubicBezTo>
                    <a:pt x="717" y="3295"/>
                    <a:pt x="554" y="3585"/>
                    <a:pt x="415" y="3823"/>
                  </a:cubicBezTo>
                  <a:cubicBezTo>
                    <a:pt x="277" y="4062"/>
                    <a:pt x="176" y="4276"/>
                    <a:pt x="101" y="4414"/>
                  </a:cubicBezTo>
                  <a:lnTo>
                    <a:pt x="0" y="4653"/>
                  </a:lnTo>
                  <a:lnTo>
                    <a:pt x="126" y="4440"/>
                  </a:lnTo>
                  <a:cubicBezTo>
                    <a:pt x="214" y="4301"/>
                    <a:pt x="327" y="4100"/>
                    <a:pt x="478" y="3874"/>
                  </a:cubicBezTo>
                  <a:cubicBezTo>
                    <a:pt x="629" y="3647"/>
                    <a:pt x="805" y="3383"/>
                    <a:pt x="994" y="3094"/>
                  </a:cubicBezTo>
                  <a:cubicBezTo>
                    <a:pt x="1170" y="2792"/>
                    <a:pt x="1384" y="2516"/>
                    <a:pt x="1597" y="2226"/>
                  </a:cubicBezTo>
                  <a:cubicBezTo>
                    <a:pt x="1811" y="1937"/>
                    <a:pt x="2025" y="1648"/>
                    <a:pt x="2226" y="1384"/>
                  </a:cubicBezTo>
                  <a:cubicBezTo>
                    <a:pt x="2427" y="1120"/>
                    <a:pt x="2628" y="881"/>
                    <a:pt x="2792" y="680"/>
                  </a:cubicBezTo>
                  <a:cubicBezTo>
                    <a:pt x="2968" y="479"/>
                    <a:pt x="3106" y="302"/>
                    <a:pt x="3207" y="189"/>
                  </a:cubicBezTo>
                  <a:lnTo>
                    <a:pt x="33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7" name="Google Shape;10147;p59"/>
            <p:cNvSpPr/>
            <p:nvPr/>
          </p:nvSpPr>
          <p:spPr>
            <a:xfrm>
              <a:off x="3631100" y="583175"/>
              <a:ext cx="21725" cy="73275"/>
            </a:xfrm>
            <a:custGeom>
              <a:avLst/>
              <a:gdLst/>
              <a:ahLst/>
              <a:cxnLst/>
              <a:rect l="l" t="t" r="r" b="b"/>
              <a:pathLst>
                <a:path w="869" h="2931" extrusionOk="0">
                  <a:moveTo>
                    <a:pt x="869" y="1"/>
                  </a:moveTo>
                  <a:lnTo>
                    <a:pt x="806" y="127"/>
                  </a:lnTo>
                  <a:cubicBezTo>
                    <a:pt x="768" y="202"/>
                    <a:pt x="705" y="315"/>
                    <a:pt x="642" y="454"/>
                  </a:cubicBezTo>
                  <a:cubicBezTo>
                    <a:pt x="579" y="592"/>
                    <a:pt x="529" y="755"/>
                    <a:pt x="466" y="931"/>
                  </a:cubicBezTo>
                  <a:cubicBezTo>
                    <a:pt x="403" y="1095"/>
                    <a:pt x="340" y="1283"/>
                    <a:pt x="290" y="1472"/>
                  </a:cubicBezTo>
                  <a:cubicBezTo>
                    <a:pt x="227" y="1648"/>
                    <a:pt x="190" y="1837"/>
                    <a:pt x="139" y="2013"/>
                  </a:cubicBezTo>
                  <a:cubicBezTo>
                    <a:pt x="102" y="2176"/>
                    <a:pt x="76" y="2340"/>
                    <a:pt x="51" y="2478"/>
                  </a:cubicBezTo>
                  <a:cubicBezTo>
                    <a:pt x="26" y="2616"/>
                    <a:pt x="14" y="2730"/>
                    <a:pt x="14" y="2805"/>
                  </a:cubicBezTo>
                  <a:lnTo>
                    <a:pt x="1" y="2931"/>
                  </a:lnTo>
                  <a:lnTo>
                    <a:pt x="39" y="2805"/>
                  </a:lnTo>
                  <a:lnTo>
                    <a:pt x="139" y="2466"/>
                  </a:lnTo>
                  <a:cubicBezTo>
                    <a:pt x="164" y="2340"/>
                    <a:pt x="215" y="2176"/>
                    <a:pt x="265" y="2000"/>
                  </a:cubicBezTo>
                  <a:cubicBezTo>
                    <a:pt x="315" y="1824"/>
                    <a:pt x="366" y="1648"/>
                    <a:pt x="428" y="1472"/>
                  </a:cubicBezTo>
                  <a:cubicBezTo>
                    <a:pt x="479" y="1283"/>
                    <a:pt x="529" y="1107"/>
                    <a:pt x="579" y="931"/>
                  </a:cubicBezTo>
                  <a:cubicBezTo>
                    <a:pt x="630" y="768"/>
                    <a:pt x="680" y="604"/>
                    <a:pt x="730" y="466"/>
                  </a:cubicBezTo>
                  <a:lnTo>
                    <a:pt x="831" y="139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8" name="Google Shape;10148;p59"/>
            <p:cNvSpPr/>
            <p:nvPr/>
          </p:nvSpPr>
          <p:spPr>
            <a:xfrm>
              <a:off x="3596850" y="790350"/>
              <a:ext cx="79250" cy="91500"/>
            </a:xfrm>
            <a:custGeom>
              <a:avLst/>
              <a:gdLst/>
              <a:ahLst/>
              <a:cxnLst/>
              <a:rect l="l" t="t" r="r" b="b"/>
              <a:pathLst>
                <a:path w="3170" h="3660" extrusionOk="0">
                  <a:moveTo>
                    <a:pt x="3169" y="1"/>
                  </a:moveTo>
                  <a:lnTo>
                    <a:pt x="3031" y="152"/>
                  </a:lnTo>
                  <a:lnTo>
                    <a:pt x="2666" y="566"/>
                  </a:lnTo>
                  <a:lnTo>
                    <a:pt x="2163" y="1158"/>
                  </a:lnTo>
                  <a:cubicBezTo>
                    <a:pt x="1975" y="1371"/>
                    <a:pt x="1773" y="1598"/>
                    <a:pt x="1585" y="1824"/>
                  </a:cubicBezTo>
                  <a:cubicBezTo>
                    <a:pt x="1384" y="2050"/>
                    <a:pt x="1182" y="2289"/>
                    <a:pt x="1006" y="2503"/>
                  </a:cubicBezTo>
                  <a:lnTo>
                    <a:pt x="491" y="3081"/>
                  </a:lnTo>
                  <a:lnTo>
                    <a:pt x="139" y="3496"/>
                  </a:lnTo>
                  <a:lnTo>
                    <a:pt x="0" y="3660"/>
                  </a:lnTo>
                  <a:lnTo>
                    <a:pt x="151" y="3522"/>
                  </a:lnTo>
                  <a:cubicBezTo>
                    <a:pt x="239" y="3434"/>
                    <a:pt x="378" y="3320"/>
                    <a:pt x="528" y="3157"/>
                  </a:cubicBezTo>
                  <a:cubicBezTo>
                    <a:pt x="692" y="3006"/>
                    <a:pt x="868" y="2817"/>
                    <a:pt x="1057" y="2616"/>
                  </a:cubicBezTo>
                  <a:cubicBezTo>
                    <a:pt x="1245" y="2402"/>
                    <a:pt x="1459" y="2176"/>
                    <a:pt x="1648" y="1950"/>
                  </a:cubicBezTo>
                  <a:cubicBezTo>
                    <a:pt x="1849" y="1723"/>
                    <a:pt x="2050" y="1484"/>
                    <a:pt x="2226" y="1258"/>
                  </a:cubicBezTo>
                  <a:cubicBezTo>
                    <a:pt x="2402" y="1044"/>
                    <a:pt x="2566" y="818"/>
                    <a:pt x="2716" y="629"/>
                  </a:cubicBezTo>
                  <a:cubicBezTo>
                    <a:pt x="2855" y="453"/>
                    <a:pt x="2968" y="290"/>
                    <a:pt x="3043" y="177"/>
                  </a:cubicBezTo>
                  <a:lnTo>
                    <a:pt x="31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9" name="Google Shape;10149;p59"/>
            <p:cNvSpPr/>
            <p:nvPr/>
          </p:nvSpPr>
          <p:spPr>
            <a:xfrm>
              <a:off x="3450975" y="974575"/>
              <a:ext cx="110050" cy="92450"/>
            </a:xfrm>
            <a:custGeom>
              <a:avLst/>
              <a:gdLst/>
              <a:ahLst/>
              <a:cxnLst/>
              <a:rect l="l" t="t" r="r" b="b"/>
              <a:pathLst>
                <a:path w="4402" h="3698" extrusionOk="0">
                  <a:moveTo>
                    <a:pt x="4402" y="0"/>
                  </a:moveTo>
                  <a:lnTo>
                    <a:pt x="4226" y="202"/>
                  </a:lnTo>
                  <a:cubicBezTo>
                    <a:pt x="4113" y="327"/>
                    <a:pt x="3949" y="503"/>
                    <a:pt x="3760" y="717"/>
                  </a:cubicBezTo>
                  <a:cubicBezTo>
                    <a:pt x="3559" y="931"/>
                    <a:pt x="3333" y="1157"/>
                    <a:pt x="3081" y="1396"/>
                  </a:cubicBezTo>
                  <a:cubicBezTo>
                    <a:pt x="2830" y="1635"/>
                    <a:pt x="2553" y="1887"/>
                    <a:pt x="2277" y="2113"/>
                  </a:cubicBezTo>
                  <a:cubicBezTo>
                    <a:pt x="2000" y="2339"/>
                    <a:pt x="1711" y="2566"/>
                    <a:pt x="1447" y="2754"/>
                  </a:cubicBezTo>
                  <a:cubicBezTo>
                    <a:pt x="1183" y="2943"/>
                    <a:pt x="944" y="3119"/>
                    <a:pt x="730" y="3257"/>
                  </a:cubicBezTo>
                  <a:cubicBezTo>
                    <a:pt x="504" y="3383"/>
                    <a:pt x="328" y="3509"/>
                    <a:pt x="202" y="3584"/>
                  </a:cubicBezTo>
                  <a:lnTo>
                    <a:pt x="1" y="3697"/>
                  </a:lnTo>
                  <a:lnTo>
                    <a:pt x="202" y="3622"/>
                  </a:lnTo>
                  <a:cubicBezTo>
                    <a:pt x="328" y="3559"/>
                    <a:pt x="516" y="3471"/>
                    <a:pt x="730" y="3358"/>
                  </a:cubicBezTo>
                  <a:cubicBezTo>
                    <a:pt x="944" y="3232"/>
                    <a:pt x="1208" y="3081"/>
                    <a:pt x="1472" y="2905"/>
                  </a:cubicBezTo>
                  <a:cubicBezTo>
                    <a:pt x="1748" y="2717"/>
                    <a:pt x="2025" y="2503"/>
                    <a:pt x="2314" y="2276"/>
                  </a:cubicBezTo>
                  <a:cubicBezTo>
                    <a:pt x="2591" y="2038"/>
                    <a:pt x="2868" y="1786"/>
                    <a:pt x="3119" y="1522"/>
                  </a:cubicBezTo>
                  <a:cubicBezTo>
                    <a:pt x="3371" y="1270"/>
                    <a:pt x="3610" y="1019"/>
                    <a:pt x="3798" y="793"/>
                  </a:cubicBezTo>
                  <a:cubicBezTo>
                    <a:pt x="3987" y="566"/>
                    <a:pt x="4138" y="365"/>
                    <a:pt x="4238" y="227"/>
                  </a:cubicBezTo>
                  <a:lnTo>
                    <a:pt x="44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0" name="Google Shape;10150;p59"/>
            <p:cNvSpPr/>
            <p:nvPr/>
          </p:nvSpPr>
          <p:spPr>
            <a:xfrm>
              <a:off x="3417650" y="1008525"/>
              <a:ext cx="14175" cy="67300"/>
            </a:xfrm>
            <a:custGeom>
              <a:avLst/>
              <a:gdLst/>
              <a:ahLst/>
              <a:cxnLst/>
              <a:rect l="l" t="t" r="r" b="b"/>
              <a:pathLst>
                <a:path w="567" h="2692" extrusionOk="0">
                  <a:moveTo>
                    <a:pt x="567" y="1"/>
                  </a:moveTo>
                  <a:lnTo>
                    <a:pt x="516" y="114"/>
                  </a:lnTo>
                  <a:cubicBezTo>
                    <a:pt x="478" y="189"/>
                    <a:pt x="441" y="290"/>
                    <a:pt x="403" y="428"/>
                  </a:cubicBezTo>
                  <a:cubicBezTo>
                    <a:pt x="353" y="554"/>
                    <a:pt x="302" y="705"/>
                    <a:pt x="265" y="868"/>
                  </a:cubicBezTo>
                  <a:cubicBezTo>
                    <a:pt x="214" y="1032"/>
                    <a:pt x="177" y="1195"/>
                    <a:pt x="139" y="1371"/>
                  </a:cubicBezTo>
                  <a:cubicBezTo>
                    <a:pt x="101" y="1535"/>
                    <a:pt x="76" y="1711"/>
                    <a:pt x="51" y="1862"/>
                  </a:cubicBezTo>
                  <a:cubicBezTo>
                    <a:pt x="26" y="2025"/>
                    <a:pt x="26" y="2163"/>
                    <a:pt x="13" y="2289"/>
                  </a:cubicBezTo>
                  <a:cubicBezTo>
                    <a:pt x="1" y="2415"/>
                    <a:pt x="1" y="2515"/>
                    <a:pt x="1" y="2578"/>
                  </a:cubicBezTo>
                  <a:lnTo>
                    <a:pt x="1" y="2692"/>
                  </a:lnTo>
                  <a:lnTo>
                    <a:pt x="26" y="2578"/>
                  </a:lnTo>
                  <a:lnTo>
                    <a:pt x="101" y="2277"/>
                  </a:lnTo>
                  <a:lnTo>
                    <a:pt x="177" y="1836"/>
                  </a:lnTo>
                  <a:cubicBezTo>
                    <a:pt x="214" y="1686"/>
                    <a:pt x="252" y="1522"/>
                    <a:pt x="290" y="1346"/>
                  </a:cubicBezTo>
                  <a:cubicBezTo>
                    <a:pt x="328" y="1183"/>
                    <a:pt x="353" y="1019"/>
                    <a:pt x="390" y="856"/>
                  </a:cubicBezTo>
                  <a:cubicBezTo>
                    <a:pt x="416" y="705"/>
                    <a:pt x="441" y="554"/>
                    <a:pt x="478" y="428"/>
                  </a:cubicBezTo>
                  <a:lnTo>
                    <a:pt x="541" y="114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1" name="Google Shape;10151;p59"/>
            <p:cNvSpPr/>
            <p:nvPr/>
          </p:nvSpPr>
          <p:spPr>
            <a:xfrm>
              <a:off x="3472050" y="821475"/>
              <a:ext cx="36800" cy="163800"/>
            </a:xfrm>
            <a:custGeom>
              <a:avLst/>
              <a:gdLst/>
              <a:ahLst/>
              <a:cxnLst/>
              <a:rect l="l" t="t" r="r" b="b"/>
              <a:pathLst>
                <a:path w="1472" h="6552" extrusionOk="0">
                  <a:moveTo>
                    <a:pt x="1471" y="1"/>
                  </a:moveTo>
                  <a:cubicBezTo>
                    <a:pt x="1471" y="1"/>
                    <a:pt x="1471" y="101"/>
                    <a:pt x="1446" y="277"/>
                  </a:cubicBezTo>
                  <a:cubicBezTo>
                    <a:pt x="1421" y="453"/>
                    <a:pt x="1396" y="692"/>
                    <a:pt x="1346" y="994"/>
                  </a:cubicBezTo>
                  <a:cubicBezTo>
                    <a:pt x="1308" y="1296"/>
                    <a:pt x="1220" y="1660"/>
                    <a:pt x="1144" y="2038"/>
                  </a:cubicBezTo>
                  <a:cubicBezTo>
                    <a:pt x="1056" y="2427"/>
                    <a:pt x="943" y="2830"/>
                    <a:pt x="830" y="3245"/>
                  </a:cubicBezTo>
                  <a:cubicBezTo>
                    <a:pt x="704" y="3672"/>
                    <a:pt x="591" y="4075"/>
                    <a:pt x="478" y="4465"/>
                  </a:cubicBezTo>
                  <a:cubicBezTo>
                    <a:pt x="365" y="4842"/>
                    <a:pt x="277" y="5206"/>
                    <a:pt x="201" y="5521"/>
                  </a:cubicBezTo>
                  <a:cubicBezTo>
                    <a:pt x="126" y="5835"/>
                    <a:pt x="76" y="6087"/>
                    <a:pt x="38" y="6263"/>
                  </a:cubicBezTo>
                  <a:lnTo>
                    <a:pt x="0" y="6552"/>
                  </a:lnTo>
                  <a:lnTo>
                    <a:pt x="76" y="6263"/>
                  </a:lnTo>
                  <a:cubicBezTo>
                    <a:pt x="113" y="6087"/>
                    <a:pt x="189" y="5823"/>
                    <a:pt x="277" y="5521"/>
                  </a:cubicBezTo>
                  <a:cubicBezTo>
                    <a:pt x="365" y="5206"/>
                    <a:pt x="478" y="4842"/>
                    <a:pt x="591" y="4465"/>
                  </a:cubicBezTo>
                  <a:cubicBezTo>
                    <a:pt x="704" y="4075"/>
                    <a:pt x="830" y="3660"/>
                    <a:pt x="956" y="3245"/>
                  </a:cubicBezTo>
                  <a:cubicBezTo>
                    <a:pt x="1069" y="2830"/>
                    <a:pt x="1170" y="2415"/>
                    <a:pt x="1258" y="2025"/>
                  </a:cubicBezTo>
                  <a:cubicBezTo>
                    <a:pt x="1346" y="1635"/>
                    <a:pt x="1396" y="1283"/>
                    <a:pt x="1434" y="981"/>
                  </a:cubicBezTo>
                  <a:cubicBezTo>
                    <a:pt x="1459" y="742"/>
                    <a:pt x="1471" y="504"/>
                    <a:pt x="1471" y="265"/>
                  </a:cubicBezTo>
                  <a:lnTo>
                    <a:pt x="147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2" name="Google Shape;10152;p59"/>
            <p:cNvSpPr/>
            <p:nvPr/>
          </p:nvSpPr>
          <p:spPr>
            <a:xfrm>
              <a:off x="3545925" y="727175"/>
              <a:ext cx="13850" cy="130175"/>
            </a:xfrm>
            <a:custGeom>
              <a:avLst/>
              <a:gdLst/>
              <a:ahLst/>
              <a:cxnLst/>
              <a:rect l="l" t="t" r="r" b="b"/>
              <a:pathLst>
                <a:path w="554" h="5207" extrusionOk="0">
                  <a:moveTo>
                    <a:pt x="377" y="0"/>
                  </a:moveTo>
                  <a:lnTo>
                    <a:pt x="390" y="214"/>
                  </a:lnTo>
                  <a:cubicBezTo>
                    <a:pt x="390" y="352"/>
                    <a:pt x="403" y="541"/>
                    <a:pt x="415" y="780"/>
                  </a:cubicBezTo>
                  <a:cubicBezTo>
                    <a:pt x="415" y="1006"/>
                    <a:pt x="415" y="1295"/>
                    <a:pt x="415" y="1585"/>
                  </a:cubicBezTo>
                  <a:cubicBezTo>
                    <a:pt x="428" y="1874"/>
                    <a:pt x="403" y="2201"/>
                    <a:pt x="377" y="2528"/>
                  </a:cubicBezTo>
                  <a:cubicBezTo>
                    <a:pt x="352" y="2855"/>
                    <a:pt x="327" y="3182"/>
                    <a:pt x="289" y="3496"/>
                  </a:cubicBezTo>
                  <a:cubicBezTo>
                    <a:pt x="239" y="3810"/>
                    <a:pt x="201" y="4099"/>
                    <a:pt x="164" y="4364"/>
                  </a:cubicBezTo>
                  <a:cubicBezTo>
                    <a:pt x="113" y="4615"/>
                    <a:pt x="76" y="4829"/>
                    <a:pt x="50" y="4980"/>
                  </a:cubicBezTo>
                  <a:lnTo>
                    <a:pt x="0" y="5206"/>
                  </a:lnTo>
                  <a:lnTo>
                    <a:pt x="76" y="4980"/>
                  </a:lnTo>
                  <a:cubicBezTo>
                    <a:pt x="113" y="4816"/>
                    <a:pt x="189" y="4602"/>
                    <a:pt x="239" y="4351"/>
                  </a:cubicBezTo>
                  <a:cubicBezTo>
                    <a:pt x="302" y="4087"/>
                    <a:pt x="365" y="3785"/>
                    <a:pt x="415" y="3458"/>
                  </a:cubicBezTo>
                  <a:cubicBezTo>
                    <a:pt x="465" y="3144"/>
                    <a:pt x="503" y="2804"/>
                    <a:pt x="528" y="2465"/>
                  </a:cubicBezTo>
                  <a:cubicBezTo>
                    <a:pt x="553" y="2138"/>
                    <a:pt x="553" y="1811"/>
                    <a:pt x="553" y="1509"/>
                  </a:cubicBezTo>
                  <a:cubicBezTo>
                    <a:pt x="553" y="1207"/>
                    <a:pt x="516" y="943"/>
                    <a:pt x="491" y="729"/>
                  </a:cubicBezTo>
                  <a:cubicBezTo>
                    <a:pt x="465" y="503"/>
                    <a:pt x="440" y="314"/>
                    <a:pt x="415" y="201"/>
                  </a:cubicBez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175B4E8-BD5B-2079-B15A-CC3813272BF4}"/>
              </a:ext>
            </a:extLst>
          </p:cNvPr>
          <p:cNvSpPr/>
          <p:nvPr/>
        </p:nvSpPr>
        <p:spPr>
          <a:xfrm>
            <a:off x="2869035" y="3232900"/>
            <a:ext cx="3447875" cy="9532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00" name="Google Shape;9700;p59"/>
          <p:cNvSpPr txBox="1">
            <a:spLocks noGrp="1"/>
          </p:cNvSpPr>
          <p:nvPr>
            <p:ph type="subTitle" idx="1"/>
          </p:nvPr>
        </p:nvSpPr>
        <p:spPr>
          <a:xfrm>
            <a:off x="1941272" y="3496935"/>
            <a:ext cx="4509000" cy="15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600" dirty="0">
                <a:latin typeface="IM Fell English SC"/>
                <a:ea typeface="IM Fell English SC"/>
                <a:cs typeface="IM Fell English SC"/>
                <a:sym typeface="IM Fell English SC"/>
              </a:rPr>
              <a:t>Do you have any questions?</a:t>
            </a:r>
            <a:endParaRPr sz="2600" dirty="0">
              <a:latin typeface="IM Fell English SC"/>
              <a:ea typeface="IM Fell English SC"/>
              <a:cs typeface="IM Fell English SC"/>
              <a:sym typeface="IM Fell English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Light Academia Aesthetic Style Newsletter by Slidesgo">
  <a:themeElements>
    <a:clrScheme name="Simple Light">
      <a:dk1>
        <a:srgbClr val="786446"/>
      </a:dk1>
      <a:lt1>
        <a:srgbClr val="FCFCFC"/>
      </a:lt1>
      <a:dk2>
        <a:srgbClr val="483C2A"/>
      </a:dk2>
      <a:lt2>
        <a:srgbClr val="A68C63"/>
      </a:lt2>
      <a:accent1>
        <a:srgbClr val="C2AF86"/>
      </a:accent1>
      <a:accent2>
        <a:srgbClr val="FBF3DC"/>
      </a:accent2>
      <a:accent3>
        <a:srgbClr val="CF9B90"/>
      </a:accent3>
      <a:accent4>
        <a:srgbClr val="FFFFFF"/>
      </a:accent4>
      <a:accent5>
        <a:srgbClr val="FFFFFF"/>
      </a:accent5>
      <a:accent6>
        <a:srgbClr val="FFFFFF"/>
      </a:accent6>
      <a:hlink>
        <a:srgbClr val="7864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Microsoft Office PowerPoint</Application>
  <PresentationFormat>Affichage à l'écran (16:9)</PresentationFormat>
  <Paragraphs>30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IM Fell English SC</vt:lpstr>
      <vt:lpstr>Fira Sans Condensed</vt:lpstr>
      <vt:lpstr>Light Academia Aesthetic Style Newsletter by Slidesgo</vt:lpstr>
      <vt:lpstr>The Enigma Machine</vt:lpstr>
      <vt:lpstr>Table of contents</vt:lpstr>
      <vt:lpstr>What is the Enigma machine ?</vt:lpstr>
      <vt:lpstr>Présentation PowerPoint</vt:lpstr>
      <vt:lpstr>DECIPHERING</vt:lpstr>
      <vt:lpstr>German Nazis’ Enigma </vt:lpstr>
      <vt:lpstr>Présentation PowerPoint</vt:lpstr>
      <vt:lpstr>BREAKING THE CODE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Victor Becquet</cp:lastModifiedBy>
  <cp:revision>2</cp:revision>
  <dcterms:modified xsi:type="dcterms:W3CDTF">2025-12-17T06:06:14Z</dcterms:modified>
</cp:coreProperties>
</file>